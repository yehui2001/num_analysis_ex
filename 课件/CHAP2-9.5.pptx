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bmp" ContentType="image/bmp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327" r:id="rId10"/>
    <p:sldId id="328" r:id="rId11"/>
    <p:sldId id="265" r:id="rId12"/>
    <p:sldId id="293" r:id="rId13"/>
    <p:sldId id="267" r:id="rId15"/>
    <p:sldId id="266" r:id="rId16"/>
    <p:sldId id="268" r:id="rId17"/>
    <p:sldId id="269" r:id="rId18"/>
    <p:sldId id="270" r:id="rId19"/>
    <p:sldId id="302" r:id="rId20"/>
    <p:sldId id="272" r:id="rId21"/>
    <p:sldId id="294" r:id="rId22"/>
    <p:sldId id="296" r:id="rId23"/>
    <p:sldId id="271" r:id="rId24"/>
    <p:sldId id="303" r:id="rId25"/>
    <p:sldId id="278" r:id="rId26"/>
    <p:sldId id="275" r:id="rId27"/>
    <p:sldId id="276" r:id="rId28"/>
    <p:sldId id="304" r:id="rId29"/>
    <p:sldId id="292" r:id="rId30"/>
    <p:sldId id="305" r:id="rId31"/>
    <p:sldId id="281" r:id="rId32"/>
    <p:sldId id="280" r:id="rId33"/>
    <p:sldId id="282" r:id="rId34"/>
    <p:sldId id="306" r:id="rId35"/>
    <p:sldId id="287" r:id="rId36"/>
    <p:sldId id="295" r:id="rId37"/>
    <p:sldId id="301" r:id="rId38"/>
    <p:sldId id="290" r:id="rId39"/>
    <p:sldId id="297" r:id="rId40"/>
    <p:sldId id="298" r:id="rId41"/>
    <p:sldId id="299" r:id="rId42"/>
    <p:sldId id="288" r:id="rId43"/>
    <p:sldId id="289" r:id="rId44"/>
  </p:sldIdLst>
  <p:sldSz cx="9144000" cy="6858000" type="screen4x3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FFCCFF"/>
    <a:srgbClr val="FFFFFF"/>
    <a:srgbClr val="FF00FF"/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666" autoAdjust="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1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e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3" Type="http://schemas.openxmlformats.org/officeDocument/2006/relationships/image" Target="../media/image33.wmf"/><Relationship Id="rId32" Type="http://schemas.openxmlformats.org/officeDocument/2006/relationships/image" Target="../media/image32.wmf"/><Relationship Id="rId31" Type="http://schemas.openxmlformats.org/officeDocument/2006/relationships/image" Target="../media/image31.wmf"/><Relationship Id="rId30" Type="http://schemas.openxmlformats.org/officeDocument/2006/relationships/image" Target="../media/image30.wmf"/><Relationship Id="rId3" Type="http://schemas.openxmlformats.org/officeDocument/2006/relationships/image" Target="../media/image3.wmf"/><Relationship Id="rId29" Type="http://schemas.openxmlformats.org/officeDocument/2006/relationships/image" Target="../media/image29.wmf"/><Relationship Id="rId28" Type="http://schemas.openxmlformats.org/officeDocument/2006/relationships/image" Target="../media/image28.wmf"/><Relationship Id="rId27" Type="http://schemas.openxmlformats.org/officeDocument/2006/relationships/image" Target="../media/image27.wmf"/><Relationship Id="rId26" Type="http://schemas.openxmlformats.org/officeDocument/2006/relationships/image" Target="../media/image26.emf"/><Relationship Id="rId25" Type="http://schemas.openxmlformats.org/officeDocument/2006/relationships/image" Target="../media/image25.wmf"/><Relationship Id="rId24" Type="http://schemas.openxmlformats.org/officeDocument/2006/relationships/image" Target="../media/image24.wmf"/><Relationship Id="rId23" Type="http://schemas.openxmlformats.org/officeDocument/2006/relationships/image" Target="../media/image23.wmf"/><Relationship Id="rId22" Type="http://schemas.openxmlformats.org/officeDocument/2006/relationships/image" Target="../media/image22.wmf"/><Relationship Id="rId21" Type="http://schemas.openxmlformats.org/officeDocument/2006/relationships/image" Target="../media/image21.wmf"/><Relationship Id="rId20" Type="http://schemas.openxmlformats.org/officeDocument/2006/relationships/image" Target="../media/image20.emf"/><Relationship Id="rId2" Type="http://schemas.openxmlformats.org/officeDocument/2006/relationships/image" Target="../media/image2.wmf"/><Relationship Id="rId19" Type="http://schemas.openxmlformats.org/officeDocument/2006/relationships/image" Target="../media/image19.wmf"/><Relationship Id="rId18" Type="http://schemas.openxmlformats.org/officeDocument/2006/relationships/image" Target="../media/image18.wmf"/><Relationship Id="rId17" Type="http://schemas.openxmlformats.org/officeDocument/2006/relationships/image" Target="../media/image17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emf"/><Relationship Id="rId11" Type="http://schemas.openxmlformats.org/officeDocument/2006/relationships/image" Target="../media/image11.emf"/><Relationship Id="rId10" Type="http://schemas.openxmlformats.org/officeDocument/2006/relationships/image" Target="../media/image10.e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1" Type="http://schemas.openxmlformats.org/officeDocument/2006/relationships/image" Target="../media/image54.wmf"/><Relationship Id="rId20" Type="http://schemas.openxmlformats.org/officeDocument/2006/relationships/image" Target="../media/image53.wmf"/><Relationship Id="rId2" Type="http://schemas.openxmlformats.org/officeDocument/2006/relationships/image" Target="../media/image35.wmf"/><Relationship Id="rId19" Type="http://schemas.openxmlformats.org/officeDocument/2006/relationships/image" Target="../media/image52.wmf"/><Relationship Id="rId18" Type="http://schemas.openxmlformats.org/officeDocument/2006/relationships/image" Target="../media/image51.wmf"/><Relationship Id="rId17" Type="http://schemas.openxmlformats.org/officeDocument/2006/relationships/image" Target="../media/image50.wmf"/><Relationship Id="rId16" Type="http://schemas.openxmlformats.org/officeDocument/2006/relationships/image" Target="../media/image49.wmf"/><Relationship Id="rId15" Type="http://schemas.openxmlformats.org/officeDocument/2006/relationships/image" Target="../media/image48.wmf"/><Relationship Id="rId14" Type="http://schemas.openxmlformats.org/officeDocument/2006/relationships/image" Target="../media/image47.wmf"/><Relationship Id="rId13" Type="http://schemas.openxmlformats.org/officeDocument/2006/relationships/image" Target="../media/image46.wmf"/><Relationship Id="rId12" Type="http://schemas.openxmlformats.org/officeDocument/2006/relationships/image" Target="../media/image45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34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63.emf"/><Relationship Id="rId8" Type="http://schemas.openxmlformats.org/officeDocument/2006/relationships/image" Target="../media/image62.wmf"/><Relationship Id="rId7" Type="http://schemas.openxmlformats.org/officeDocument/2006/relationships/image" Target="../media/image61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emf"/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3" Type="http://schemas.openxmlformats.org/officeDocument/2006/relationships/image" Target="../media/image67.emf"/><Relationship Id="rId12" Type="http://schemas.openxmlformats.org/officeDocument/2006/relationships/image" Target="../media/image66.emf"/><Relationship Id="rId11" Type="http://schemas.openxmlformats.org/officeDocument/2006/relationships/image" Target="../media/image65.wmf"/><Relationship Id="rId10" Type="http://schemas.openxmlformats.org/officeDocument/2006/relationships/image" Target="../media/image64.wmf"/><Relationship Id="rId1" Type="http://schemas.openxmlformats.org/officeDocument/2006/relationships/image" Target="../media/image55.e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76.wmf"/><Relationship Id="rId8" Type="http://schemas.openxmlformats.org/officeDocument/2006/relationships/image" Target="../media/image75.wmf"/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1" Type="http://schemas.openxmlformats.org/officeDocument/2006/relationships/image" Target="../media/image78.wmf"/><Relationship Id="rId10" Type="http://schemas.openxmlformats.org/officeDocument/2006/relationships/image" Target="../media/image77.wmf"/><Relationship Id="rId1" Type="http://schemas.openxmlformats.org/officeDocument/2006/relationships/image" Target="../media/image68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97.wmf"/><Relationship Id="rId8" Type="http://schemas.openxmlformats.org/officeDocument/2006/relationships/image" Target="../media/image96.wmf"/><Relationship Id="rId7" Type="http://schemas.openxmlformats.org/officeDocument/2006/relationships/image" Target="../media/image95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2" Type="http://schemas.openxmlformats.org/officeDocument/2006/relationships/image" Target="../media/image88.wmf"/><Relationship Id="rId21" Type="http://schemas.openxmlformats.org/officeDocument/2006/relationships/image" Target="../media/image87.wmf"/><Relationship Id="rId20" Type="http://schemas.openxmlformats.org/officeDocument/2006/relationships/image" Target="../media/image86.wmf"/><Relationship Id="rId2" Type="http://schemas.openxmlformats.org/officeDocument/2006/relationships/image" Target="../media/image90.wmf"/><Relationship Id="rId19" Type="http://schemas.openxmlformats.org/officeDocument/2006/relationships/image" Target="../media/image85.wmf"/><Relationship Id="rId18" Type="http://schemas.openxmlformats.org/officeDocument/2006/relationships/image" Target="../media/image84.wmf"/><Relationship Id="rId17" Type="http://schemas.openxmlformats.org/officeDocument/2006/relationships/image" Target="../media/image104.wmf"/><Relationship Id="rId16" Type="http://schemas.openxmlformats.org/officeDocument/2006/relationships/image" Target="../media/image103.wmf"/><Relationship Id="rId15" Type="http://schemas.openxmlformats.org/officeDocument/2006/relationships/image" Target="../media/image102.wmf"/><Relationship Id="rId14" Type="http://schemas.openxmlformats.org/officeDocument/2006/relationships/image" Target="../media/image101.wmf"/><Relationship Id="rId13" Type="http://schemas.openxmlformats.org/officeDocument/2006/relationships/image" Target="../media/image100.emf"/><Relationship Id="rId12" Type="http://schemas.openxmlformats.org/officeDocument/2006/relationships/image" Target="../media/image99.wmf"/><Relationship Id="rId11" Type="http://schemas.openxmlformats.org/officeDocument/2006/relationships/image" Target="../media/image105.bmp"/><Relationship Id="rId10" Type="http://schemas.openxmlformats.org/officeDocument/2006/relationships/image" Target="../media/image98.wmf"/><Relationship Id="rId1" Type="http://schemas.openxmlformats.org/officeDocument/2006/relationships/image" Target="../media/image83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wmf"/><Relationship Id="rId8" Type="http://schemas.openxmlformats.org/officeDocument/2006/relationships/image" Target="../media/image113.wmf"/><Relationship Id="rId7" Type="http://schemas.openxmlformats.org/officeDocument/2006/relationships/image" Target="../media/image112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5" Type="http://schemas.openxmlformats.org/officeDocument/2006/relationships/image" Target="../media/image130.wmf"/><Relationship Id="rId24" Type="http://schemas.openxmlformats.org/officeDocument/2006/relationships/image" Target="../media/image129.wmf"/><Relationship Id="rId23" Type="http://schemas.openxmlformats.org/officeDocument/2006/relationships/image" Target="../media/image128.wmf"/><Relationship Id="rId22" Type="http://schemas.openxmlformats.org/officeDocument/2006/relationships/image" Target="../media/image127.wmf"/><Relationship Id="rId21" Type="http://schemas.openxmlformats.org/officeDocument/2006/relationships/image" Target="../media/image126.wmf"/><Relationship Id="rId20" Type="http://schemas.openxmlformats.org/officeDocument/2006/relationships/image" Target="../media/image125.wmf"/><Relationship Id="rId2" Type="http://schemas.openxmlformats.org/officeDocument/2006/relationships/image" Target="../media/image107.wmf"/><Relationship Id="rId19" Type="http://schemas.openxmlformats.org/officeDocument/2006/relationships/image" Target="../media/image124.wmf"/><Relationship Id="rId18" Type="http://schemas.openxmlformats.org/officeDocument/2006/relationships/image" Target="../media/image123.wmf"/><Relationship Id="rId17" Type="http://schemas.openxmlformats.org/officeDocument/2006/relationships/image" Target="../media/image122.wmf"/><Relationship Id="rId16" Type="http://schemas.openxmlformats.org/officeDocument/2006/relationships/image" Target="../media/image121.wmf"/><Relationship Id="rId15" Type="http://schemas.openxmlformats.org/officeDocument/2006/relationships/image" Target="../media/image120.wmf"/><Relationship Id="rId14" Type="http://schemas.openxmlformats.org/officeDocument/2006/relationships/image" Target="../media/image119.wmf"/><Relationship Id="rId13" Type="http://schemas.openxmlformats.org/officeDocument/2006/relationships/image" Target="../media/image118.wmf"/><Relationship Id="rId12" Type="http://schemas.openxmlformats.org/officeDocument/2006/relationships/image" Target="../media/image117.wmf"/><Relationship Id="rId11" Type="http://schemas.openxmlformats.org/officeDocument/2006/relationships/image" Target="../media/image116.wmf"/><Relationship Id="rId10" Type="http://schemas.openxmlformats.org/officeDocument/2006/relationships/image" Target="../media/image115.wmf"/><Relationship Id="rId1" Type="http://schemas.openxmlformats.org/officeDocument/2006/relationships/image" Target="../media/image106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image" Target="../media/image139.wmf"/><Relationship Id="rId7" Type="http://schemas.openxmlformats.org/officeDocument/2006/relationships/image" Target="../media/image138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1" Type="http://schemas.openxmlformats.org/officeDocument/2006/relationships/image" Target="../media/image142.wmf"/><Relationship Id="rId10" Type="http://schemas.openxmlformats.org/officeDocument/2006/relationships/image" Target="../media/image141.wmf"/><Relationship Id="rId1" Type="http://schemas.openxmlformats.org/officeDocument/2006/relationships/image" Target="../media/image131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wmf"/><Relationship Id="rId8" Type="http://schemas.openxmlformats.org/officeDocument/2006/relationships/image" Target="../media/image148.wmf"/><Relationship Id="rId7" Type="http://schemas.openxmlformats.org/officeDocument/2006/relationships/image" Target="../media/image147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3" Type="http://schemas.openxmlformats.org/officeDocument/2006/relationships/image" Target="../media/image143.wmf"/><Relationship Id="rId2" Type="http://schemas.openxmlformats.org/officeDocument/2006/relationships/image" Target="../media/image107.wmf"/><Relationship Id="rId17" Type="http://schemas.openxmlformats.org/officeDocument/2006/relationships/image" Target="../media/image157.wmf"/><Relationship Id="rId16" Type="http://schemas.openxmlformats.org/officeDocument/2006/relationships/image" Target="../media/image156.wmf"/><Relationship Id="rId15" Type="http://schemas.openxmlformats.org/officeDocument/2006/relationships/image" Target="../media/image155.wmf"/><Relationship Id="rId14" Type="http://schemas.openxmlformats.org/officeDocument/2006/relationships/image" Target="../media/image154.wmf"/><Relationship Id="rId13" Type="http://schemas.openxmlformats.org/officeDocument/2006/relationships/image" Target="../media/image153.wmf"/><Relationship Id="rId12" Type="http://schemas.openxmlformats.org/officeDocument/2006/relationships/image" Target="../media/image152.wmf"/><Relationship Id="rId11" Type="http://schemas.openxmlformats.org/officeDocument/2006/relationships/image" Target="../media/image151.wmf"/><Relationship Id="rId10" Type="http://schemas.openxmlformats.org/officeDocument/2006/relationships/image" Target="../media/image150.wmf"/><Relationship Id="rId1" Type="http://schemas.openxmlformats.org/officeDocument/2006/relationships/image" Target="../media/image106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emf"/><Relationship Id="rId8" Type="http://schemas.openxmlformats.org/officeDocument/2006/relationships/image" Target="../media/image165.emf"/><Relationship Id="rId7" Type="http://schemas.openxmlformats.org/officeDocument/2006/relationships/image" Target="../media/image164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emf"/><Relationship Id="rId3" Type="http://schemas.openxmlformats.org/officeDocument/2006/relationships/image" Target="../media/image160.emf"/><Relationship Id="rId2" Type="http://schemas.openxmlformats.org/officeDocument/2006/relationships/image" Target="../media/image159.wmf"/><Relationship Id="rId13" Type="http://schemas.openxmlformats.org/officeDocument/2006/relationships/image" Target="../media/image170.wmf"/><Relationship Id="rId12" Type="http://schemas.openxmlformats.org/officeDocument/2006/relationships/image" Target="../media/image169.wmf"/><Relationship Id="rId11" Type="http://schemas.openxmlformats.org/officeDocument/2006/relationships/image" Target="../media/image168.emf"/><Relationship Id="rId10" Type="http://schemas.openxmlformats.org/officeDocument/2006/relationships/image" Target="../media/image167.emf"/><Relationship Id="rId1" Type="http://schemas.openxmlformats.org/officeDocument/2006/relationships/image" Target="../media/image158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0.wmf"/><Relationship Id="rId8" Type="http://schemas.openxmlformats.org/officeDocument/2006/relationships/image" Target="../media/image179.wmf"/><Relationship Id="rId7" Type="http://schemas.openxmlformats.org/officeDocument/2006/relationships/image" Target="../media/image178.emf"/><Relationship Id="rId6" Type="http://schemas.openxmlformats.org/officeDocument/2006/relationships/image" Target="../media/image177.e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Relationship Id="rId3" Type="http://schemas.openxmlformats.org/officeDocument/2006/relationships/image" Target="../media/image174.emf"/><Relationship Id="rId2" Type="http://schemas.openxmlformats.org/officeDocument/2006/relationships/image" Target="../media/image173.wmf"/><Relationship Id="rId10" Type="http://schemas.openxmlformats.org/officeDocument/2006/relationships/image" Target="../media/image181.wmf"/><Relationship Id="rId1" Type="http://schemas.openxmlformats.org/officeDocument/2006/relationships/image" Target="../media/image172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wmf"/><Relationship Id="rId8" Type="http://schemas.openxmlformats.org/officeDocument/2006/relationships/image" Target="../media/image189.wmf"/><Relationship Id="rId7" Type="http://schemas.openxmlformats.org/officeDocument/2006/relationships/image" Target="../media/image188.emf"/><Relationship Id="rId6" Type="http://schemas.openxmlformats.org/officeDocument/2006/relationships/image" Target="../media/image187.e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0.emf"/><Relationship Id="rId8" Type="http://schemas.openxmlformats.org/officeDocument/2006/relationships/image" Target="../media/image199.emf"/><Relationship Id="rId7" Type="http://schemas.openxmlformats.org/officeDocument/2006/relationships/image" Target="../media/image198.emf"/><Relationship Id="rId6" Type="http://schemas.openxmlformats.org/officeDocument/2006/relationships/image" Target="../media/image197.wmf"/><Relationship Id="rId5" Type="http://schemas.openxmlformats.org/officeDocument/2006/relationships/image" Target="../media/image196.emf"/><Relationship Id="rId4" Type="http://schemas.openxmlformats.org/officeDocument/2006/relationships/image" Target="../media/image195.emf"/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3" Type="http://schemas.openxmlformats.org/officeDocument/2006/relationships/image" Target="../media/image189.wmf"/><Relationship Id="rId12" Type="http://schemas.openxmlformats.org/officeDocument/2006/relationships/image" Target="../media/image203.emf"/><Relationship Id="rId11" Type="http://schemas.openxmlformats.org/officeDocument/2006/relationships/image" Target="../media/image202.emf"/><Relationship Id="rId10" Type="http://schemas.openxmlformats.org/officeDocument/2006/relationships/image" Target="../media/image201.emf"/><Relationship Id="rId1" Type="http://schemas.openxmlformats.org/officeDocument/2006/relationships/image" Target="../media/image19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4.e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9.emf"/><Relationship Id="rId4" Type="http://schemas.openxmlformats.org/officeDocument/2006/relationships/image" Target="../media/image208.emf"/><Relationship Id="rId3" Type="http://schemas.openxmlformats.org/officeDocument/2006/relationships/image" Target="../media/image207.emf"/><Relationship Id="rId2" Type="http://schemas.openxmlformats.org/officeDocument/2006/relationships/image" Target="../media/image206.emf"/><Relationship Id="rId1" Type="http://schemas.openxmlformats.org/officeDocument/2006/relationships/image" Target="../media/image205.e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5.wmf"/><Relationship Id="rId8" Type="http://schemas.openxmlformats.org/officeDocument/2006/relationships/image" Target="../media/image214.wmf"/><Relationship Id="rId7" Type="http://schemas.openxmlformats.org/officeDocument/2006/relationships/image" Target="../media/image213.wmf"/><Relationship Id="rId6" Type="http://schemas.openxmlformats.org/officeDocument/2006/relationships/image" Target="../media/image101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Relationship Id="rId33" Type="http://schemas.openxmlformats.org/officeDocument/2006/relationships/image" Target="../media/image239.wmf"/><Relationship Id="rId32" Type="http://schemas.openxmlformats.org/officeDocument/2006/relationships/image" Target="../media/image238.wmf"/><Relationship Id="rId31" Type="http://schemas.openxmlformats.org/officeDocument/2006/relationships/image" Target="../media/image237.wmf"/><Relationship Id="rId30" Type="http://schemas.openxmlformats.org/officeDocument/2006/relationships/image" Target="../media/image236.wmf"/><Relationship Id="rId3" Type="http://schemas.openxmlformats.org/officeDocument/2006/relationships/image" Target="../media/image210.wmf"/><Relationship Id="rId29" Type="http://schemas.openxmlformats.org/officeDocument/2006/relationships/image" Target="../media/image235.wmf"/><Relationship Id="rId28" Type="http://schemas.openxmlformats.org/officeDocument/2006/relationships/image" Target="../media/image234.wmf"/><Relationship Id="rId27" Type="http://schemas.openxmlformats.org/officeDocument/2006/relationships/image" Target="../media/image233.wmf"/><Relationship Id="rId26" Type="http://schemas.openxmlformats.org/officeDocument/2006/relationships/image" Target="../media/image232.wmf"/><Relationship Id="rId25" Type="http://schemas.openxmlformats.org/officeDocument/2006/relationships/image" Target="../media/image231.wmf"/><Relationship Id="rId24" Type="http://schemas.openxmlformats.org/officeDocument/2006/relationships/image" Target="../media/image230.wmf"/><Relationship Id="rId23" Type="http://schemas.openxmlformats.org/officeDocument/2006/relationships/image" Target="../media/image229.wmf"/><Relationship Id="rId22" Type="http://schemas.openxmlformats.org/officeDocument/2006/relationships/image" Target="../media/image228.wmf"/><Relationship Id="rId21" Type="http://schemas.openxmlformats.org/officeDocument/2006/relationships/image" Target="../media/image227.wmf"/><Relationship Id="rId20" Type="http://schemas.openxmlformats.org/officeDocument/2006/relationships/image" Target="../media/image226.wmf"/><Relationship Id="rId2" Type="http://schemas.openxmlformats.org/officeDocument/2006/relationships/image" Target="../media/image107.wmf"/><Relationship Id="rId19" Type="http://schemas.openxmlformats.org/officeDocument/2006/relationships/image" Target="../media/image225.wmf"/><Relationship Id="rId18" Type="http://schemas.openxmlformats.org/officeDocument/2006/relationships/image" Target="../media/image224.wmf"/><Relationship Id="rId17" Type="http://schemas.openxmlformats.org/officeDocument/2006/relationships/image" Target="../media/image223.wmf"/><Relationship Id="rId16" Type="http://schemas.openxmlformats.org/officeDocument/2006/relationships/image" Target="../media/image222.wmf"/><Relationship Id="rId15" Type="http://schemas.openxmlformats.org/officeDocument/2006/relationships/image" Target="../media/image221.wmf"/><Relationship Id="rId14" Type="http://schemas.openxmlformats.org/officeDocument/2006/relationships/image" Target="../media/image220.wmf"/><Relationship Id="rId13" Type="http://schemas.openxmlformats.org/officeDocument/2006/relationships/image" Target="../media/image219.wmf"/><Relationship Id="rId12" Type="http://schemas.openxmlformats.org/officeDocument/2006/relationships/image" Target="../media/image218.wmf"/><Relationship Id="rId11" Type="http://schemas.openxmlformats.org/officeDocument/2006/relationships/image" Target="../media/image217.wmf"/><Relationship Id="rId10" Type="http://schemas.openxmlformats.org/officeDocument/2006/relationships/image" Target="../media/image216.wmf"/><Relationship Id="rId1" Type="http://schemas.openxmlformats.org/officeDocument/2006/relationships/image" Target="../media/image106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8.wmf"/><Relationship Id="rId8" Type="http://schemas.openxmlformats.org/officeDocument/2006/relationships/image" Target="../media/image247.wmf"/><Relationship Id="rId7" Type="http://schemas.openxmlformats.org/officeDocument/2006/relationships/image" Target="../media/image246.wmf"/><Relationship Id="rId6" Type="http://schemas.openxmlformats.org/officeDocument/2006/relationships/image" Target="../media/image245.wmf"/><Relationship Id="rId5" Type="http://schemas.openxmlformats.org/officeDocument/2006/relationships/image" Target="../media/image244.wmf"/><Relationship Id="rId4" Type="http://schemas.openxmlformats.org/officeDocument/2006/relationships/image" Target="../media/image243.wmf"/><Relationship Id="rId36" Type="http://schemas.openxmlformats.org/officeDocument/2006/relationships/image" Target="../media/image275.wmf"/><Relationship Id="rId35" Type="http://schemas.openxmlformats.org/officeDocument/2006/relationships/image" Target="../media/image274.wmf"/><Relationship Id="rId34" Type="http://schemas.openxmlformats.org/officeDocument/2006/relationships/image" Target="../media/image273.wmf"/><Relationship Id="rId33" Type="http://schemas.openxmlformats.org/officeDocument/2006/relationships/image" Target="../media/image272.wmf"/><Relationship Id="rId32" Type="http://schemas.openxmlformats.org/officeDocument/2006/relationships/image" Target="../media/image271.wmf"/><Relationship Id="rId31" Type="http://schemas.openxmlformats.org/officeDocument/2006/relationships/image" Target="../media/image270.wmf"/><Relationship Id="rId30" Type="http://schemas.openxmlformats.org/officeDocument/2006/relationships/image" Target="../media/image269.wmf"/><Relationship Id="rId3" Type="http://schemas.openxmlformats.org/officeDocument/2006/relationships/image" Target="../media/image242.wmf"/><Relationship Id="rId29" Type="http://schemas.openxmlformats.org/officeDocument/2006/relationships/image" Target="../media/image268.wmf"/><Relationship Id="rId28" Type="http://schemas.openxmlformats.org/officeDocument/2006/relationships/image" Target="../media/image267.wmf"/><Relationship Id="rId27" Type="http://schemas.openxmlformats.org/officeDocument/2006/relationships/image" Target="../media/image266.wmf"/><Relationship Id="rId26" Type="http://schemas.openxmlformats.org/officeDocument/2006/relationships/image" Target="../media/image265.wmf"/><Relationship Id="rId25" Type="http://schemas.openxmlformats.org/officeDocument/2006/relationships/image" Target="../media/image264.wmf"/><Relationship Id="rId24" Type="http://schemas.openxmlformats.org/officeDocument/2006/relationships/image" Target="../media/image263.wmf"/><Relationship Id="rId23" Type="http://schemas.openxmlformats.org/officeDocument/2006/relationships/image" Target="../media/image262.wmf"/><Relationship Id="rId22" Type="http://schemas.openxmlformats.org/officeDocument/2006/relationships/image" Target="../media/image261.wmf"/><Relationship Id="rId21" Type="http://schemas.openxmlformats.org/officeDocument/2006/relationships/image" Target="../media/image260.wmf"/><Relationship Id="rId20" Type="http://schemas.openxmlformats.org/officeDocument/2006/relationships/image" Target="../media/image259.wmf"/><Relationship Id="rId2" Type="http://schemas.openxmlformats.org/officeDocument/2006/relationships/image" Target="../media/image241.wmf"/><Relationship Id="rId19" Type="http://schemas.openxmlformats.org/officeDocument/2006/relationships/image" Target="../media/image258.wmf"/><Relationship Id="rId18" Type="http://schemas.openxmlformats.org/officeDocument/2006/relationships/image" Target="../media/image257.wmf"/><Relationship Id="rId17" Type="http://schemas.openxmlformats.org/officeDocument/2006/relationships/image" Target="../media/image256.wmf"/><Relationship Id="rId16" Type="http://schemas.openxmlformats.org/officeDocument/2006/relationships/image" Target="../media/image255.wmf"/><Relationship Id="rId15" Type="http://schemas.openxmlformats.org/officeDocument/2006/relationships/image" Target="../media/image254.wmf"/><Relationship Id="rId14" Type="http://schemas.openxmlformats.org/officeDocument/2006/relationships/image" Target="../media/image253.wmf"/><Relationship Id="rId13" Type="http://schemas.openxmlformats.org/officeDocument/2006/relationships/image" Target="../media/image252.wmf"/><Relationship Id="rId12" Type="http://schemas.openxmlformats.org/officeDocument/2006/relationships/image" Target="../media/image251.wmf"/><Relationship Id="rId11" Type="http://schemas.openxmlformats.org/officeDocument/2006/relationships/image" Target="../media/image250.wmf"/><Relationship Id="rId10" Type="http://schemas.openxmlformats.org/officeDocument/2006/relationships/image" Target="../media/image249.wmf"/><Relationship Id="rId1" Type="http://schemas.openxmlformats.org/officeDocument/2006/relationships/image" Target="../media/image240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4.wmf"/><Relationship Id="rId8" Type="http://schemas.openxmlformats.org/officeDocument/2006/relationships/image" Target="../media/image283.wmf"/><Relationship Id="rId7" Type="http://schemas.openxmlformats.org/officeDocument/2006/relationships/image" Target="../media/image282.wmf"/><Relationship Id="rId6" Type="http://schemas.openxmlformats.org/officeDocument/2006/relationships/image" Target="../media/image281.emf"/><Relationship Id="rId5" Type="http://schemas.openxmlformats.org/officeDocument/2006/relationships/image" Target="../media/image280.wmf"/><Relationship Id="rId4" Type="http://schemas.openxmlformats.org/officeDocument/2006/relationships/image" Target="../media/image279.wmf"/><Relationship Id="rId3" Type="http://schemas.openxmlformats.org/officeDocument/2006/relationships/image" Target="../media/image278.emf"/><Relationship Id="rId2" Type="http://schemas.openxmlformats.org/officeDocument/2006/relationships/image" Target="../media/image277.wmf"/><Relationship Id="rId10" Type="http://schemas.openxmlformats.org/officeDocument/2006/relationships/image" Target="../media/image285.wmf"/><Relationship Id="rId1" Type="http://schemas.openxmlformats.org/officeDocument/2006/relationships/image" Target="../media/image276.e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5.wmf"/><Relationship Id="rId8" Type="http://schemas.openxmlformats.org/officeDocument/2006/relationships/image" Target="../media/image294.wmf"/><Relationship Id="rId7" Type="http://schemas.openxmlformats.org/officeDocument/2006/relationships/image" Target="../media/image293.wmf"/><Relationship Id="rId6" Type="http://schemas.openxmlformats.org/officeDocument/2006/relationships/image" Target="../media/image292.wmf"/><Relationship Id="rId5" Type="http://schemas.openxmlformats.org/officeDocument/2006/relationships/image" Target="../media/image291.wmf"/><Relationship Id="rId4" Type="http://schemas.openxmlformats.org/officeDocument/2006/relationships/image" Target="../media/image290.wmf"/><Relationship Id="rId3" Type="http://schemas.openxmlformats.org/officeDocument/2006/relationships/image" Target="../media/image289.wmf"/><Relationship Id="rId2" Type="http://schemas.openxmlformats.org/officeDocument/2006/relationships/image" Target="../media/image288.wmf"/><Relationship Id="rId19" Type="http://schemas.openxmlformats.org/officeDocument/2006/relationships/image" Target="../media/image305.wmf"/><Relationship Id="rId18" Type="http://schemas.openxmlformats.org/officeDocument/2006/relationships/image" Target="../media/image304.wmf"/><Relationship Id="rId17" Type="http://schemas.openxmlformats.org/officeDocument/2006/relationships/image" Target="../media/image303.wmf"/><Relationship Id="rId16" Type="http://schemas.openxmlformats.org/officeDocument/2006/relationships/image" Target="../media/image302.wmf"/><Relationship Id="rId15" Type="http://schemas.openxmlformats.org/officeDocument/2006/relationships/image" Target="../media/image301.wmf"/><Relationship Id="rId14" Type="http://schemas.openxmlformats.org/officeDocument/2006/relationships/image" Target="../media/image300.wmf"/><Relationship Id="rId13" Type="http://schemas.openxmlformats.org/officeDocument/2006/relationships/image" Target="../media/image299.wmf"/><Relationship Id="rId12" Type="http://schemas.openxmlformats.org/officeDocument/2006/relationships/image" Target="../media/image298.wmf"/><Relationship Id="rId11" Type="http://schemas.openxmlformats.org/officeDocument/2006/relationships/image" Target="../media/image297.wmf"/><Relationship Id="rId10" Type="http://schemas.openxmlformats.org/officeDocument/2006/relationships/image" Target="../media/image296.wmf"/><Relationship Id="rId1" Type="http://schemas.openxmlformats.org/officeDocument/2006/relationships/image" Target="../media/image287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5.wmf"/><Relationship Id="rId8" Type="http://schemas.openxmlformats.org/officeDocument/2006/relationships/image" Target="../media/image314.wmf"/><Relationship Id="rId7" Type="http://schemas.openxmlformats.org/officeDocument/2006/relationships/image" Target="../media/image313.wmf"/><Relationship Id="rId6" Type="http://schemas.openxmlformats.org/officeDocument/2006/relationships/image" Target="../media/image312.wmf"/><Relationship Id="rId5" Type="http://schemas.openxmlformats.org/officeDocument/2006/relationships/image" Target="../media/image311.wmf"/><Relationship Id="rId4" Type="http://schemas.openxmlformats.org/officeDocument/2006/relationships/image" Target="../media/image310.wmf"/><Relationship Id="rId3" Type="http://schemas.openxmlformats.org/officeDocument/2006/relationships/image" Target="../media/image309.wmf"/><Relationship Id="rId2" Type="http://schemas.openxmlformats.org/officeDocument/2006/relationships/image" Target="../media/image308.emf"/><Relationship Id="rId14" Type="http://schemas.openxmlformats.org/officeDocument/2006/relationships/image" Target="../media/image320.wmf"/><Relationship Id="rId13" Type="http://schemas.openxmlformats.org/officeDocument/2006/relationships/image" Target="../media/image319.wmf"/><Relationship Id="rId12" Type="http://schemas.openxmlformats.org/officeDocument/2006/relationships/image" Target="../media/image318.wmf"/><Relationship Id="rId11" Type="http://schemas.openxmlformats.org/officeDocument/2006/relationships/image" Target="../media/image317.wmf"/><Relationship Id="rId10" Type="http://schemas.openxmlformats.org/officeDocument/2006/relationships/image" Target="../media/image316.wmf"/><Relationship Id="rId1" Type="http://schemas.openxmlformats.org/officeDocument/2006/relationships/image" Target="../media/image307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9.wmf"/><Relationship Id="rId8" Type="http://schemas.openxmlformats.org/officeDocument/2006/relationships/image" Target="../media/image328.wmf"/><Relationship Id="rId7" Type="http://schemas.openxmlformats.org/officeDocument/2006/relationships/image" Target="../media/image327.wmf"/><Relationship Id="rId6" Type="http://schemas.openxmlformats.org/officeDocument/2006/relationships/image" Target="../media/image326.wmf"/><Relationship Id="rId5" Type="http://schemas.openxmlformats.org/officeDocument/2006/relationships/image" Target="../media/image325.wmf"/><Relationship Id="rId4" Type="http://schemas.openxmlformats.org/officeDocument/2006/relationships/image" Target="../media/image324.wmf"/><Relationship Id="rId3" Type="http://schemas.openxmlformats.org/officeDocument/2006/relationships/image" Target="../media/image323.wmf"/><Relationship Id="rId2" Type="http://schemas.openxmlformats.org/officeDocument/2006/relationships/image" Target="../media/image322.wmf"/><Relationship Id="rId19" Type="http://schemas.openxmlformats.org/officeDocument/2006/relationships/image" Target="../media/image339.wmf"/><Relationship Id="rId18" Type="http://schemas.openxmlformats.org/officeDocument/2006/relationships/image" Target="../media/image338.wmf"/><Relationship Id="rId17" Type="http://schemas.openxmlformats.org/officeDocument/2006/relationships/image" Target="../media/image337.wmf"/><Relationship Id="rId16" Type="http://schemas.openxmlformats.org/officeDocument/2006/relationships/image" Target="../media/image336.wmf"/><Relationship Id="rId15" Type="http://schemas.openxmlformats.org/officeDocument/2006/relationships/image" Target="../media/image335.wmf"/><Relationship Id="rId14" Type="http://schemas.openxmlformats.org/officeDocument/2006/relationships/image" Target="../media/image334.wmf"/><Relationship Id="rId13" Type="http://schemas.openxmlformats.org/officeDocument/2006/relationships/image" Target="../media/image333.wmf"/><Relationship Id="rId12" Type="http://schemas.openxmlformats.org/officeDocument/2006/relationships/image" Target="../media/image332.wmf"/><Relationship Id="rId11" Type="http://schemas.openxmlformats.org/officeDocument/2006/relationships/image" Target="../media/image331.wmf"/><Relationship Id="rId10" Type="http://schemas.openxmlformats.org/officeDocument/2006/relationships/image" Target="../media/image330.emf"/><Relationship Id="rId1" Type="http://schemas.openxmlformats.org/officeDocument/2006/relationships/image" Target="../media/image321.e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8.wmf"/><Relationship Id="rId8" Type="http://schemas.openxmlformats.org/officeDocument/2006/relationships/image" Target="../media/image347.emf"/><Relationship Id="rId7" Type="http://schemas.openxmlformats.org/officeDocument/2006/relationships/image" Target="../media/image346.emf"/><Relationship Id="rId6" Type="http://schemas.openxmlformats.org/officeDocument/2006/relationships/image" Target="../media/image345.wmf"/><Relationship Id="rId5" Type="http://schemas.openxmlformats.org/officeDocument/2006/relationships/image" Target="../media/image344.emf"/><Relationship Id="rId4" Type="http://schemas.openxmlformats.org/officeDocument/2006/relationships/image" Target="../media/image343.wmf"/><Relationship Id="rId3" Type="http://schemas.openxmlformats.org/officeDocument/2006/relationships/image" Target="../media/image342.emf"/><Relationship Id="rId2" Type="http://schemas.openxmlformats.org/officeDocument/2006/relationships/image" Target="../media/image341.emf"/><Relationship Id="rId1" Type="http://schemas.openxmlformats.org/officeDocument/2006/relationships/image" Target="../media/image340.e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5.wmf"/><Relationship Id="rId6" Type="http://schemas.openxmlformats.org/officeDocument/2006/relationships/image" Target="../media/image354.wmf"/><Relationship Id="rId5" Type="http://schemas.openxmlformats.org/officeDocument/2006/relationships/image" Target="../media/image353.wmf"/><Relationship Id="rId4" Type="http://schemas.openxmlformats.org/officeDocument/2006/relationships/image" Target="../media/image352.wmf"/><Relationship Id="rId3" Type="http://schemas.openxmlformats.org/officeDocument/2006/relationships/image" Target="../media/image351.wmf"/><Relationship Id="rId2" Type="http://schemas.openxmlformats.org/officeDocument/2006/relationships/image" Target="../media/image350.wmf"/><Relationship Id="rId1" Type="http://schemas.openxmlformats.org/officeDocument/2006/relationships/image" Target="../media/image349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3.wmf"/><Relationship Id="rId8" Type="http://schemas.openxmlformats.org/officeDocument/2006/relationships/image" Target="../media/image362.wmf"/><Relationship Id="rId7" Type="http://schemas.openxmlformats.org/officeDocument/2006/relationships/image" Target="../media/image325.wmf"/><Relationship Id="rId6" Type="http://schemas.openxmlformats.org/officeDocument/2006/relationships/image" Target="../media/image361.wmf"/><Relationship Id="rId5" Type="http://schemas.openxmlformats.org/officeDocument/2006/relationships/image" Target="../media/image360.emf"/><Relationship Id="rId4" Type="http://schemas.openxmlformats.org/officeDocument/2006/relationships/image" Target="../media/image359.emf"/><Relationship Id="rId3" Type="http://schemas.openxmlformats.org/officeDocument/2006/relationships/image" Target="../media/image358.emf"/><Relationship Id="rId2" Type="http://schemas.openxmlformats.org/officeDocument/2006/relationships/image" Target="../media/image357.wmf"/><Relationship Id="rId16" Type="http://schemas.openxmlformats.org/officeDocument/2006/relationships/image" Target="../media/image369.wmf"/><Relationship Id="rId15" Type="http://schemas.openxmlformats.org/officeDocument/2006/relationships/image" Target="../media/image368.wmf"/><Relationship Id="rId14" Type="http://schemas.openxmlformats.org/officeDocument/2006/relationships/image" Target="../media/image367.wmf"/><Relationship Id="rId13" Type="http://schemas.openxmlformats.org/officeDocument/2006/relationships/image" Target="../media/image333.wmf"/><Relationship Id="rId12" Type="http://schemas.openxmlformats.org/officeDocument/2006/relationships/image" Target="../media/image366.wmf"/><Relationship Id="rId11" Type="http://schemas.openxmlformats.org/officeDocument/2006/relationships/image" Target="../media/image365.wmf"/><Relationship Id="rId10" Type="http://schemas.openxmlformats.org/officeDocument/2006/relationships/image" Target="../media/image364.wmf"/><Relationship Id="rId1" Type="http://schemas.openxmlformats.org/officeDocument/2006/relationships/image" Target="../media/image356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74.wmf"/><Relationship Id="rId4" Type="http://schemas.openxmlformats.org/officeDocument/2006/relationships/image" Target="../media/image373.wmf"/><Relationship Id="rId3" Type="http://schemas.openxmlformats.org/officeDocument/2006/relationships/image" Target="../media/image372.wmf"/><Relationship Id="rId2" Type="http://schemas.openxmlformats.org/officeDocument/2006/relationships/image" Target="../media/image371.wmf"/><Relationship Id="rId1" Type="http://schemas.openxmlformats.org/officeDocument/2006/relationships/image" Target="../media/image370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7" Type="http://schemas.openxmlformats.org/officeDocument/2006/relationships/image" Target="../media/image381.wmf"/><Relationship Id="rId6" Type="http://schemas.openxmlformats.org/officeDocument/2006/relationships/image" Target="../media/image380.wmf"/><Relationship Id="rId5" Type="http://schemas.openxmlformats.org/officeDocument/2006/relationships/image" Target="../media/image379.wmf"/><Relationship Id="rId4" Type="http://schemas.openxmlformats.org/officeDocument/2006/relationships/image" Target="../media/image378.wmf"/><Relationship Id="rId3" Type="http://schemas.openxmlformats.org/officeDocument/2006/relationships/image" Target="../media/image377.wmf"/><Relationship Id="rId2" Type="http://schemas.openxmlformats.org/officeDocument/2006/relationships/image" Target="../media/image376.wmf"/><Relationship Id="rId1" Type="http://schemas.openxmlformats.org/officeDocument/2006/relationships/image" Target="../media/image37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7" Type="http://schemas.openxmlformats.org/officeDocument/2006/relationships/image" Target="../media/image389.wmf"/><Relationship Id="rId6" Type="http://schemas.openxmlformats.org/officeDocument/2006/relationships/image" Target="../media/image388.wmf"/><Relationship Id="rId5" Type="http://schemas.openxmlformats.org/officeDocument/2006/relationships/image" Target="../media/image387.wmf"/><Relationship Id="rId4" Type="http://schemas.openxmlformats.org/officeDocument/2006/relationships/image" Target="../media/image386.wmf"/><Relationship Id="rId3" Type="http://schemas.openxmlformats.org/officeDocument/2006/relationships/image" Target="../media/image385.wmf"/><Relationship Id="rId2" Type="http://schemas.openxmlformats.org/officeDocument/2006/relationships/image" Target="../media/image384.wmf"/><Relationship Id="rId1" Type="http://schemas.openxmlformats.org/officeDocument/2006/relationships/image" Target="../media/image383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9.wmf"/><Relationship Id="rId8" Type="http://schemas.openxmlformats.org/officeDocument/2006/relationships/image" Target="../media/image398.emf"/><Relationship Id="rId7" Type="http://schemas.openxmlformats.org/officeDocument/2006/relationships/image" Target="../media/image397.wmf"/><Relationship Id="rId6" Type="http://schemas.openxmlformats.org/officeDocument/2006/relationships/image" Target="../media/image396.wmf"/><Relationship Id="rId5" Type="http://schemas.openxmlformats.org/officeDocument/2006/relationships/image" Target="../media/image395.wmf"/><Relationship Id="rId4" Type="http://schemas.openxmlformats.org/officeDocument/2006/relationships/image" Target="../media/image394.emf"/><Relationship Id="rId3" Type="http://schemas.openxmlformats.org/officeDocument/2006/relationships/image" Target="../media/image393.emf"/><Relationship Id="rId21" Type="http://schemas.openxmlformats.org/officeDocument/2006/relationships/image" Target="../media/image411.wmf"/><Relationship Id="rId20" Type="http://schemas.openxmlformats.org/officeDocument/2006/relationships/image" Target="../media/image410.wmf"/><Relationship Id="rId2" Type="http://schemas.openxmlformats.org/officeDocument/2006/relationships/image" Target="../media/image392.emf"/><Relationship Id="rId19" Type="http://schemas.openxmlformats.org/officeDocument/2006/relationships/image" Target="../media/image409.wmf"/><Relationship Id="rId18" Type="http://schemas.openxmlformats.org/officeDocument/2006/relationships/image" Target="../media/image408.wmf"/><Relationship Id="rId17" Type="http://schemas.openxmlformats.org/officeDocument/2006/relationships/image" Target="../media/image407.wmf"/><Relationship Id="rId16" Type="http://schemas.openxmlformats.org/officeDocument/2006/relationships/image" Target="../media/image406.wmf"/><Relationship Id="rId15" Type="http://schemas.openxmlformats.org/officeDocument/2006/relationships/image" Target="../media/image405.wmf"/><Relationship Id="rId14" Type="http://schemas.openxmlformats.org/officeDocument/2006/relationships/image" Target="../media/image404.wmf"/><Relationship Id="rId13" Type="http://schemas.openxmlformats.org/officeDocument/2006/relationships/image" Target="../media/image403.wmf"/><Relationship Id="rId12" Type="http://schemas.openxmlformats.org/officeDocument/2006/relationships/image" Target="../media/image402.wmf"/><Relationship Id="rId11" Type="http://schemas.openxmlformats.org/officeDocument/2006/relationships/image" Target="../media/image401.wmf"/><Relationship Id="rId10" Type="http://schemas.openxmlformats.org/officeDocument/2006/relationships/image" Target="../media/image400.wmf"/><Relationship Id="rId1" Type="http://schemas.openxmlformats.org/officeDocument/2006/relationships/image" Target="../media/image391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0.wmf"/><Relationship Id="rId8" Type="http://schemas.openxmlformats.org/officeDocument/2006/relationships/image" Target="../media/image419.wmf"/><Relationship Id="rId7" Type="http://schemas.openxmlformats.org/officeDocument/2006/relationships/image" Target="../media/image418.wmf"/><Relationship Id="rId6" Type="http://schemas.openxmlformats.org/officeDocument/2006/relationships/image" Target="../media/image417.wmf"/><Relationship Id="rId5" Type="http://schemas.openxmlformats.org/officeDocument/2006/relationships/image" Target="../media/image416.wmf"/><Relationship Id="rId4" Type="http://schemas.openxmlformats.org/officeDocument/2006/relationships/image" Target="../media/image415.wmf"/><Relationship Id="rId3" Type="http://schemas.openxmlformats.org/officeDocument/2006/relationships/image" Target="../media/image414.wmf"/><Relationship Id="rId27" Type="http://schemas.openxmlformats.org/officeDocument/2006/relationships/image" Target="../media/image438.wmf"/><Relationship Id="rId26" Type="http://schemas.openxmlformats.org/officeDocument/2006/relationships/image" Target="../media/image437.wmf"/><Relationship Id="rId25" Type="http://schemas.openxmlformats.org/officeDocument/2006/relationships/image" Target="../media/image436.emf"/><Relationship Id="rId24" Type="http://schemas.openxmlformats.org/officeDocument/2006/relationships/image" Target="../media/image435.wmf"/><Relationship Id="rId23" Type="http://schemas.openxmlformats.org/officeDocument/2006/relationships/image" Target="../media/image434.wmf"/><Relationship Id="rId22" Type="http://schemas.openxmlformats.org/officeDocument/2006/relationships/image" Target="../media/image433.wmf"/><Relationship Id="rId21" Type="http://schemas.openxmlformats.org/officeDocument/2006/relationships/image" Target="../media/image432.wmf"/><Relationship Id="rId20" Type="http://schemas.openxmlformats.org/officeDocument/2006/relationships/image" Target="../media/image431.wmf"/><Relationship Id="rId2" Type="http://schemas.openxmlformats.org/officeDocument/2006/relationships/image" Target="../media/image413.wmf"/><Relationship Id="rId19" Type="http://schemas.openxmlformats.org/officeDocument/2006/relationships/image" Target="../media/image430.wmf"/><Relationship Id="rId18" Type="http://schemas.openxmlformats.org/officeDocument/2006/relationships/image" Target="../media/image429.wmf"/><Relationship Id="rId17" Type="http://schemas.openxmlformats.org/officeDocument/2006/relationships/image" Target="../media/image428.wmf"/><Relationship Id="rId16" Type="http://schemas.openxmlformats.org/officeDocument/2006/relationships/image" Target="../media/image427.wmf"/><Relationship Id="rId15" Type="http://schemas.openxmlformats.org/officeDocument/2006/relationships/image" Target="../media/image426.wmf"/><Relationship Id="rId14" Type="http://schemas.openxmlformats.org/officeDocument/2006/relationships/image" Target="../media/image425.emf"/><Relationship Id="rId13" Type="http://schemas.openxmlformats.org/officeDocument/2006/relationships/image" Target="../media/image424.emf"/><Relationship Id="rId12" Type="http://schemas.openxmlformats.org/officeDocument/2006/relationships/image" Target="../media/image423.emf"/><Relationship Id="rId11" Type="http://schemas.openxmlformats.org/officeDocument/2006/relationships/image" Target="../media/image422.wmf"/><Relationship Id="rId10" Type="http://schemas.openxmlformats.org/officeDocument/2006/relationships/image" Target="../media/image421.wmf"/><Relationship Id="rId1" Type="http://schemas.openxmlformats.org/officeDocument/2006/relationships/image" Target="../media/image412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7.wmf"/><Relationship Id="rId8" Type="http://schemas.openxmlformats.org/officeDocument/2006/relationships/image" Target="../media/image446.wmf"/><Relationship Id="rId7" Type="http://schemas.openxmlformats.org/officeDocument/2006/relationships/image" Target="../media/image445.wmf"/><Relationship Id="rId6" Type="http://schemas.openxmlformats.org/officeDocument/2006/relationships/image" Target="../media/image444.wmf"/><Relationship Id="rId5" Type="http://schemas.openxmlformats.org/officeDocument/2006/relationships/image" Target="../media/image443.wmf"/><Relationship Id="rId4" Type="http://schemas.openxmlformats.org/officeDocument/2006/relationships/image" Target="../media/image442.wmf"/><Relationship Id="rId3" Type="http://schemas.openxmlformats.org/officeDocument/2006/relationships/image" Target="../media/image441.wmf"/><Relationship Id="rId2" Type="http://schemas.openxmlformats.org/officeDocument/2006/relationships/image" Target="../media/image440.wmf"/><Relationship Id="rId10" Type="http://schemas.openxmlformats.org/officeDocument/2006/relationships/image" Target="../media/image448.wmf"/><Relationship Id="rId1" Type="http://schemas.openxmlformats.org/officeDocument/2006/relationships/image" Target="../media/image439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wmf"/><Relationship Id="rId7" Type="http://schemas.openxmlformats.org/officeDocument/2006/relationships/image" Target="../media/image455.wmf"/><Relationship Id="rId6" Type="http://schemas.openxmlformats.org/officeDocument/2006/relationships/image" Target="../media/image454.wmf"/><Relationship Id="rId5" Type="http://schemas.openxmlformats.org/officeDocument/2006/relationships/image" Target="../media/image453.wmf"/><Relationship Id="rId4" Type="http://schemas.openxmlformats.org/officeDocument/2006/relationships/image" Target="../media/image452.emf"/><Relationship Id="rId3" Type="http://schemas.openxmlformats.org/officeDocument/2006/relationships/image" Target="../media/image451.emf"/><Relationship Id="rId2" Type="http://schemas.openxmlformats.org/officeDocument/2006/relationships/image" Target="../media/image450.emf"/><Relationship Id="rId1" Type="http://schemas.openxmlformats.org/officeDocument/2006/relationships/image" Target="../media/image449.wmf"/></Relationships>
</file>

<file path=ppt/drawings/_rels/vmlDrawing33.vml.rels><?xml version="1.0" encoding="UTF-8" standalone="yes"?>
<Relationships xmlns="http://schemas.openxmlformats.org/package/2006/relationships"><Relationship Id="rId6" Type="http://schemas.openxmlformats.org/officeDocument/2006/relationships/image" Target="../media/image459.wmf"/><Relationship Id="rId5" Type="http://schemas.openxmlformats.org/officeDocument/2006/relationships/image" Target="../media/image458.wmf"/><Relationship Id="rId4" Type="http://schemas.openxmlformats.org/officeDocument/2006/relationships/image" Target="../media/image457.wmf"/><Relationship Id="rId3" Type="http://schemas.openxmlformats.org/officeDocument/2006/relationships/image" Target="../media/image451.emf"/><Relationship Id="rId2" Type="http://schemas.openxmlformats.org/officeDocument/2006/relationships/image" Target="../media/image450.emf"/><Relationship Id="rId1" Type="http://schemas.openxmlformats.org/officeDocument/2006/relationships/image" Target="../media/image449.w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464.wmf"/><Relationship Id="rId4" Type="http://schemas.openxmlformats.org/officeDocument/2006/relationships/image" Target="../media/image463.wmf"/><Relationship Id="rId3" Type="http://schemas.openxmlformats.org/officeDocument/2006/relationships/image" Target="../media/image462.wmf"/><Relationship Id="rId2" Type="http://schemas.openxmlformats.org/officeDocument/2006/relationships/image" Target="../media/image461.wmf"/><Relationship Id="rId1" Type="http://schemas.openxmlformats.org/officeDocument/2006/relationships/image" Target="../media/image460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7" Type="http://schemas.openxmlformats.org/officeDocument/2006/relationships/image" Target="../media/image381.wmf"/><Relationship Id="rId6" Type="http://schemas.openxmlformats.org/officeDocument/2006/relationships/image" Target="../media/image380.wmf"/><Relationship Id="rId5" Type="http://schemas.openxmlformats.org/officeDocument/2006/relationships/image" Target="../media/image379.wmf"/><Relationship Id="rId4" Type="http://schemas.openxmlformats.org/officeDocument/2006/relationships/image" Target="../media/image378.wmf"/><Relationship Id="rId3" Type="http://schemas.openxmlformats.org/officeDocument/2006/relationships/image" Target="../media/image465.wmf"/><Relationship Id="rId2" Type="http://schemas.openxmlformats.org/officeDocument/2006/relationships/image" Target="../media/image376.wmf"/><Relationship Id="rId1" Type="http://schemas.openxmlformats.org/officeDocument/2006/relationships/image" Target="../media/image375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73.wmf"/><Relationship Id="rId8" Type="http://schemas.openxmlformats.org/officeDocument/2006/relationships/image" Target="../media/image472.wmf"/><Relationship Id="rId7" Type="http://schemas.openxmlformats.org/officeDocument/2006/relationships/image" Target="../media/image471.wmf"/><Relationship Id="rId6" Type="http://schemas.openxmlformats.org/officeDocument/2006/relationships/image" Target="../media/image470.wmf"/><Relationship Id="rId5" Type="http://schemas.openxmlformats.org/officeDocument/2006/relationships/image" Target="../media/image469.wmf"/><Relationship Id="rId4" Type="http://schemas.openxmlformats.org/officeDocument/2006/relationships/image" Target="../media/image468.wmf"/><Relationship Id="rId3" Type="http://schemas.openxmlformats.org/officeDocument/2006/relationships/image" Target="../media/image467.wmf"/><Relationship Id="rId2" Type="http://schemas.openxmlformats.org/officeDocument/2006/relationships/image" Target="../media/image466.emf"/><Relationship Id="rId12" Type="http://schemas.openxmlformats.org/officeDocument/2006/relationships/image" Target="../media/image476.wmf"/><Relationship Id="rId11" Type="http://schemas.openxmlformats.org/officeDocument/2006/relationships/image" Target="../media/image475.wmf"/><Relationship Id="rId10" Type="http://schemas.openxmlformats.org/officeDocument/2006/relationships/image" Target="../media/image474.wmf"/><Relationship Id="rId1" Type="http://schemas.openxmlformats.org/officeDocument/2006/relationships/image" Target="../media/image34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8.wmf"/><Relationship Id="rId7" Type="http://schemas.openxmlformats.org/officeDocument/2006/relationships/image" Target="../media/image485.wmf"/><Relationship Id="rId6" Type="http://schemas.openxmlformats.org/officeDocument/2006/relationships/image" Target="../media/image482.wmf"/><Relationship Id="rId5" Type="http://schemas.openxmlformats.org/officeDocument/2006/relationships/image" Target="../media/image481.wmf"/><Relationship Id="rId4" Type="http://schemas.openxmlformats.org/officeDocument/2006/relationships/image" Target="../media/image480.wmf"/><Relationship Id="rId3" Type="http://schemas.openxmlformats.org/officeDocument/2006/relationships/image" Target="../media/image479.wmf"/><Relationship Id="rId2" Type="http://schemas.openxmlformats.org/officeDocument/2006/relationships/image" Target="../media/image478.wmf"/><Relationship Id="rId1" Type="http://schemas.openxmlformats.org/officeDocument/2006/relationships/image" Target="../media/image477.wmf"/></Relationships>
</file>

<file path=ppt/drawings/_rels/vmlDrawing38.vml.rels><?xml version="1.0" encoding="UTF-8" standalone="yes"?>
<Relationships xmlns="http://schemas.openxmlformats.org/package/2006/relationships"><Relationship Id="rId7" Type="http://schemas.openxmlformats.org/officeDocument/2006/relationships/image" Target="../media/image495.emf"/><Relationship Id="rId6" Type="http://schemas.openxmlformats.org/officeDocument/2006/relationships/image" Target="../media/image494.wmf"/><Relationship Id="rId5" Type="http://schemas.openxmlformats.org/officeDocument/2006/relationships/image" Target="../media/image493.wmf"/><Relationship Id="rId4" Type="http://schemas.openxmlformats.org/officeDocument/2006/relationships/image" Target="../media/image492.wmf"/><Relationship Id="rId3" Type="http://schemas.openxmlformats.org/officeDocument/2006/relationships/image" Target="../media/image491.emf"/><Relationship Id="rId2" Type="http://schemas.openxmlformats.org/officeDocument/2006/relationships/image" Target="../media/image490.wmf"/><Relationship Id="rId1" Type="http://schemas.openxmlformats.org/officeDocument/2006/relationships/image" Target="../media/image489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3.wmf"/><Relationship Id="rId7" Type="http://schemas.openxmlformats.org/officeDocument/2006/relationships/image" Target="../media/image502.wmf"/><Relationship Id="rId6" Type="http://schemas.openxmlformats.org/officeDocument/2006/relationships/image" Target="../media/image501.wmf"/><Relationship Id="rId5" Type="http://schemas.openxmlformats.org/officeDocument/2006/relationships/image" Target="../media/image500.wmf"/><Relationship Id="rId4" Type="http://schemas.openxmlformats.org/officeDocument/2006/relationships/image" Target="../media/image499.emf"/><Relationship Id="rId3" Type="http://schemas.openxmlformats.org/officeDocument/2006/relationships/image" Target="../media/image498.wmf"/><Relationship Id="rId2" Type="http://schemas.openxmlformats.org/officeDocument/2006/relationships/image" Target="../media/image497.wmf"/><Relationship Id="rId1" Type="http://schemas.openxmlformats.org/officeDocument/2006/relationships/image" Target="../media/image49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FA0D9-BE01-470C-BF79-E76EA36A54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9" Type="http://schemas.openxmlformats.org/officeDocument/2006/relationships/vmlDrawing" Target="../drawings/vmlDrawing1.vml"/><Relationship Id="rId68" Type="http://schemas.openxmlformats.org/officeDocument/2006/relationships/slideLayout" Target="../slideLayouts/slideLayout7.xml"/><Relationship Id="rId67" Type="http://schemas.openxmlformats.org/officeDocument/2006/relationships/oleObject" Target="../embeddings/oleObject34.bin"/><Relationship Id="rId66" Type="http://schemas.openxmlformats.org/officeDocument/2006/relationships/image" Target="../media/image33.wmf"/><Relationship Id="rId65" Type="http://schemas.openxmlformats.org/officeDocument/2006/relationships/oleObject" Target="../embeddings/oleObject33.bin"/><Relationship Id="rId64" Type="http://schemas.openxmlformats.org/officeDocument/2006/relationships/image" Target="../media/image32.wmf"/><Relationship Id="rId63" Type="http://schemas.openxmlformats.org/officeDocument/2006/relationships/oleObject" Target="../embeddings/oleObject32.bin"/><Relationship Id="rId62" Type="http://schemas.openxmlformats.org/officeDocument/2006/relationships/image" Target="../media/image31.wmf"/><Relationship Id="rId61" Type="http://schemas.openxmlformats.org/officeDocument/2006/relationships/oleObject" Target="../embeddings/oleObject31.bin"/><Relationship Id="rId60" Type="http://schemas.openxmlformats.org/officeDocument/2006/relationships/image" Target="../media/image30.wmf"/><Relationship Id="rId6" Type="http://schemas.openxmlformats.org/officeDocument/2006/relationships/image" Target="../media/image3.wmf"/><Relationship Id="rId59" Type="http://schemas.openxmlformats.org/officeDocument/2006/relationships/oleObject" Target="../embeddings/oleObject30.bin"/><Relationship Id="rId58" Type="http://schemas.openxmlformats.org/officeDocument/2006/relationships/image" Target="../media/image29.wmf"/><Relationship Id="rId57" Type="http://schemas.openxmlformats.org/officeDocument/2006/relationships/oleObject" Target="../embeddings/oleObject29.bin"/><Relationship Id="rId56" Type="http://schemas.openxmlformats.org/officeDocument/2006/relationships/image" Target="../media/image28.wmf"/><Relationship Id="rId55" Type="http://schemas.openxmlformats.org/officeDocument/2006/relationships/oleObject" Target="../embeddings/oleObject28.bin"/><Relationship Id="rId54" Type="http://schemas.openxmlformats.org/officeDocument/2006/relationships/image" Target="../media/image27.wmf"/><Relationship Id="rId53" Type="http://schemas.openxmlformats.org/officeDocument/2006/relationships/oleObject" Target="../embeddings/oleObject27.bin"/><Relationship Id="rId52" Type="http://schemas.openxmlformats.org/officeDocument/2006/relationships/image" Target="../media/image26.emf"/><Relationship Id="rId51" Type="http://schemas.openxmlformats.org/officeDocument/2006/relationships/oleObject" Target="../embeddings/oleObject26.bin"/><Relationship Id="rId50" Type="http://schemas.openxmlformats.org/officeDocument/2006/relationships/image" Target="../media/image25.wmf"/><Relationship Id="rId5" Type="http://schemas.openxmlformats.org/officeDocument/2006/relationships/oleObject" Target="../embeddings/oleObject3.bin"/><Relationship Id="rId49" Type="http://schemas.openxmlformats.org/officeDocument/2006/relationships/oleObject" Target="../embeddings/oleObject25.bin"/><Relationship Id="rId48" Type="http://schemas.openxmlformats.org/officeDocument/2006/relationships/image" Target="../media/image24.wmf"/><Relationship Id="rId47" Type="http://schemas.openxmlformats.org/officeDocument/2006/relationships/oleObject" Target="../embeddings/oleObject24.bin"/><Relationship Id="rId46" Type="http://schemas.openxmlformats.org/officeDocument/2006/relationships/image" Target="../media/image23.wmf"/><Relationship Id="rId45" Type="http://schemas.openxmlformats.org/officeDocument/2006/relationships/oleObject" Target="../embeddings/oleObject23.bin"/><Relationship Id="rId44" Type="http://schemas.openxmlformats.org/officeDocument/2006/relationships/image" Target="../media/image22.wmf"/><Relationship Id="rId43" Type="http://schemas.openxmlformats.org/officeDocument/2006/relationships/oleObject" Target="../embeddings/oleObject22.bin"/><Relationship Id="rId42" Type="http://schemas.openxmlformats.org/officeDocument/2006/relationships/image" Target="../media/image21.wmf"/><Relationship Id="rId41" Type="http://schemas.openxmlformats.org/officeDocument/2006/relationships/oleObject" Target="../embeddings/oleObject21.bin"/><Relationship Id="rId40" Type="http://schemas.openxmlformats.org/officeDocument/2006/relationships/image" Target="../media/image20.emf"/><Relationship Id="rId4" Type="http://schemas.openxmlformats.org/officeDocument/2006/relationships/image" Target="../media/image2.wmf"/><Relationship Id="rId39" Type="http://schemas.openxmlformats.org/officeDocument/2006/relationships/oleObject" Target="../embeddings/oleObject20.bin"/><Relationship Id="rId38" Type="http://schemas.openxmlformats.org/officeDocument/2006/relationships/image" Target="../media/image19.wmf"/><Relationship Id="rId37" Type="http://schemas.openxmlformats.org/officeDocument/2006/relationships/oleObject" Target="../embeddings/oleObject19.bin"/><Relationship Id="rId36" Type="http://schemas.openxmlformats.org/officeDocument/2006/relationships/image" Target="../media/image18.wmf"/><Relationship Id="rId35" Type="http://schemas.openxmlformats.org/officeDocument/2006/relationships/oleObject" Target="../embeddings/oleObject18.bin"/><Relationship Id="rId34" Type="http://schemas.openxmlformats.org/officeDocument/2006/relationships/image" Target="../media/image17.wmf"/><Relationship Id="rId33" Type="http://schemas.openxmlformats.org/officeDocument/2006/relationships/oleObject" Target="../embeddings/oleObject17.bin"/><Relationship Id="rId32" Type="http://schemas.openxmlformats.org/officeDocument/2006/relationships/image" Target="../media/image16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2.e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e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e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e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e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e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7.bin"/><Relationship Id="rId44" Type="http://schemas.openxmlformats.org/officeDocument/2006/relationships/vmlDrawing" Target="../drawings/vmlDrawing2.v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54.wmf"/><Relationship Id="rId41" Type="http://schemas.openxmlformats.org/officeDocument/2006/relationships/oleObject" Target="../embeddings/oleObject55.bin"/><Relationship Id="rId40" Type="http://schemas.openxmlformats.org/officeDocument/2006/relationships/image" Target="../media/image53.wmf"/><Relationship Id="rId4" Type="http://schemas.openxmlformats.org/officeDocument/2006/relationships/image" Target="../media/image35.wmf"/><Relationship Id="rId39" Type="http://schemas.openxmlformats.org/officeDocument/2006/relationships/oleObject" Target="../embeddings/oleObject54.bin"/><Relationship Id="rId38" Type="http://schemas.openxmlformats.org/officeDocument/2006/relationships/image" Target="../media/image52.wmf"/><Relationship Id="rId37" Type="http://schemas.openxmlformats.org/officeDocument/2006/relationships/oleObject" Target="../embeddings/oleObject53.bin"/><Relationship Id="rId36" Type="http://schemas.openxmlformats.org/officeDocument/2006/relationships/image" Target="../media/image51.wmf"/><Relationship Id="rId35" Type="http://schemas.openxmlformats.org/officeDocument/2006/relationships/oleObject" Target="../embeddings/oleObject52.bin"/><Relationship Id="rId34" Type="http://schemas.openxmlformats.org/officeDocument/2006/relationships/image" Target="../media/image50.wmf"/><Relationship Id="rId33" Type="http://schemas.openxmlformats.org/officeDocument/2006/relationships/oleObject" Target="../embeddings/oleObject51.bin"/><Relationship Id="rId32" Type="http://schemas.openxmlformats.org/officeDocument/2006/relationships/image" Target="../media/image49.wmf"/><Relationship Id="rId31" Type="http://schemas.openxmlformats.org/officeDocument/2006/relationships/oleObject" Target="../embeddings/oleObject50.bin"/><Relationship Id="rId30" Type="http://schemas.openxmlformats.org/officeDocument/2006/relationships/image" Target="../media/image48.wmf"/><Relationship Id="rId3" Type="http://schemas.openxmlformats.org/officeDocument/2006/relationships/oleObject" Target="../embeddings/oleObject36.bin"/><Relationship Id="rId29" Type="http://schemas.openxmlformats.org/officeDocument/2006/relationships/oleObject" Target="../embeddings/oleObject49.bin"/><Relationship Id="rId28" Type="http://schemas.openxmlformats.org/officeDocument/2006/relationships/image" Target="../media/image47.wmf"/><Relationship Id="rId27" Type="http://schemas.openxmlformats.org/officeDocument/2006/relationships/oleObject" Target="../embeddings/oleObject48.bin"/><Relationship Id="rId26" Type="http://schemas.openxmlformats.org/officeDocument/2006/relationships/image" Target="../media/image46.wmf"/><Relationship Id="rId25" Type="http://schemas.openxmlformats.org/officeDocument/2006/relationships/oleObject" Target="../embeddings/oleObject47.bin"/><Relationship Id="rId24" Type="http://schemas.openxmlformats.org/officeDocument/2006/relationships/image" Target="../media/image45.wmf"/><Relationship Id="rId23" Type="http://schemas.openxmlformats.org/officeDocument/2006/relationships/oleObject" Target="../embeddings/oleObject46.bin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45.bin"/><Relationship Id="rId20" Type="http://schemas.openxmlformats.org/officeDocument/2006/relationships/image" Target="../media/image43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35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8.e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6.emf"/><Relationship Id="rId3" Type="http://schemas.openxmlformats.org/officeDocument/2006/relationships/oleObject" Target="../embeddings/oleObject57.bin"/><Relationship Id="rId28" Type="http://schemas.openxmlformats.org/officeDocument/2006/relationships/vmlDrawing" Target="../drawings/vmlDrawing3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67.emf"/><Relationship Id="rId25" Type="http://schemas.openxmlformats.org/officeDocument/2006/relationships/oleObject" Target="../embeddings/oleObject68.bin"/><Relationship Id="rId24" Type="http://schemas.openxmlformats.org/officeDocument/2006/relationships/image" Target="../media/image66.emf"/><Relationship Id="rId23" Type="http://schemas.openxmlformats.org/officeDocument/2006/relationships/oleObject" Target="../embeddings/oleObject67.bin"/><Relationship Id="rId22" Type="http://schemas.openxmlformats.org/officeDocument/2006/relationships/image" Target="../media/image65.wmf"/><Relationship Id="rId21" Type="http://schemas.openxmlformats.org/officeDocument/2006/relationships/oleObject" Target="../embeddings/oleObject66.bin"/><Relationship Id="rId20" Type="http://schemas.openxmlformats.org/officeDocument/2006/relationships/image" Target="../media/image64.wmf"/><Relationship Id="rId2" Type="http://schemas.openxmlformats.org/officeDocument/2006/relationships/image" Target="../media/image55.e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63.e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62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61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60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56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70.bin"/><Relationship Id="rId24" Type="http://schemas.openxmlformats.org/officeDocument/2006/relationships/vmlDrawing" Target="../drawings/vmlDrawing4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78.wmf"/><Relationship Id="rId21" Type="http://schemas.openxmlformats.org/officeDocument/2006/relationships/oleObject" Target="../embeddings/oleObject79.bin"/><Relationship Id="rId20" Type="http://schemas.openxmlformats.org/officeDocument/2006/relationships/image" Target="../media/image77.wmf"/><Relationship Id="rId2" Type="http://schemas.openxmlformats.org/officeDocument/2006/relationships/image" Target="../media/image68.wmf"/><Relationship Id="rId19" Type="http://schemas.openxmlformats.org/officeDocument/2006/relationships/oleObject" Target="../embeddings/oleObject78.bin"/><Relationship Id="rId18" Type="http://schemas.openxmlformats.org/officeDocument/2006/relationships/image" Target="../media/image76.wmf"/><Relationship Id="rId17" Type="http://schemas.openxmlformats.org/officeDocument/2006/relationships/oleObject" Target="../embeddings/oleObject77.bin"/><Relationship Id="rId16" Type="http://schemas.openxmlformats.org/officeDocument/2006/relationships/image" Target="../media/image75.wmf"/><Relationship Id="rId15" Type="http://schemas.openxmlformats.org/officeDocument/2006/relationships/oleObject" Target="../embeddings/oleObject76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75.bin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74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2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79.w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80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8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3.wmf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90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89.bin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8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5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3.bin"/><Relationship Id="rId45" Type="http://schemas.openxmlformats.org/officeDocument/2006/relationships/vmlDrawing" Target="../drawings/vmlDrawing7.vml"/><Relationship Id="rId44" Type="http://schemas.openxmlformats.org/officeDocument/2006/relationships/slideLayout" Target="../slideLayouts/slideLayout7.xml"/><Relationship Id="rId43" Type="http://schemas.openxmlformats.org/officeDocument/2006/relationships/image" Target="../media/image88.wmf"/><Relationship Id="rId42" Type="http://schemas.openxmlformats.org/officeDocument/2006/relationships/oleObject" Target="../embeddings/oleObject112.bin"/><Relationship Id="rId41" Type="http://schemas.openxmlformats.org/officeDocument/2006/relationships/image" Target="../media/image87.wmf"/><Relationship Id="rId40" Type="http://schemas.openxmlformats.org/officeDocument/2006/relationships/oleObject" Target="../embeddings/oleObject111.bin"/><Relationship Id="rId4" Type="http://schemas.openxmlformats.org/officeDocument/2006/relationships/image" Target="../media/image90.wmf"/><Relationship Id="rId39" Type="http://schemas.openxmlformats.org/officeDocument/2006/relationships/image" Target="../media/image86.wmf"/><Relationship Id="rId38" Type="http://schemas.openxmlformats.org/officeDocument/2006/relationships/oleObject" Target="../embeddings/oleObject110.bin"/><Relationship Id="rId37" Type="http://schemas.openxmlformats.org/officeDocument/2006/relationships/image" Target="../media/image85.wmf"/><Relationship Id="rId36" Type="http://schemas.openxmlformats.org/officeDocument/2006/relationships/oleObject" Target="../embeddings/oleObject109.bin"/><Relationship Id="rId35" Type="http://schemas.openxmlformats.org/officeDocument/2006/relationships/image" Target="../media/image84.wmf"/><Relationship Id="rId34" Type="http://schemas.openxmlformats.org/officeDocument/2006/relationships/oleObject" Target="../embeddings/oleObject108.bin"/><Relationship Id="rId33" Type="http://schemas.openxmlformats.org/officeDocument/2006/relationships/image" Target="../media/image104.wmf"/><Relationship Id="rId32" Type="http://schemas.openxmlformats.org/officeDocument/2006/relationships/oleObject" Target="../embeddings/oleObject107.bin"/><Relationship Id="rId31" Type="http://schemas.openxmlformats.org/officeDocument/2006/relationships/oleObject" Target="../embeddings/oleObject106.bin"/><Relationship Id="rId30" Type="http://schemas.openxmlformats.org/officeDocument/2006/relationships/image" Target="../media/image103.wmf"/><Relationship Id="rId3" Type="http://schemas.openxmlformats.org/officeDocument/2006/relationships/oleObject" Target="../embeddings/oleObject92.bin"/><Relationship Id="rId29" Type="http://schemas.openxmlformats.org/officeDocument/2006/relationships/oleObject" Target="../embeddings/oleObject105.bin"/><Relationship Id="rId28" Type="http://schemas.openxmlformats.org/officeDocument/2006/relationships/image" Target="../media/image102.wmf"/><Relationship Id="rId27" Type="http://schemas.openxmlformats.org/officeDocument/2006/relationships/oleObject" Target="../embeddings/oleObject104.bin"/><Relationship Id="rId26" Type="http://schemas.openxmlformats.org/officeDocument/2006/relationships/image" Target="../media/image101.wmf"/><Relationship Id="rId25" Type="http://schemas.openxmlformats.org/officeDocument/2006/relationships/oleObject" Target="../embeddings/oleObject103.bin"/><Relationship Id="rId24" Type="http://schemas.openxmlformats.org/officeDocument/2006/relationships/image" Target="../media/image100.emf"/><Relationship Id="rId23" Type="http://schemas.openxmlformats.org/officeDocument/2006/relationships/oleObject" Target="../embeddings/oleObject102.bin"/><Relationship Id="rId22" Type="http://schemas.openxmlformats.org/officeDocument/2006/relationships/image" Target="../media/image99.wmf"/><Relationship Id="rId21" Type="http://schemas.openxmlformats.org/officeDocument/2006/relationships/oleObject" Target="../embeddings/oleObject101.bin"/><Relationship Id="rId20" Type="http://schemas.openxmlformats.org/officeDocument/2006/relationships/image" Target="../media/image98.wmf"/><Relationship Id="rId2" Type="http://schemas.openxmlformats.org/officeDocument/2006/relationships/image" Target="../media/image83.wmf"/><Relationship Id="rId19" Type="http://schemas.openxmlformats.org/officeDocument/2006/relationships/oleObject" Target="../embeddings/oleObject100.bin"/><Relationship Id="rId18" Type="http://schemas.openxmlformats.org/officeDocument/2006/relationships/image" Target="../media/image97.wmf"/><Relationship Id="rId17" Type="http://schemas.openxmlformats.org/officeDocument/2006/relationships/oleObject" Target="../embeddings/oleObject99.bin"/><Relationship Id="rId16" Type="http://schemas.openxmlformats.org/officeDocument/2006/relationships/image" Target="../media/image96.wmf"/><Relationship Id="rId15" Type="http://schemas.openxmlformats.org/officeDocument/2006/relationships/oleObject" Target="../embeddings/oleObject98.bin"/><Relationship Id="rId14" Type="http://schemas.openxmlformats.org/officeDocument/2006/relationships/image" Target="../media/image95.wmf"/><Relationship Id="rId13" Type="http://schemas.openxmlformats.org/officeDocument/2006/relationships/oleObject" Target="../embeddings/oleObject97.bin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96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9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7.bin"/><Relationship Id="rId8" Type="http://schemas.openxmlformats.org/officeDocument/2006/relationships/image" Target="../media/image109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08.wmf"/><Relationship Id="rId52" Type="http://schemas.openxmlformats.org/officeDocument/2006/relationships/vmlDrawing" Target="../drawings/vmlDrawing8.vml"/><Relationship Id="rId51" Type="http://schemas.openxmlformats.org/officeDocument/2006/relationships/slideLayout" Target="../slideLayouts/slideLayout7.xml"/><Relationship Id="rId50" Type="http://schemas.openxmlformats.org/officeDocument/2006/relationships/image" Target="../media/image130.wmf"/><Relationship Id="rId5" Type="http://schemas.openxmlformats.org/officeDocument/2006/relationships/oleObject" Target="../embeddings/oleObject115.bin"/><Relationship Id="rId49" Type="http://schemas.openxmlformats.org/officeDocument/2006/relationships/oleObject" Target="../embeddings/oleObject137.bin"/><Relationship Id="rId48" Type="http://schemas.openxmlformats.org/officeDocument/2006/relationships/image" Target="../media/image129.wmf"/><Relationship Id="rId47" Type="http://schemas.openxmlformats.org/officeDocument/2006/relationships/oleObject" Target="../embeddings/oleObject136.bin"/><Relationship Id="rId46" Type="http://schemas.openxmlformats.org/officeDocument/2006/relationships/image" Target="../media/image128.wmf"/><Relationship Id="rId45" Type="http://schemas.openxmlformats.org/officeDocument/2006/relationships/oleObject" Target="../embeddings/oleObject135.bin"/><Relationship Id="rId44" Type="http://schemas.openxmlformats.org/officeDocument/2006/relationships/image" Target="../media/image127.wmf"/><Relationship Id="rId43" Type="http://schemas.openxmlformats.org/officeDocument/2006/relationships/oleObject" Target="../embeddings/oleObject134.bin"/><Relationship Id="rId42" Type="http://schemas.openxmlformats.org/officeDocument/2006/relationships/image" Target="../media/image126.wmf"/><Relationship Id="rId41" Type="http://schemas.openxmlformats.org/officeDocument/2006/relationships/oleObject" Target="../embeddings/oleObject133.bin"/><Relationship Id="rId40" Type="http://schemas.openxmlformats.org/officeDocument/2006/relationships/image" Target="../media/image125.wmf"/><Relationship Id="rId4" Type="http://schemas.openxmlformats.org/officeDocument/2006/relationships/image" Target="../media/image107.wmf"/><Relationship Id="rId39" Type="http://schemas.openxmlformats.org/officeDocument/2006/relationships/oleObject" Target="../embeddings/oleObject132.bin"/><Relationship Id="rId38" Type="http://schemas.openxmlformats.org/officeDocument/2006/relationships/image" Target="../media/image124.wmf"/><Relationship Id="rId37" Type="http://schemas.openxmlformats.org/officeDocument/2006/relationships/oleObject" Target="../embeddings/oleObject131.bin"/><Relationship Id="rId36" Type="http://schemas.openxmlformats.org/officeDocument/2006/relationships/image" Target="../media/image123.wmf"/><Relationship Id="rId35" Type="http://schemas.openxmlformats.org/officeDocument/2006/relationships/oleObject" Target="../embeddings/oleObject130.bin"/><Relationship Id="rId34" Type="http://schemas.openxmlformats.org/officeDocument/2006/relationships/image" Target="../media/image122.wmf"/><Relationship Id="rId33" Type="http://schemas.openxmlformats.org/officeDocument/2006/relationships/oleObject" Target="../embeddings/oleObject129.bin"/><Relationship Id="rId32" Type="http://schemas.openxmlformats.org/officeDocument/2006/relationships/image" Target="../media/image121.wmf"/><Relationship Id="rId31" Type="http://schemas.openxmlformats.org/officeDocument/2006/relationships/oleObject" Target="../embeddings/oleObject128.bin"/><Relationship Id="rId30" Type="http://schemas.openxmlformats.org/officeDocument/2006/relationships/image" Target="../media/image120.wmf"/><Relationship Id="rId3" Type="http://schemas.openxmlformats.org/officeDocument/2006/relationships/oleObject" Target="../embeddings/oleObject114.bin"/><Relationship Id="rId29" Type="http://schemas.openxmlformats.org/officeDocument/2006/relationships/oleObject" Target="../embeddings/oleObject127.bin"/><Relationship Id="rId28" Type="http://schemas.openxmlformats.org/officeDocument/2006/relationships/image" Target="../media/image119.wmf"/><Relationship Id="rId27" Type="http://schemas.openxmlformats.org/officeDocument/2006/relationships/oleObject" Target="../embeddings/oleObject126.bin"/><Relationship Id="rId26" Type="http://schemas.openxmlformats.org/officeDocument/2006/relationships/image" Target="../media/image118.wmf"/><Relationship Id="rId25" Type="http://schemas.openxmlformats.org/officeDocument/2006/relationships/oleObject" Target="../embeddings/oleObject125.bin"/><Relationship Id="rId24" Type="http://schemas.openxmlformats.org/officeDocument/2006/relationships/image" Target="../media/image117.wmf"/><Relationship Id="rId23" Type="http://schemas.openxmlformats.org/officeDocument/2006/relationships/oleObject" Target="../embeddings/oleObject124.bin"/><Relationship Id="rId22" Type="http://schemas.openxmlformats.org/officeDocument/2006/relationships/image" Target="../media/image116.wmf"/><Relationship Id="rId21" Type="http://schemas.openxmlformats.org/officeDocument/2006/relationships/oleObject" Target="../embeddings/oleObject123.bin"/><Relationship Id="rId20" Type="http://schemas.openxmlformats.org/officeDocument/2006/relationships/image" Target="../media/image115.wmf"/><Relationship Id="rId2" Type="http://schemas.openxmlformats.org/officeDocument/2006/relationships/image" Target="../media/image106.wmf"/><Relationship Id="rId19" Type="http://schemas.openxmlformats.org/officeDocument/2006/relationships/oleObject" Target="../embeddings/oleObject122.bin"/><Relationship Id="rId18" Type="http://schemas.openxmlformats.org/officeDocument/2006/relationships/image" Target="../media/image114.wmf"/><Relationship Id="rId17" Type="http://schemas.openxmlformats.org/officeDocument/2006/relationships/oleObject" Target="../embeddings/oleObject121.bin"/><Relationship Id="rId16" Type="http://schemas.openxmlformats.org/officeDocument/2006/relationships/image" Target="../media/image113.wmf"/><Relationship Id="rId15" Type="http://schemas.openxmlformats.org/officeDocument/2006/relationships/oleObject" Target="../embeddings/oleObject120.bin"/><Relationship Id="rId14" Type="http://schemas.openxmlformats.org/officeDocument/2006/relationships/image" Target="../media/image112.wmf"/><Relationship Id="rId13" Type="http://schemas.openxmlformats.org/officeDocument/2006/relationships/oleObject" Target="../embeddings/oleObject119.bin"/><Relationship Id="rId12" Type="http://schemas.openxmlformats.org/officeDocument/2006/relationships/image" Target="../media/image111.wmf"/><Relationship Id="rId11" Type="http://schemas.openxmlformats.org/officeDocument/2006/relationships/oleObject" Target="../embeddings/oleObject118.bin"/><Relationship Id="rId10" Type="http://schemas.openxmlformats.org/officeDocument/2006/relationships/image" Target="../media/image110.wmf"/><Relationship Id="rId1" Type="http://schemas.openxmlformats.org/officeDocument/2006/relationships/oleObject" Target="../embeddings/oleObject113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wmf"/><Relationship Id="rId8" Type="http://schemas.openxmlformats.org/officeDocument/2006/relationships/oleObject" Target="../embeddings/oleObject141.bin"/><Relationship Id="rId7" Type="http://schemas.openxmlformats.org/officeDocument/2006/relationships/image" Target="../media/image134.emf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32.wmf"/><Relationship Id="rId3" Type="http://schemas.openxmlformats.org/officeDocument/2006/relationships/oleObject" Target="../embeddings/oleObject139.bin"/><Relationship Id="rId26" Type="http://schemas.openxmlformats.org/officeDocument/2006/relationships/notesSlide" Target="../notesSlides/notesSlide1.xml"/><Relationship Id="rId25" Type="http://schemas.openxmlformats.org/officeDocument/2006/relationships/vmlDrawing" Target="../drawings/vmlDrawing9.v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142.wmf"/><Relationship Id="rId22" Type="http://schemas.openxmlformats.org/officeDocument/2006/relationships/oleObject" Target="../embeddings/oleObject148.bin"/><Relationship Id="rId21" Type="http://schemas.openxmlformats.org/officeDocument/2006/relationships/image" Target="../media/image141.wmf"/><Relationship Id="rId20" Type="http://schemas.openxmlformats.org/officeDocument/2006/relationships/oleObject" Target="../embeddings/oleObject147.bin"/><Relationship Id="rId2" Type="http://schemas.openxmlformats.org/officeDocument/2006/relationships/image" Target="../media/image131.wmf"/><Relationship Id="rId19" Type="http://schemas.openxmlformats.org/officeDocument/2006/relationships/image" Target="../media/image140.wmf"/><Relationship Id="rId18" Type="http://schemas.openxmlformats.org/officeDocument/2006/relationships/oleObject" Target="../embeddings/oleObject146.bin"/><Relationship Id="rId17" Type="http://schemas.openxmlformats.org/officeDocument/2006/relationships/image" Target="../media/image139.wmf"/><Relationship Id="rId16" Type="http://schemas.openxmlformats.org/officeDocument/2006/relationships/oleObject" Target="../embeddings/oleObject145.bin"/><Relationship Id="rId15" Type="http://schemas.openxmlformats.org/officeDocument/2006/relationships/image" Target="../media/image138.wmf"/><Relationship Id="rId14" Type="http://schemas.openxmlformats.org/officeDocument/2006/relationships/oleObject" Target="../embeddings/oleObject144.bin"/><Relationship Id="rId13" Type="http://schemas.openxmlformats.org/officeDocument/2006/relationships/image" Target="../media/image137.wmf"/><Relationship Id="rId12" Type="http://schemas.openxmlformats.org/officeDocument/2006/relationships/oleObject" Target="../embeddings/oleObject143.bin"/><Relationship Id="rId11" Type="http://schemas.openxmlformats.org/officeDocument/2006/relationships/image" Target="../media/image136.wmf"/><Relationship Id="rId10" Type="http://schemas.openxmlformats.org/officeDocument/2006/relationships/oleObject" Target="../embeddings/oleObject142.bin"/><Relationship Id="rId1" Type="http://schemas.openxmlformats.org/officeDocument/2006/relationships/oleObject" Target="../embeddings/oleObject13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44.w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07.wmf"/><Relationship Id="rId36" Type="http://schemas.openxmlformats.org/officeDocument/2006/relationships/vmlDrawing" Target="../drawings/vmlDrawing10.v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157.wmf"/><Relationship Id="rId33" Type="http://schemas.openxmlformats.org/officeDocument/2006/relationships/oleObject" Target="../embeddings/oleObject165.bin"/><Relationship Id="rId32" Type="http://schemas.openxmlformats.org/officeDocument/2006/relationships/image" Target="../media/image156.wmf"/><Relationship Id="rId31" Type="http://schemas.openxmlformats.org/officeDocument/2006/relationships/oleObject" Target="../embeddings/oleObject164.bin"/><Relationship Id="rId30" Type="http://schemas.openxmlformats.org/officeDocument/2006/relationships/image" Target="../media/image155.wmf"/><Relationship Id="rId3" Type="http://schemas.openxmlformats.org/officeDocument/2006/relationships/oleObject" Target="../embeddings/oleObject150.bin"/><Relationship Id="rId29" Type="http://schemas.openxmlformats.org/officeDocument/2006/relationships/oleObject" Target="../embeddings/oleObject163.bin"/><Relationship Id="rId28" Type="http://schemas.openxmlformats.org/officeDocument/2006/relationships/image" Target="../media/image154.wmf"/><Relationship Id="rId27" Type="http://schemas.openxmlformats.org/officeDocument/2006/relationships/oleObject" Target="../embeddings/oleObject162.bin"/><Relationship Id="rId26" Type="http://schemas.openxmlformats.org/officeDocument/2006/relationships/image" Target="../media/image153.wmf"/><Relationship Id="rId25" Type="http://schemas.openxmlformats.org/officeDocument/2006/relationships/oleObject" Target="../embeddings/oleObject161.bin"/><Relationship Id="rId24" Type="http://schemas.openxmlformats.org/officeDocument/2006/relationships/image" Target="../media/image152.wmf"/><Relationship Id="rId23" Type="http://schemas.openxmlformats.org/officeDocument/2006/relationships/oleObject" Target="../embeddings/oleObject160.bin"/><Relationship Id="rId22" Type="http://schemas.openxmlformats.org/officeDocument/2006/relationships/image" Target="../media/image151.wmf"/><Relationship Id="rId21" Type="http://schemas.openxmlformats.org/officeDocument/2006/relationships/oleObject" Target="../embeddings/oleObject159.bin"/><Relationship Id="rId20" Type="http://schemas.openxmlformats.org/officeDocument/2006/relationships/image" Target="../media/image150.wmf"/><Relationship Id="rId2" Type="http://schemas.openxmlformats.org/officeDocument/2006/relationships/image" Target="../media/image106.wmf"/><Relationship Id="rId19" Type="http://schemas.openxmlformats.org/officeDocument/2006/relationships/oleObject" Target="../embeddings/oleObject158.bin"/><Relationship Id="rId18" Type="http://schemas.openxmlformats.org/officeDocument/2006/relationships/image" Target="../media/image149.wmf"/><Relationship Id="rId17" Type="http://schemas.openxmlformats.org/officeDocument/2006/relationships/oleObject" Target="../embeddings/oleObject157.bin"/><Relationship Id="rId16" Type="http://schemas.openxmlformats.org/officeDocument/2006/relationships/image" Target="../media/image148.wmf"/><Relationship Id="rId15" Type="http://schemas.openxmlformats.org/officeDocument/2006/relationships/oleObject" Target="../embeddings/oleObject156.bin"/><Relationship Id="rId14" Type="http://schemas.openxmlformats.org/officeDocument/2006/relationships/image" Target="../media/image147.wmf"/><Relationship Id="rId13" Type="http://schemas.openxmlformats.org/officeDocument/2006/relationships/oleObject" Target="../embeddings/oleObject155.bin"/><Relationship Id="rId12" Type="http://schemas.openxmlformats.org/officeDocument/2006/relationships/image" Target="../media/image146.wmf"/><Relationship Id="rId11" Type="http://schemas.openxmlformats.org/officeDocument/2006/relationships/oleObject" Target="../embeddings/oleObject154.bin"/><Relationship Id="rId10" Type="http://schemas.openxmlformats.org/officeDocument/2006/relationships/image" Target="../media/image145.wmf"/><Relationship Id="rId1" Type="http://schemas.openxmlformats.org/officeDocument/2006/relationships/oleObject" Target="../embeddings/oleObject14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61.e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60.e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67.bin"/><Relationship Id="rId29" Type="http://schemas.openxmlformats.org/officeDocument/2006/relationships/vmlDrawing" Target="../drawings/vmlDrawing11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171.emf"/><Relationship Id="rId26" Type="http://schemas.openxmlformats.org/officeDocument/2006/relationships/image" Target="../media/image170.wmf"/><Relationship Id="rId25" Type="http://schemas.openxmlformats.org/officeDocument/2006/relationships/oleObject" Target="../embeddings/oleObject178.bin"/><Relationship Id="rId24" Type="http://schemas.openxmlformats.org/officeDocument/2006/relationships/image" Target="../media/image169.wmf"/><Relationship Id="rId23" Type="http://schemas.openxmlformats.org/officeDocument/2006/relationships/oleObject" Target="../embeddings/oleObject177.bin"/><Relationship Id="rId22" Type="http://schemas.openxmlformats.org/officeDocument/2006/relationships/image" Target="../media/image168.emf"/><Relationship Id="rId21" Type="http://schemas.openxmlformats.org/officeDocument/2006/relationships/oleObject" Target="../embeddings/oleObject176.bin"/><Relationship Id="rId20" Type="http://schemas.openxmlformats.org/officeDocument/2006/relationships/image" Target="../media/image167.emf"/><Relationship Id="rId2" Type="http://schemas.openxmlformats.org/officeDocument/2006/relationships/image" Target="../media/image158.wmf"/><Relationship Id="rId19" Type="http://schemas.openxmlformats.org/officeDocument/2006/relationships/oleObject" Target="../embeddings/oleObject175.bin"/><Relationship Id="rId18" Type="http://schemas.openxmlformats.org/officeDocument/2006/relationships/image" Target="../media/image166.emf"/><Relationship Id="rId17" Type="http://schemas.openxmlformats.org/officeDocument/2006/relationships/oleObject" Target="../embeddings/oleObject174.bin"/><Relationship Id="rId16" Type="http://schemas.openxmlformats.org/officeDocument/2006/relationships/image" Target="../media/image165.emf"/><Relationship Id="rId15" Type="http://schemas.openxmlformats.org/officeDocument/2006/relationships/oleObject" Target="../embeddings/oleObject173.bin"/><Relationship Id="rId14" Type="http://schemas.openxmlformats.org/officeDocument/2006/relationships/image" Target="../media/image164.w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63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62.wmf"/><Relationship Id="rId1" Type="http://schemas.openxmlformats.org/officeDocument/2006/relationships/oleObject" Target="../embeddings/oleObject16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3.bin"/><Relationship Id="rId8" Type="http://schemas.openxmlformats.org/officeDocument/2006/relationships/image" Target="../media/image175.wmf"/><Relationship Id="rId7" Type="http://schemas.openxmlformats.org/officeDocument/2006/relationships/oleObject" Target="../embeddings/oleObject182.bin"/><Relationship Id="rId6" Type="http://schemas.openxmlformats.org/officeDocument/2006/relationships/image" Target="../media/image174.emf"/><Relationship Id="rId5" Type="http://schemas.openxmlformats.org/officeDocument/2006/relationships/oleObject" Target="../embeddings/oleObject181.bin"/><Relationship Id="rId4" Type="http://schemas.openxmlformats.org/officeDocument/2006/relationships/image" Target="../media/image173.wmf"/><Relationship Id="rId3" Type="http://schemas.openxmlformats.org/officeDocument/2006/relationships/oleObject" Target="../embeddings/oleObject180.bin"/><Relationship Id="rId22" Type="http://schemas.openxmlformats.org/officeDocument/2006/relationships/vmlDrawing" Target="../drawings/vmlDrawing12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81.wmf"/><Relationship Id="rId2" Type="http://schemas.openxmlformats.org/officeDocument/2006/relationships/image" Target="../media/image172.wmf"/><Relationship Id="rId19" Type="http://schemas.openxmlformats.org/officeDocument/2006/relationships/oleObject" Target="../embeddings/oleObject188.bin"/><Relationship Id="rId18" Type="http://schemas.openxmlformats.org/officeDocument/2006/relationships/image" Target="../media/image180.wmf"/><Relationship Id="rId17" Type="http://schemas.openxmlformats.org/officeDocument/2006/relationships/oleObject" Target="../embeddings/oleObject187.bin"/><Relationship Id="rId16" Type="http://schemas.openxmlformats.org/officeDocument/2006/relationships/image" Target="../media/image179.wmf"/><Relationship Id="rId15" Type="http://schemas.openxmlformats.org/officeDocument/2006/relationships/oleObject" Target="../embeddings/oleObject186.bin"/><Relationship Id="rId14" Type="http://schemas.openxmlformats.org/officeDocument/2006/relationships/image" Target="../media/image178.emf"/><Relationship Id="rId13" Type="http://schemas.openxmlformats.org/officeDocument/2006/relationships/oleObject" Target="../embeddings/oleObject185.bin"/><Relationship Id="rId12" Type="http://schemas.openxmlformats.org/officeDocument/2006/relationships/image" Target="../media/image177.emf"/><Relationship Id="rId11" Type="http://schemas.openxmlformats.org/officeDocument/2006/relationships/oleObject" Target="../embeddings/oleObject184.bin"/><Relationship Id="rId10" Type="http://schemas.openxmlformats.org/officeDocument/2006/relationships/image" Target="../media/image176.wmf"/><Relationship Id="rId1" Type="http://schemas.openxmlformats.org/officeDocument/2006/relationships/oleObject" Target="../embeddings/oleObject17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3.bin"/><Relationship Id="rId8" Type="http://schemas.openxmlformats.org/officeDocument/2006/relationships/image" Target="../media/image185.wmf"/><Relationship Id="rId7" Type="http://schemas.openxmlformats.org/officeDocument/2006/relationships/oleObject" Target="../embeddings/oleObject192.bin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183.wmf"/><Relationship Id="rId3" Type="http://schemas.openxmlformats.org/officeDocument/2006/relationships/oleObject" Target="../embeddings/oleObject190.bin"/><Relationship Id="rId21" Type="http://schemas.openxmlformats.org/officeDocument/2006/relationships/vmlDrawing" Target="../drawings/vmlDrawing13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182.wmf"/><Relationship Id="rId19" Type="http://schemas.openxmlformats.org/officeDocument/2006/relationships/image" Target="../media/image191.wmf"/><Relationship Id="rId18" Type="http://schemas.openxmlformats.org/officeDocument/2006/relationships/oleObject" Target="../embeddings/oleObject197.bin"/><Relationship Id="rId17" Type="http://schemas.openxmlformats.org/officeDocument/2006/relationships/image" Target="../media/image190.emf"/><Relationship Id="rId16" Type="http://schemas.openxmlformats.org/officeDocument/2006/relationships/image" Target="../media/image189.wmf"/><Relationship Id="rId15" Type="http://schemas.openxmlformats.org/officeDocument/2006/relationships/oleObject" Target="../embeddings/oleObject196.bin"/><Relationship Id="rId14" Type="http://schemas.openxmlformats.org/officeDocument/2006/relationships/image" Target="../media/image188.emf"/><Relationship Id="rId13" Type="http://schemas.openxmlformats.org/officeDocument/2006/relationships/oleObject" Target="../embeddings/oleObject195.bin"/><Relationship Id="rId12" Type="http://schemas.openxmlformats.org/officeDocument/2006/relationships/image" Target="../media/image187.emf"/><Relationship Id="rId11" Type="http://schemas.openxmlformats.org/officeDocument/2006/relationships/oleObject" Target="../embeddings/oleObject194.bin"/><Relationship Id="rId10" Type="http://schemas.openxmlformats.org/officeDocument/2006/relationships/image" Target="../media/image186.wmf"/><Relationship Id="rId1" Type="http://schemas.openxmlformats.org/officeDocument/2006/relationships/oleObject" Target="../embeddings/oleObject18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2.bin"/><Relationship Id="rId8" Type="http://schemas.openxmlformats.org/officeDocument/2006/relationships/image" Target="../media/image195.emf"/><Relationship Id="rId7" Type="http://schemas.openxmlformats.org/officeDocument/2006/relationships/oleObject" Target="../embeddings/oleObject201.bin"/><Relationship Id="rId6" Type="http://schemas.openxmlformats.org/officeDocument/2006/relationships/image" Target="../media/image194.e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93.emf"/><Relationship Id="rId3" Type="http://schemas.openxmlformats.org/officeDocument/2006/relationships/oleObject" Target="../embeddings/oleObject199.bin"/><Relationship Id="rId28" Type="http://schemas.openxmlformats.org/officeDocument/2006/relationships/vmlDrawing" Target="../drawings/vmlDrawing14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89.wmf"/><Relationship Id="rId25" Type="http://schemas.openxmlformats.org/officeDocument/2006/relationships/oleObject" Target="../embeddings/oleObject210.bin"/><Relationship Id="rId24" Type="http://schemas.openxmlformats.org/officeDocument/2006/relationships/image" Target="../media/image203.emf"/><Relationship Id="rId23" Type="http://schemas.openxmlformats.org/officeDocument/2006/relationships/oleObject" Target="../embeddings/oleObject209.bin"/><Relationship Id="rId22" Type="http://schemas.openxmlformats.org/officeDocument/2006/relationships/image" Target="../media/image202.emf"/><Relationship Id="rId21" Type="http://schemas.openxmlformats.org/officeDocument/2006/relationships/oleObject" Target="../embeddings/oleObject208.bin"/><Relationship Id="rId20" Type="http://schemas.openxmlformats.org/officeDocument/2006/relationships/image" Target="../media/image201.emf"/><Relationship Id="rId2" Type="http://schemas.openxmlformats.org/officeDocument/2006/relationships/image" Target="../media/image192.emf"/><Relationship Id="rId19" Type="http://schemas.openxmlformats.org/officeDocument/2006/relationships/oleObject" Target="../embeddings/oleObject207.bin"/><Relationship Id="rId18" Type="http://schemas.openxmlformats.org/officeDocument/2006/relationships/image" Target="../media/image200.emf"/><Relationship Id="rId17" Type="http://schemas.openxmlformats.org/officeDocument/2006/relationships/oleObject" Target="../embeddings/oleObject206.bin"/><Relationship Id="rId16" Type="http://schemas.openxmlformats.org/officeDocument/2006/relationships/image" Target="../media/image199.emf"/><Relationship Id="rId15" Type="http://schemas.openxmlformats.org/officeDocument/2006/relationships/oleObject" Target="../embeddings/oleObject205.bin"/><Relationship Id="rId14" Type="http://schemas.openxmlformats.org/officeDocument/2006/relationships/image" Target="../media/image198.emf"/><Relationship Id="rId13" Type="http://schemas.openxmlformats.org/officeDocument/2006/relationships/oleObject" Target="../embeddings/oleObject204.bin"/><Relationship Id="rId12" Type="http://schemas.openxmlformats.org/officeDocument/2006/relationships/image" Target="../media/image197.wmf"/><Relationship Id="rId11" Type="http://schemas.openxmlformats.org/officeDocument/2006/relationships/oleObject" Target="../embeddings/oleObject203.bin"/><Relationship Id="rId10" Type="http://schemas.openxmlformats.org/officeDocument/2006/relationships/image" Target="../media/image196.emf"/><Relationship Id="rId1" Type="http://schemas.openxmlformats.org/officeDocument/2006/relationships/oleObject" Target="../embeddings/oleObject198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4.emf"/><Relationship Id="rId1" Type="http://schemas.openxmlformats.org/officeDocument/2006/relationships/oleObject" Target="../embeddings/oleObject211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6.bin"/><Relationship Id="rId8" Type="http://schemas.openxmlformats.org/officeDocument/2006/relationships/image" Target="../media/image208.emf"/><Relationship Id="rId7" Type="http://schemas.openxmlformats.org/officeDocument/2006/relationships/oleObject" Target="../embeddings/oleObject215.bin"/><Relationship Id="rId6" Type="http://schemas.openxmlformats.org/officeDocument/2006/relationships/image" Target="../media/image207.emf"/><Relationship Id="rId5" Type="http://schemas.openxmlformats.org/officeDocument/2006/relationships/oleObject" Target="../embeddings/oleObject214.bin"/><Relationship Id="rId4" Type="http://schemas.openxmlformats.org/officeDocument/2006/relationships/image" Target="../media/image206.emf"/><Relationship Id="rId3" Type="http://schemas.openxmlformats.org/officeDocument/2006/relationships/oleObject" Target="../embeddings/oleObject213.bin"/><Relationship Id="rId2" Type="http://schemas.openxmlformats.org/officeDocument/2006/relationships/image" Target="../media/image205.emf"/><Relationship Id="rId12" Type="http://schemas.openxmlformats.org/officeDocument/2006/relationships/vmlDrawing" Target="../drawings/vmlDrawing1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9.emf"/><Relationship Id="rId1" Type="http://schemas.openxmlformats.org/officeDocument/2006/relationships/oleObject" Target="../embeddings/oleObject21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1.bin"/><Relationship Id="rId8" Type="http://schemas.openxmlformats.org/officeDocument/2006/relationships/image" Target="../media/image211.wmf"/><Relationship Id="rId70" Type="http://schemas.openxmlformats.org/officeDocument/2006/relationships/notesSlide" Target="../notesSlides/notesSlide2.xml"/><Relationship Id="rId7" Type="http://schemas.openxmlformats.org/officeDocument/2006/relationships/oleObject" Target="../embeddings/oleObject220.bin"/><Relationship Id="rId69" Type="http://schemas.openxmlformats.org/officeDocument/2006/relationships/vmlDrawing" Target="../drawings/vmlDrawing17.vml"/><Relationship Id="rId68" Type="http://schemas.openxmlformats.org/officeDocument/2006/relationships/slideLayout" Target="../slideLayouts/slideLayout7.xml"/><Relationship Id="rId67" Type="http://schemas.openxmlformats.org/officeDocument/2006/relationships/image" Target="../media/image239.wmf"/><Relationship Id="rId66" Type="http://schemas.openxmlformats.org/officeDocument/2006/relationships/oleObject" Target="../embeddings/oleObject250.bin"/><Relationship Id="rId65" Type="http://schemas.openxmlformats.org/officeDocument/2006/relationships/image" Target="../media/image238.wmf"/><Relationship Id="rId64" Type="http://schemas.openxmlformats.org/officeDocument/2006/relationships/oleObject" Target="../embeddings/oleObject249.bin"/><Relationship Id="rId63" Type="http://schemas.openxmlformats.org/officeDocument/2006/relationships/image" Target="../media/image237.wmf"/><Relationship Id="rId62" Type="http://schemas.openxmlformats.org/officeDocument/2006/relationships/oleObject" Target="../embeddings/oleObject248.bin"/><Relationship Id="rId61" Type="http://schemas.openxmlformats.org/officeDocument/2006/relationships/image" Target="../media/image236.wmf"/><Relationship Id="rId60" Type="http://schemas.openxmlformats.org/officeDocument/2006/relationships/oleObject" Target="../embeddings/oleObject247.bin"/><Relationship Id="rId6" Type="http://schemas.openxmlformats.org/officeDocument/2006/relationships/image" Target="../media/image210.wmf"/><Relationship Id="rId59" Type="http://schemas.openxmlformats.org/officeDocument/2006/relationships/image" Target="../media/image235.wmf"/><Relationship Id="rId58" Type="http://schemas.openxmlformats.org/officeDocument/2006/relationships/oleObject" Target="../embeddings/oleObject246.bin"/><Relationship Id="rId57" Type="http://schemas.openxmlformats.org/officeDocument/2006/relationships/image" Target="../media/image234.wmf"/><Relationship Id="rId56" Type="http://schemas.openxmlformats.org/officeDocument/2006/relationships/oleObject" Target="../embeddings/oleObject245.bin"/><Relationship Id="rId55" Type="http://schemas.openxmlformats.org/officeDocument/2006/relationships/image" Target="../media/image233.wmf"/><Relationship Id="rId54" Type="http://schemas.openxmlformats.org/officeDocument/2006/relationships/oleObject" Target="../embeddings/oleObject244.bin"/><Relationship Id="rId53" Type="http://schemas.openxmlformats.org/officeDocument/2006/relationships/image" Target="../media/image232.wmf"/><Relationship Id="rId52" Type="http://schemas.openxmlformats.org/officeDocument/2006/relationships/oleObject" Target="../embeddings/oleObject243.bin"/><Relationship Id="rId51" Type="http://schemas.openxmlformats.org/officeDocument/2006/relationships/image" Target="../media/image231.wmf"/><Relationship Id="rId50" Type="http://schemas.openxmlformats.org/officeDocument/2006/relationships/oleObject" Target="../embeddings/oleObject242.bin"/><Relationship Id="rId5" Type="http://schemas.openxmlformats.org/officeDocument/2006/relationships/oleObject" Target="../embeddings/oleObject219.bin"/><Relationship Id="rId49" Type="http://schemas.openxmlformats.org/officeDocument/2006/relationships/image" Target="../media/image230.wmf"/><Relationship Id="rId48" Type="http://schemas.openxmlformats.org/officeDocument/2006/relationships/oleObject" Target="../embeddings/oleObject241.bin"/><Relationship Id="rId47" Type="http://schemas.openxmlformats.org/officeDocument/2006/relationships/image" Target="../media/image229.wmf"/><Relationship Id="rId46" Type="http://schemas.openxmlformats.org/officeDocument/2006/relationships/oleObject" Target="../embeddings/oleObject240.bin"/><Relationship Id="rId45" Type="http://schemas.openxmlformats.org/officeDocument/2006/relationships/image" Target="../media/image228.wmf"/><Relationship Id="rId44" Type="http://schemas.openxmlformats.org/officeDocument/2006/relationships/oleObject" Target="../embeddings/oleObject239.bin"/><Relationship Id="rId43" Type="http://schemas.openxmlformats.org/officeDocument/2006/relationships/image" Target="../media/image227.wmf"/><Relationship Id="rId42" Type="http://schemas.openxmlformats.org/officeDocument/2006/relationships/oleObject" Target="../embeddings/oleObject238.bin"/><Relationship Id="rId41" Type="http://schemas.openxmlformats.org/officeDocument/2006/relationships/image" Target="../media/image226.wmf"/><Relationship Id="rId40" Type="http://schemas.openxmlformats.org/officeDocument/2006/relationships/oleObject" Target="../embeddings/oleObject237.bin"/><Relationship Id="rId4" Type="http://schemas.openxmlformats.org/officeDocument/2006/relationships/image" Target="../media/image107.wmf"/><Relationship Id="rId39" Type="http://schemas.openxmlformats.org/officeDocument/2006/relationships/image" Target="../media/image225.wmf"/><Relationship Id="rId38" Type="http://schemas.openxmlformats.org/officeDocument/2006/relationships/oleObject" Target="../embeddings/oleObject236.bin"/><Relationship Id="rId37" Type="http://schemas.openxmlformats.org/officeDocument/2006/relationships/image" Target="../media/image224.wmf"/><Relationship Id="rId36" Type="http://schemas.openxmlformats.org/officeDocument/2006/relationships/oleObject" Target="../embeddings/oleObject235.bin"/><Relationship Id="rId35" Type="http://schemas.openxmlformats.org/officeDocument/2006/relationships/image" Target="../media/image223.wmf"/><Relationship Id="rId34" Type="http://schemas.openxmlformats.org/officeDocument/2006/relationships/oleObject" Target="../embeddings/oleObject234.bin"/><Relationship Id="rId33" Type="http://schemas.openxmlformats.org/officeDocument/2006/relationships/image" Target="../media/image222.wmf"/><Relationship Id="rId32" Type="http://schemas.openxmlformats.org/officeDocument/2006/relationships/oleObject" Target="../embeddings/oleObject233.bin"/><Relationship Id="rId31" Type="http://schemas.openxmlformats.org/officeDocument/2006/relationships/image" Target="../media/image221.wmf"/><Relationship Id="rId30" Type="http://schemas.openxmlformats.org/officeDocument/2006/relationships/oleObject" Target="../embeddings/oleObject232.bin"/><Relationship Id="rId3" Type="http://schemas.openxmlformats.org/officeDocument/2006/relationships/oleObject" Target="../embeddings/oleObject218.bin"/><Relationship Id="rId29" Type="http://schemas.openxmlformats.org/officeDocument/2006/relationships/image" Target="../media/image220.wmf"/><Relationship Id="rId28" Type="http://schemas.openxmlformats.org/officeDocument/2006/relationships/oleObject" Target="../embeddings/oleObject231.bin"/><Relationship Id="rId27" Type="http://schemas.openxmlformats.org/officeDocument/2006/relationships/image" Target="../media/image219.wmf"/><Relationship Id="rId26" Type="http://schemas.openxmlformats.org/officeDocument/2006/relationships/oleObject" Target="../embeddings/oleObject230.bin"/><Relationship Id="rId25" Type="http://schemas.openxmlformats.org/officeDocument/2006/relationships/image" Target="../media/image218.wmf"/><Relationship Id="rId24" Type="http://schemas.openxmlformats.org/officeDocument/2006/relationships/oleObject" Target="../embeddings/oleObject229.bin"/><Relationship Id="rId23" Type="http://schemas.openxmlformats.org/officeDocument/2006/relationships/image" Target="../media/image217.wmf"/><Relationship Id="rId22" Type="http://schemas.openxmlformats.org/officeDocument/2006/relationships/oleObject" Target="../embeddings/oleObject228.bin"/><Relationship Id="rId21" Type="http://schemas.openxmlformats.org/officeDocument/2006/relationships/image" Target="../media/image216.wmf"/><Relationship Id="rId20" Type="http://schemas.openxmlformats.org/officeDocument/2006/relationships/oleObject" Target="../embeddings/oleObject227.bin"/><Relationship Id="rId2" Type="http://schemas.openxmlformats.org/officeDocument/2006/relationships/image" Target="../media/image106.wmf"/><Relationship Id="rId19" Type="http://schemas.openxmlformats.org/officeDocument/2006/relationships/oleObject" Target="../embeddings/oleObject226.bin"/><Relationship Id="rId18" Type="http://schemas.openxmlformats.org/officeDocument/2006/relationships/image" Target="../media/image215.wmf"/><Relationship Id="rId17" Type="http://schemas.openxmlformats.org/officeDocument/2006/relationships/oleObject" Target="../embeddings/oleObject225.bin"/><Relationship Id="rId16" Type="http://schemas.openxmlformats.org/officeDocument/2006/relationships/image" Target="../media/image214.wmf"/><Relationship Id="rId15" Type="http://schemas.openxmlformats.org/officeDocument/2006/relationships/oleObject" Target="../embeddings/oleObject224.bin"/><Relationship Id="rId14" Type="http://schemas.openxmlformats.org/officeDocument/2006/relationships/image" Target="../media/image213.wmf"/><Relationship Id="rId13" Type="http://schemas.openxmlformats.org/officeDocument/2006/relationships/oleObject" Target="../embeddings/oleObject223.bin"/><Relationship Id="rId12" Type="http://schemas.openxmlformats.org/officeDocument/2006/relationships/image" Target="../media/image101.wmf"/><Relationship Id="rId11" Type="http://schemas.openxmlformats.org/officeDocument/2006/relationships/oleObject" Target="../embeddings/oleObject222.bin"/><Relationship Id="rId10" Type="http://schemas.openxmlformats.org/officeDocument/2006/relationships/image" Target="../media/image212.wmf"/><Relationship Id="rId1" Type="http://schemas.openxmlformats.org/officeDocument/2006/relationships/oleObject" Target="../embeddings/oleObject217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5.bin"/><Relationship Id="rId8" Type="http://schemas.openxmlformats.org/officeDocument/2006/relationships/image" Target="../media/image243.wmf"/><Relationship Id="rId74" Type="http://schemas.openxmlformats.org/officeDocument/2006/relationships/vmlDrawing" Target="../drawings/vmlDrawing18.vml"/><Relationship Id="rId73" Type="http://schemas.openxmlformats.org/officeDocument/2006/relationships/slideLayout" Target="../slideLayouts/slideLayout7.xml"/><Relationship Id="rId72" Type="http://schemas.openxmlformats.org/officeDocument/2006/relationships/image" Target="../media/image275.wmf"/><Relationship Id="rId71" Type="http://schemas.openxmlformats.org/officeDocument/2006/relationships/oleObject" Target="../embeddings/oleObject286.bin"/><Relationship Id="rId70" Type="http://schemas.openxmlformats.org/officeDocument/2006/relationships/image" Target="../media/image274.wmf"/><Relationship Id="rId7" Type="http://schemas.openxmlformats.org/officeDocument/2006/relationships/oleObject" Target="../embeddings/oleObject254.bin"/><Relationship Id="rId69" Type="http://schemas.openxmlformats.org/officeDocument/2006/relationships/oleObject" Target="../embeddings/oleObject285.bin"/><Relationship Id="rId68" Type="http://schemas.openxmlformats.org/officeDocument/2006/relationships/image" Target="../media/image273.wmf"/><Relationship Id="rId67" Type="http://schemas.openxmlformats.org/officeDocument/2006/relationships/oleObject" Target="../embeddings/oleObject284.bin"/><Relationship Id="rId66" Type="http://schemas.openxmlformats.org/officeDocument/2006/relationships/image" Target="../media/image272.wmf"/><Relationship Id="rId65" Type="http://schemas.openxmlformats.org/officeDocument/2006/relationships/oleObject" Target="../embeddings/oleObject283.bin"/><Relationship Id="rId64" Type="http://schemas.openxmlformats.org/officeDocument/2006/relationships/image" Target="../media/image271.wmf"/><Relationship Id="rId63" Type="http://schemas.openxmlformats.org/officeDocument/2006/relationships/oleObject" Target="../embeddings/oleObject282.bin"/><Relationship Id="rId62" Type="http://schemas.openxmlformats.org/officeDocument/2006/relationships/image" Target="../media/image270.wmf"/><Relationship Id="rId61" Type="http://schemas.openxmlformats.org/officeDocument/2006/relationships/oleObject" Target="../embeddings/oleObject281.bin"/><Relationship Id="rId60" Type="http://schemas.openxmlformats.org/officeDocument/2006/relationships/image" Target="../media/image269.wmf"/><Relationship Id="rId6" Type="http://schemas.openxmlformats.org/officeDocument/2006/relationships/image" Target="../media/image242.wmf"/><Relationship Id="rId59" Type="http://schemas.openxmlformats.org/officeDocument/2006/relationships/oleObject" Target="../embeddings/oleObject280.bin"/><Relationship Id="rId58" Type="http://schemas.openxmlformats.org/officeDocument/2006/relationships/image" Target="../media/image268.wmf"/><Relationship Id="rId57" Type="http://schemas.openxmlformats.org/officeDocument/2006/relationships/oleObject" Target="../embeddings/oleObject279.bin"/><Relationship Id="rId56" Type="http://schemas.openxmlformats.org/officeDocument/2006/relationships/image" Target="../media/image267.wmf"/><Relationship Id="rId55" Type="http://schemas.openxmlformats.org/officeDocument/2006/relationships/oleObject" Target="../embeddings/oleObject278.bin"/><Relationship Id="rId54" Type="http://schemas.openxmlformats.org/officeDocument/2006/relationships/image" Target="../media/image266.wmf"/><Relationship Id="rId53" Type="http://schemas.openxmlformats.org/officeDocument/2006/relationships/oleObject" Target="../embeddings/oleObject277.bin"/><Relationship Id="rId52" Type="http://schemas.openxmlformats.org/officeDocument/2006/relationships/image" Target="../media/image265.wmf"/><Relationship Id="rId51" Type="http://schemas.openxmlformats.org/officeDocument/2006/relationships/oleObject" Target="../embeddings/oleObject276.bin"/><Relationship Id="rId50" Type="http://schemas.openxmlformats.org/officeDocument/2006/relationships/image" Target="../media/image264.wmf"/><Relationship Id="rId5" Type="http://schemas.openxmlformats.org/officeDocument/2006/relationships/oleObject" Target="../embeddings/oleObject253.bin"/><Relationship Id="rId49" Type="http://schemas.openxmlformats.org/officeDocument/2006/relationships/oleObject" Target="../embeddings/oleObject275.bin"/><Relationship Id="rId48" Type="http://schemas.openxmlformats.org/officeDocument/2006/relationships/image" Target="../media/image263.wmf"/><Relationship Id="rId47" Type="http://schemas.openxmlformats.org/officeDocument/2006/relationships/oleObject" Target="../embeddings/oleObject274.bin"/><Relationship Id="rId46" Type="http://schemas.openxmlformats.org/officeDocument/2006/relationships/image" Target="../media/image262.wmf"/><Relationship Id="rId45" Type="http://schemas.openxmlformats.org/officeDocument/2006/relationships/oleObject" Target="../embeddings/oleObject273.bin"/><Relationship Id="rId44" Type="http://schemas.openxmlformats.org/officeDocument/2006/relationships/image" Target="../media/image261.wmf"/><Relationship Id="rId43" Type="http://schemas.openxmlformats.org/officeDocument/2006/relationships/oleObject" Target="../embeddings/oleObject272.bin"/><Relationship Id="rId42" Type="http://schemas.openxmlformats.org/officeDocument/2006/relationships/image" Target="../media/image260.wmf"/><Relationship Id="rId41" Type="http://schemas.openxmlformats.org/officeDocument/2006/relationships/oleObject" Target="../embeddings/oleObject271.bin"/><Relationship Id="rId40" Type="http://schemas.openxmlformats.org/officeDocument/2006/relationships/image" Target="../media/image259.wmf"/><Relationship Id="rId4" Type="http://schemas.openxmlformats.org/officeDocument/2006/relationships/image" Target="../media/image241.wmf"/><Relationship Id="rId39" Type="http://schemas.openxmlformats.org/officeDocument/2006/relationships/oleObject" Target="../embeddings/oleObject270.bin"/><Relationship Id="rId38" Type="http://schemas.openxmlformats.org/officeDocument/2006/relationships/image" Target="../media/image258.wmf"/><Relationship Id="rId37" Type="http://schemas.openxmlformats.org/officeDocument/2006/relationships/oleObject" Target="../embeddings/oleObject269.bin"/><Relationship Id="rId36" Type="http://schemas.openxmlformats.org/officeDocument/2006/relationships/image" Target="../media/image257.wmf"/><Relationship Id="rId35" Type="http://schemas.openxmlformats.org/officeDocument/2006/relationships/oleObject" Target="../embeddings/oleObject268.bin"/><Relationship Id="rId34" Type="http://schemas.openxmlformats.org/officeDocument/2006/relationships/image" Target="../media/image256.wmf"/><Relationship Id="rId33" Type="http://schemas.openxmlformats.org/officeDocument/2006/relationships/oleObject" Target="../embeddings/oleObject267.bin"/><Relationship Id="rId32" Type="http://schemas.openxmlformats.org/officeDocument/2006/relationships/image" Target="../media/image255.wmf"/><Relationship Id="rId31" Type="http://schemas.openxmlformats.org/officeDocument/2006/relationships/oleObject" Target="../embeddings/oleObject266.bin"/><Relationship Id="rId30" Type="http://schemas.openxmlformats.org/officeDocument/2006/relationships/image" Target="../media/image254.wmf"/><Relationship Id="rId3" Type="http://schemas.openxmlformats.org/officeDocument/2006/relationships/oleObject" Target="../embeddings/oleObject252.bin"/><Relationship Id="rId29" Type="http://schemas.openxmlformats.org/officeDocument/2006/relationships/oleObject" Target="../embeddings/oleObject265.bin"/><Relationship Id="rId28" Type="http://schemas.openxmlformats.org/officeDocument/2006/relationships/image" Target="../media/image253.wmf"/><Relationship Id="rId27" Type="http://schemas.openxmlformats.org/officeDocument/2006/relationships/oleObject" Target="../embeddings/oleObject264.bin"/><Relationship Id="rId26" Type="http://schemas.openxmlformats.org/officeDocument/2006/relationships/image" Target="../media/image252.wmf"/><Relationship Id="rId25" Type="http://schemas.openxmlformats.org/officeDocument/2006/relationships/oleObject" Target="../embeddings/oleObject263.bin"/><Relationship Id="rId24" Type="http://schemas.openxmlformats.org/officeDocument/2006/relationships/image" Target="../media/image251.wmf"/><Relationship Id="rId23" Type="http://schemas.openxmlformats.org/officeDocument/2006/relationships/oleObject" Target="../embeddings/oleObject262.bin"/><Relationship Id="rId22" Type="http://schemas.openxmlformats.org/officeDocument/2006/relationships/image" Target="../media/image250.wmf"/><Relationship Id="rId21" Type="http://schemas.openxmlformats.org/officeDocument/2006/relationships/oleObject" Target="../embeddings/oleObject261.bin"/><Relationship Id="rId20" Type="http://schemas.openxmlformats.org/officeDocument/2006/relationships/image" Target="../media/image249.wmf"/><Relationship Id="rId2" Type="http://schemas.openxmlformats.org/officeDocument/2006/relationships/image" Target="../media/image240.wmf"/><Relationship Id="rId19" Type="http://schemas.openxmlformats.org/officeDocument/2006/relationships/oleObject" Target="../embeddings/oleObject260.bin"/><Relationship Id="rId18" Type="http://schemas.openxmlformats.org/officeDocument/2006/relationships/image" Target="../media/image248.wmf"/><Relationship Id="rId17" Type="http://schemas.openxmlformats.org/officeDocument/2006/relationships/oleObject" Target="../embeddings/oleObject259.bin"/><Relationship Id="rId16" Type="http://schemas.openxmlformats.org/officeDocument/2006/relationships/image" Target="../media/image247.wmf"/><Relationship Id="rId15" Type="http://schemas.openxmlformats.org/officeDocument/2006/relationships/oleObject" Target="../embeddings/oleObject258.bin"/><Relationship Id="rId14" Type="http://schemas.openxmlformats.org/officeDocument/2006/relationships/image" Target="../media/image246.wmf"/><Relationship Id="rId13" Type="http://schemas.openxmlformats.org/officeDocument/2006/relationships/oleObject" Target="../embeddings/oleObject257.bin"/><Relationship Id="rId12" Type="http://schemas.openxmlformats.org/officeDocument/2006/relationships/image" Target="../media/image245.wmf"/><Relationship Id="rId11" Type="http://schemas.openxmlformats.org/officeDocument/2006/relationships/oleObject" Target="../embeddings/oleObject256.bin"/><Relationship Id="rId10" Type="http://schemas.openxmlformats.org/officeDocument/2006/relationships/image" Target="../media/image244.wmf"/><Relationship Id="rId1" Type="http://schemas.openxmlformats.org/officeDocument/2006/relationships/oleObject" Target="../embeddings/oleObject251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1.bin"/><Relationship Id="rId8" Type="http://schemas.openxmlformats.org/officeDocument/2006/relationships/image" Target="../media/image279.wmf"/><Relationship Id="rId7" Type="http://schemas.openxmlformats.org/officeDocument/2006/relationships/oleObject" Target="../embeddings/oleObject290.bin"/><Relationship Id="rId6" Type="http://schemas.openxmlformats.org/officeDocument/2006/relationships/image" Target="../media/image278.emf"/><Relationship Id="rId5" Type="http://schemas.openxmlformats.org/officeDocument/2006/relationships/oleObject" Target="../embeddings/oleObject289.bin"/><Relationship Id="rId4" Type="http://schemas.openxmlformats.org/officeDocument/2006/relationships/image" Target="../media/image277.wmf"/><Relationship Id="rId3" Type="http://schemas.openxmlformats.org/officeDocument/2006/relationships/oleObject" Target="../embeddings/oleObject288.bin"/><Relationship Id="rId27" Type="http://schemas.openxmlformats.org/officeDocument/2006/relationships/vmlDrawing" Target="../drawings/vmlDrawing19.vml"/><Relationship Id="rId26" Type="http://schemas.openxmlformats.org/officeDocument/2006/relationships/slideLayout" Target="../slideLayouts/slideLayout7.xml"/><Relationship Id="rId25" Type="http://schemas.openxmlformats.org/officeDocument/2006/relationships/oleObject" Target="../embeddings/oleObject300.bin"/><Relationship Id="rId24" Type="http://schemas.openxmlformats.org/officeDocument/2006/relationships/oleObject" Target="../embeddings/oleObject299.bin"/><Relationship Id="rId23" Type="http://schemas.openxmlformats.org/officeDocument/2006/relationships/oleObject" Target="../embeddings/oleObject298.bin"/><Relationship Id="rId22" Type="http://schemas.openxmlformats.org/officeDocument/2006/relationships/image" Target="../media/image286.emf"/><Relationship Id="rId21" Type="http://schemas.openxmlformats.org/officeDocument/2006/relationships/image" Target="../media/image285.wmf"/><Relationship Id="rId20" Type="http://schemas.openxmlformats.org/officeDocument/2006/relationships/oleObject" Target="../embeddings/oleObject297.bin"/><Relationship Id="rId2" Type="http://schemas.openxmlformats.org/officeDocument/2006/relationships/image" Target="../media/image276.emf"/><Relationship Id="rId19" Type="http://schemas.openxmlformats.org/officeDocument/2006/relationships/image" Target="../media/image284.wmf"/><Relationship Id="rId18" Type="http://schemas.openxmlformats.org/officeDocument/2006/relationships/oleObject" Target="../embeddings/oleObject296.bin"/><Relationship Id="rId17" Type="http://schemas.openxmlformats.org/officeDocument/2006/relationships/image" Target="../media/image283.wmf"/><Relationship Id="rId16" Type="http://schemas.openxmlformats.org/officeDocument/2006/relationships/oleObject" Target="../embeddings/oleObject295.bin"/><Relationship Id="rId15" Type="http://schemas.openxmlformats.org/officeDocument/2006/relationships/image" Target="../media/image282.wmf"/><Relationship Id="rId14" Type="http://schemas.openxmlformats.org/officeDocument/2006/relationships/oleObject" Target="../embeddings/oleObject294.bin"/><Relationship Id="rId13" Type="http://schemas.openxmlformats.org/officeDocument/2006/relationships/oleObject" Target="../embeddings/oleObject293.bin"/><Relationship Id="rId12" Type="http://schemas.openxmlformats.org/officeDocument/2006/relationships/image" Target="../media/image281.emf"/><Relationship Id="rId11" Type="http://schemas.openxmlformats.org/officeDocument/2006/relationships/oleObject" Target="../embeddings/oleObject292.bin"/><Relationship Id="rId10" Type="http://schemas.openxmlformats.org/officeDocument/2006/relationships/image" Target="../media/image280.wmf"/><Relationship Id="rId1" Type="http://schemas.openxmlformats.org/officeDocument/2006/relationships/oleObject" Target="../embeddings/oleObject28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5.bin"/><Relationship Id="rId8" Type="http://schemas.openxmlformats.org/officeDocument/2006/relationships/image" Target="../media/image290.wmf"/><Relationship Id="rId7" Type="http://schemas.openxmlformats.org/officeDocument/2006/relationships/oleObject" Target="../embeddings/oleObject304.bin"/><Relationship Id="rId6" Type="http://schemas.openxmlformats.org/officeDocument/2006/relationships/image" Target="../media/image289.wmf"/><Relationship Id="rId5" Type="http://schemas.openxmlformats.org/officeDocument/2006/relationships/oleObject" Target="../embeddings/oleObject303.bin"/><Relationship Id="rId41" Type="http://schemas.openxmlformats.org/officeDocument/2006/relationships/vmlDrawing" Target="../drawings/vmlDrawing20.vml"/><Relationship Id="rId40" Type="http://schemas.openxmlformats.org/officeDocument/2006/relationships/slideLayout" Target="../slideLayouts/slideLayout7.xml"/><Relationship Id="rId4" Type="http://schemas.openxmlformats.org/officeDocument/2006/relationships/image" Target="../media/image288.wmf"/><Relationship Id="rId39" Type="http://schemas.openxmlformats.org/officeDocument/2006/relationships/image" Target="../media/image306.emf"/><Relationship Id="rId38" Type="http://schemas.openxmlformats.org/officeDocument/2006/relationships/image" Target="../media/image305.wmf"/><Relationship Id="rId37" Type="http://schemas.openxmlformats.org/officeDocument/2006/relationships/oleObject" Target="../embeddings/oleObject319.bin"/><Relationship Id="rId36" Type="http://schemas.openxmlformats.org/officeDocument/2006/relationships/image" Target="../media/image304.wmf"/><Relationship Id="rId35" Type="http://schemas.openxmlformats.org/officeDocument/2006/relationships/oleObject" Target="../embeddings/oleObject318.bin"/><Relationship Id="rId34" Type="http://schemas.openxmlformats.org/officeDocument/2006/relationships/image" Target="../media/image303.wmf"/><Relationship Id="rId33" Type="http://schemas.openxmlformats.org/officeDocument/2006/relationships/oleObject" Target="../embeddings/oleObject317.bin"/><Relationship Id="rId32" Type="http://schemas.openxmlformats.org/officeDocument/2006/relationships/image" Target="../media/image302.wmf"/><Relationship Id="rId31" Type="http://schemas.openxmlformats.org/officeDocument/2006/relationships/oleObject" Target="../embeddings/oleObject316.bin"/><Relationship Id="rId30" Type="http://schemas.openxmlformats.org/officeDocument/2006/relationships/image" Target="../media/image301.wmf"/><Relationship Id="rId3" Type="http://schemas.openxmlformats.org/officeDocument/2006/relationships/oleObject" Target="../embeddings/oleObject302.bin"/><Relationship Id="rId29" Type="http://schemas.openxmlformats.org/officeDocument/2006/relationships/oleObject" Target="../embeddings/oleObject315.bin"/><Relationship Id="rId28" Type="http://schemas.openxmlformats.org/officeDocument/2006/relationships/image" Target="../media/image300.wmf"/><Relationship Id="rId27" Type="http://schemas.openxmlformats.org/officeDocument/2006/relationships/oleObject" Target="../embeddings/oleObject314.bin"/><Relationship Id="rId26" Type="http://schemas.openxmlformats.org/officeDocument/2006/relationships/image" Target="../media/image299.wmf"/><Relationship Id="rId25" Type="http://schemas.openxmlformats.org/officeDocument/2006/relationships/oleObject" Target="../embeddings/oleObject313.bin"/><Relationship Id="rId24" Type="http://schemas.openxmlformats.org/officeDocument/2006/relationships/image" Target="../media/image298.wmf"/><Relationship Id="rId23" Type="http://schemas.openxmlformats.org/officeDocument/2006/relationships/oleObject" Target="../embeddings/oleObject312.bin"/><Relationship Id="rId22" Type="http://schemas.openxmlformats.org/officeDocument/2006/relationships/image" Target="../media/image297.wmf"/><Relationship Id="rId21" Type="http://schemas.openxmlformats.org/officeDocument/2006/relationships/oleObject" Target="../embeddings/oleObject311.bin"/><Relationship Id="rId20" Type="http://schemas.openxmlformats.org/officeDocument/2006/relationships/image" Target="../media/image296.wmf"/><Relationship Id="rId2" Type="http://schemas.openxmlformats.org/officeDocument/2006/relationships/image" Target="../media/image287.wmf"/><Relationship Id="rId19" Type="http://schemas.openxmlformats.org/officeDocument/2006/relationships/oleObject" Target="../embeddings/oleObject310.bin"/><Relationship Id="rId18" Type="http://schemas.openxmlformats.org/officeDocument/2006/relationships/image" Target="../media/image295.wmf"/><Relationship Id="rId17" Type="http://schemas.openxmlformats.org/officeDocument/2006/relationships/oleObject" Target="../embeddings/oleObject309.bin"/><Relationship Id="rId16" Type="http://schemas.openxmlformats.org/officeDocument/2006/relationships/image" Target="../media/image294.wmf"/><Relationship Id="rId15" Type="http://schemas.openxmlformats.org/officeDocument/2006/relationships/oleObject" Target="../embeddings/oleObject308.bin"/><Relationship Id="rId14" Type="http://schemas.openxmlformats.org/officeDocument/2006/relationships/image" Target="../media/image293.wmf"/><Relationship Id="rId13" Type="http://schemas.openxmlformats.org/officeDocument/2006/relationships/oleObject" Target="../embeddings/oleObject307.bin"/><Relationship Id="rId12" Type="http://schemas.openxmlformats.org/officeDocument/2006/relationships/image" Target="../media/image292.wmf"/><Relationship Id="rId11" Type="http://schemas.openxmlformats.org/officeDocument/2006/relationships/oleObject" Target="../embeddings/oleObject306.bin"/><Relationship Id="rId10" Type="http://schemas.openxmlformats.org/officeDocument/2006/relationships/image" Target="../media/image291.wmf"/><Relationship Id="rId1" Type="http://schemas.openxmlformats.org/officeDocument/2006/relationships/oleObject" Target="../embeddings/oleObject301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4.bin"/><Relationship Id="rId8" Type="http://schemas.openxmlformats.org/officeDocument/2006/relationships/image" Target="../media/image310.wmf"/><Relationship Id="rId7" Type="http://schemas.openxmlformats.org/officeDocument/2006/relationships/oleObject" Target="../embeddings/oleObject323.bin"/><Relationship Id="rId6" Type="http://schemas.openxmlformats.org/officeDocument/2006/relationships/image" Target="../media/image309.wmf"/><Relationship Id="rId5" Type="http://schemas.openxmlformats.org/officeDocument/2006/relationships/oleObject" Target="../embeddings/oleObject322.bin"/><Relationship Id="rId4" Type="http://schemas.openxmlformats.org/officeDocument/2006/relationships/image" Target="../media/image308.emf"/><Relationship Id="rId31" Type="http://schemas.openxmlformats.org/officeDocument/2006/relationships/notesSlide" Target="../notesSlides/notesSlide3.xml"/><Relationship Id="rId30" Type="http://schemas.openxmlformats.org/officeDocument/2006/relationships/vmlDrawing" Target="../drawings/vmlDrawing21.vml"/><Relationship Id="rId3" Type="http://schemas.openxmlformats.org/officeDocument/2006/relationships/oleObject" Target="../embeddings/oleObject321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320.wmf"/><Relationship Id="rId27" Type="http://schemas.openxmlformats.org/officeDocument/2006/relationships/oleObject" Target="../embeddings/oleObject333.bin"/><Relationship Id="rId26" Type="http://schemas.openxmlformats.org/officeDocument/2006/relationships/image" Target="../media/image319.wmf"/><Relationship Id="rId25" Type="http://schemas.openxmlformats.org/officeDocument/2006/relationships/oleObject" Target="../embeddings/oleObject332.bin"/><Relationship Id="rId24" Type="http://schemas.openxmlformats.org/officeDocument/2006/relationships/image" Target="../media/image318.wmf"/><Relationship Id="rId23" Type="http://schemas.openxmlformats.org/officeDocument/2006/relationships/oleObject" Target="../embeddings/oleObject331.bin"/><Relationship Id="rId22" Type="http://schemas.openxmlformats.org/officeDocument/2006/relationships/image" Target="../media/image317.wmf"/><Relationship Id="rId21" Type="http://schemas.openxmlformats.org/officeDocument/2006/relationships/oleObject" Target="../embeddings/oleObject330.bin"/><Relationship Id="rId20" Type="http://schemas.openxmlformats.org/officeDocument/2006/relationships/image" Target="../media/image316.wmf"/><Relationship Id="rId2" Type="http://schemas.openxmlformats.org/officeDocument/2006/relationships/image" Target="../media/image307.wmf"/><Relationship Id="rId19" Type="http://schemas.openxmlformats.org/officeDocument/2006/relationships/oleObject" Target="../embeddings/oleObject329.bin"/><Relationship Id="rId18" Type="http://schemas.openxmlformats.org/officeDocument/2006/relationships/image" Target="../media/image315.wmf"/><Relationship Id="rId17" Type="http://schemas.openxmlformats.org/officeDocument/2006/relationships/oleObject" Target="../embeddings/oleObject328.bin"/><Relationship Id="rId16" Type="http://schemas.openxmlformats.org/officeDocument/2006/relationships/image" Target="../media/image314.wmf"/><Relationship Id="rId15" Type="http://schemas.openxmlformats.org/officeDocument/2006/relationships/oleObject" Target="../embeddings/oleObject327.bin"/><Relationship Id="rId14" Type="http://schemas.openxmlformats.org/officeDocument/2006/relationships/image" Target="../media/image313.wmf"/><Relationship Id="rId13" Type="http://schemas.openxmlformats.org/officeDocument/2006/relationships/oleObject" Target="../embeddings/oleObject326.bin"/><Relationship Id="rId12" Type="http://schemas.openxmlformats.org/officeDocument/2006/relationships/image" Target="../media/image312.wmf"/><Relationship Id="rId11" Type="http://schemas.openxmlformats.org/officeDocument/2006/relationships/oleObject" Target="../embeddings/oleObject325.bin"/><Relationship Id="rId10" Type="http://schemas.openxmlformats.org/officeDocument/2006/relationships/image" Target="../media/image311.wmf"/><Relationship Id="rId1" Type="http://schemas.openxmlformats.org/officeDocument/2006/relationships/oleObject" Target="../embeddings/oleObject320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8.bin"/><Relationship Id="rId8" Type="http://schemas.openxmlformats.org/officeDocument/2006/relationships/image" Target="../media/image324.wmf"/><Relationship Id="rId7" Type="http://schemas.openxmlformats.org/officeDocument/2006/relationships/oleObject" Target="../embeddings/oleObject337.bin"/><Relationship Id="rId6" Type="http://schemas.openxmlformats.org/officeDocument/2006/relationships/image" Target="../media/image323.wmf"/><Relationship Id="rId5" Type="http://schemas.openxmlformats.org/officeDocument/2006/relationships/oleObject" Target="../embeddings/oleObject336.bin"/><Relationship Id="rId40" Type="http://schemas.openxmlformats.org/officeDocument/2006/relationships/vmlDrawing" Target="../drawings/vmlDrawing22.vml"/><Relationship Id="rId4" Type="http://schemas.openxmlformats.org/officeDocument/2006/relationships/image" Target="../media/image322.wmf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339.wmf"/><Relationship Id="rId37" Type="http://schemas.openxmlformats.org/officeDocument/2006/relationships/oleObject" Target="../embeddings/oleObject352.bin"/><Relationship Id="rId36" Type="http://schemas.openxmlformats.org/officeDocument/2006/relationships/image" Target="../media/image338.wmf"/><Relationship Id="rId35" Type="http://schemas.openxmlformats.org/officeDocument/2006/relationships/oleObject" Target="../embeddings/oleObject351.bin"/><Relationship Id="rId34" Type="http://schemas.openxmlformats.org/officeDocument/2006/relationships/image" Target="../media/image337.wmf"/><Relationship Id="rId33" Type="http://schemas.openxmlformats.org/officeDocument/2006/relationships/oleObject" Target="../embeddings/oleObject350.bin"/><Relationship Id="rId32" Type="http://schemas.openxmlformats.org/officeDocument/2006/relationships/image" Target="../media/image336.wmf"/><Relationship Id="rId31" Type="http://schemas.openxmlformats.org/officeDocument/2006/relationships/oleObject" Target="../embeddings/oleObject349.bin"/><Relationship Id="rId30" Type="http://schemas.openxmlformats.org/officeDocument/2006/relationships/image" Target="../media/image335.wmf"/><Relationship Id="rId3" Type="http://schemas.openxmlformats.org/officeDocument/2006/relationships/oleObject" Target="../embeddings/oleObject335.bin"/><Relationship Id="rId29" Type="http://schemas.openxmlformats.org/officeDocument/2006/relationships/oleObject" Target="../embeddings/oleObject348.bin"/><Relationship Id="rId28" Type="http://schemas.openxmlformats.org/officeDocument/2006/relationships/image" Target="../media/image334.wmf"/><Relationship Id="rId27" Type="http://schemas.openxmlformats.org/officeDocument/2006/relationships/oleObject" Target="../embeddings/oleObject347.bin"/><Relationship Id="rId26" Type="http://schemas.openxmlformats.org/officeDocument/2006/relationships/image" Target="../media/image333.wmf"/><Relationship Id="rId25" Type="http://schemas.openxmlformats.org/officeDocument/2006/relationships/oleObject" Target="../embeddings/oleObject346.bin"/><Relationship Id="rId24" Type="http://schemas.openxmlformats.org/officeDocument/2006/relationships/image" Target="../media/image332.wmf"/><Relationship Id="rId23" Type="http://schemas.openxmlformats.org/officeDocument/2006/relationships/oleObject" Target="../embeddings/oleObject345.bin"/><Relationship Id="rId22" Type="http://schemas.openxmlformats.org/officeDocument/2006/relationships/image" Target="../media/image331.wmf"/><Relationship Id="rId21" Type="http://schemas.openxmlformats.org/officeDocument/2006/relationships/oleObject" Target="../embeddings/oleObject344.bin"/><Relationship Id="rId20" Type="http://schemas.openxmlformats.org/officeDocument/2006/relationships/image" Target="../media/image330.emf"/><Relationship Id="rId2" Type="http://schemas.openxmlformats.org/officeDocument/2006/relationships/image" Target="../media/image321.emf"/><Relationship Id="rId19" Type="http://schemas.openxmlformats.org/officeDocument/2006/relationships/oleObject" Target="../embeddings/oleObject343.bin"/><Relationship Id="rId18" Type="http://schemas.openxmlformats.org/officeDocument/2006/relationships/image" Target="../media/image329.wmf"/><Relationship Id="rId17" Type="http://schemas.openxmlformats.org/officeDocument/2006/relationships/oleObject" Target="../embeddings/oleObject342.bin"/><Relationship Id="rId16" Type="http://schemas.openxmlformats.org/officeDocument/2006/relationships/image" Target="../media/image328.wmf"/><Relationship Id="rId15" Type="http://schemas.openxmlformats.org/officeDocument/2006/relationships/oleObject" Target="../embeddings/oleObject341.bin"/><Relationship Id="rId14" Type="http://schemas.openxmlformats.org/officeDocument/2006/relationships/image" Target="../media/image327.wmf"/><Relationship Id="rId13" Type="http://schemas.openxmlformats.org/officeDocument/2006/relationships/oleObject" Target="../embeddings/oleObject340.bin"/><Relationship Id="rId12" Type="http://schemas.openxmlformats.org/officeDocument/2006/relationships/image" Target="../media/image326.wmf"/><Relationship Id="rId11" Type="http://schemas.openxmlformats.org/officeDocument/2006/relationships/oleObject" Target="../embeddings/oleObject339.bin"/><Relationship Id="rId10" Type="http://schemas.openxmlformats.org/officeDocument/2006/relationships/image" Target="../media/image325.wmf"/><Relationship Id="rId1" Type="http://schemas.openxmlformats.org/officeDocument/2006/relationships/oleObject" Target="../embeddings/oleObject33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7.bin"/><Relationship Id="rId8" Type="http://schemas.openxmlformats.org/officeDocument/2006/relationships/image" Target="../media/image343.wmf"/><Relationship Id="rId7" Type="http://schemas.openxmlformats.org/officeDocument/2006/relationships/oleObject" Target="../embeddings/oleObject356.bin"/><Relationship Id="rId6" Type="http://schemas.openxmlformats.org/officeDocument/2006/relationships/image" Target="../media/image342.emf"/><Relationship Id="rId5" Type="http://schemas.openxmlformats.org/officeDocument/2006/relationships/oleObject" Target="../embeddings/oleObject355.bin"/><Relationship Id="rId4" Type="http://schemas.openxmlformats.org/officeDocument/2006/relationships/image" Target="../media/image341.emf"/><Relationship Id="rId3" Type="http://schemas.openxmlformats.org/officeDocument/2006/relationships/oleObject" Target="../embeddings/oleObject354.bin"/><Relationship Id="rId20" Type="http://schemas.openxmlformats.org/officeDocument/2006/relationships/vmlDrawing" Target="../drawings/vmlDrawing23.vml"/><Relationship Id="rId2" Type="http://schemas.openxmlformats.org/officeDocument/2006/relationships/image" Target="../media/image340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48.wmf"/><Relationship Id="rId17" Type="http://schemas.openxmlformats.org/officeDocument/2006/relationships/oleObject" Target="../embeddings/oleObject361.bin"/><Relationship Id="rId16" Type="http://schemas.openxmlformats.org/officeDocument/2006/relationships/image" Target="../media/image347.emf"/><Relationship Id="rId15" Type="http://schemas.openxmlformats.org/officeDocument/2006/relationships/oleObject" Target="../embeddings/oleObject360.bin"/><Relationship Id="rId14" Type="http://schemas.openxmlformats.org/officeDocument/2006/relationships/image" Target="../media/image346.emf"/><Relationship Id="rId13" Type="http://schemas.openxmlformats.org/officeDocument/2006/relationships/oleObject" Target="../embeddings/oleObject359.bin"/><Relationship Id="rId12" Type="http://schemas.openxmlformats.org/officeDocument/2006/relationships/image" Target="../media/image345.wmf"/><Relationship Id="rId11" Type="http://schemas.openxmlformats.org/officeDocument/2006/relationships/oleObject" Target="../embeddings/oleObject358.bin"/><Relationship Id="rId10" Type="http://schemas.openxmlformats.org/officeDocument/2006/relationships/image" Target="../media/image344.emf"/><Relationship Id="rId1" Type="http://schemas.openxmlformats.org/officeDocument/2006/relationships/oleObject" Target="../embeddings/oleObject353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6.bin"/><Relationship Id="rId8" Type="http://schemas.openxmlformats.org/officeDocument/2006/relationships/image" Target="../media/image352.wmf"/><Relationship Id="rId7" Type="http://schemas.openxmlformats.org/officeDocument/2006/relationships/oleObject" Target="../embeddings/oleObject365.bin"/><Relationship Id="rId6" Type="http://schemas.openxmlformats.org/officeDocument/2006/relationships/image" Target="../media/image351.wmf"/><Relationship Id="rId5" Type="http://schemas.openxmlformats.org/officeDocument/2006/relationships/oleObject" Target="../embeddings/oleObject364.bin"/><Relationship Id="rId4" Type="http://schemas.openxmlformats.org/officeDocument/2006/relationships/image" Target="../media/image350.wmf"/><Relationship Id="rId3" Type="http://schemas.openxmlformats.org/officeDocument/2006/relationships/oleObject" Target="../embeddings/oleObject363.bin"/><Relationship Id="rId2" Type="http://schemas.openxmlformats.org/officeDocument/2006/relationships/image" Target="../media/image349.wmf"/><Relationship Id="rId16" Type="http://schemas.openxmlformats.org/officeDocument/2006/relationships/vmlDrawing" Target="../drawings/vmlDrawing24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55.wmf"/><Relationship Id="rId13" Type="http://schemas.openxmlformats.org/officeDocument/2006/relationships/oleObject" Target="../embeddings/oleObject368.bin"/><Relationship Id="rId12" Type="http://schemas.openxmlformats.org/officeDocument/2006/relationships/image" Target="../media/image354.wmf"/><Relationship Id="rId11" Type="http://schemas.openxmlformats.org/officeDocument/2006/relationships/oleObject" Target="../embeddings/oleObject367.bin"/><Relationship Id="rId10" Type="http://schemas.openxmlformats.org/officeDocument/2006/relationships/image" Target="../media/image353.wmf"/><Relationship Id="rId1" Type="http://schemas.openxmlformats.org/officeDocument/2006/relationships/oleObject" Target="../embeddings/oleObject362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3.bin"/><Relationship Id="rId8" Type="http://schemas.openxmlformats.org/officeDocument/2006/relationships/image" Target="../media/image359.emf"/><Relationship Id="rId7" Type="http://schemas.openxmlformats.org/officeDocument/2006/relationships/oleObject" Target="../embeddings/oleObject372.bin"/><Relationship Id="rId6" Type="http://schemas.openxmlformats.org/officeDocument/2006/relationships/image" Target="../media/image358.emf"/><Relationship Id="rId5" Type="http://schemas.openxmlformats.org/officeDocument/2006/relationships/oleObject" Target="../embeddings/oleObject371.bin"/><Relationship Id="rId4" Type="http://schemas.openxmlformats.org/officeDocument/2006/relationships/image" Target="../media/image357.wmf"/><Relationship Id="rId35" Type="http://schemas.openxmlformats.org/officeDocument/2006/relationships/vmlDrawing" Target="../drawings/vmlDrawing25.vml"/><Relationship Id="rId34" Type="http://schemas.openxmlformats.org/officeDocument/2006/relationships/slideLayout" Target="../slideLayouts/slideLayout7.xml"/><Relationship Id="rId33" Type="http://schemas.openxmlformats.org/officeDocument/2006/relationships/image" Target="../media/image369.wmf"/><Relationship Id="rId32" Type="http://schemas.openxmlformats.org/officeDocument/2006/relationships/oleObject" Target="../embeddings/oleObject385.bin"/><Relationship Id="rId31" Type="http://schemas.openxmlformats.org/officeDocument/2006/relationships/oleObject" Target="../embeddings/oleObject384.bin"/><Relationship Id="rId30" Type="http://schemas.openxmlformats.org/officeDocument/2006/relationships/image" Target="../media/image368.wmf"/><Relationship Id="rId3" Type="http://schemas.openxmlformats.org/officeDocument/2006/relationships/oleObject" Target="../embeddings/oleObject370.bin"/><Relationship Id="rId29" Type="http://schemas.openxmlformats.org/officeDocument/2006/relationships/oleObject" Target="../embeddings/oleObject383.bin"/><Relationship Id="rId28" Type="http://schemas.openxmlformats.org/officeDocument/2006/relationships/image" Target="../media/image367.wmf"/><Relationship Id="rId27" Type="http://schemas.openxmlformats.org/officeDocument/2006/relationships/oleObject" Target="../embeddings/oleObject382.bin"/><Relationship Id="rId26" Type="http://schemas.openxmlformats.org/officeDocument/2006/relationships/image" Target="../media/image333.wmf"/><Relationship Id="rId25" Type="http://schemas.openxmlformats.org/officeDocument/2006/relationships/oleObject" Target="../embeddings/oleObject381.bin"/><Relationship Id="rId24" Type="http://schemas.openxmlformats.org/officeDocument/2006/relationships/image" Target="../media/image366.wmf"/><Relationship Id="rId23" Type="http://schemas.openxmlformats.org/officeDocument/2006/relationships/oleObject" Target="../embeddings/oleObject380.bin"/><Relationship Id="rId22" Type="http://schemas.openxmlformats.org/officeDocument/2006/relationships/image" Target="../media/image365.wmf"/><Relationship Id="rId21" Type="http://schemas.openxmlformats.org/officeDocument/2006/relationships/oleObject" Target="../embeddings/oleObject379.bin"/><Relationship Id="rId20" Type="http://schemas.openxmlformats.org/officeDocument/2006/relationships/image" Target="../media/image364.wmf"/><Relationship Id="rId2" Type="http://schemas.openxmlformats.org/officeDocument/2006/relationships/image" Target="../media/image356.wmf"/><Relationship Id="rId19" Type="http://schemas.openxmlformats.org/officeDocument/2006/relationships/oleObject" Target="../embeddings/oleObject378.bin"/><Relationship Id="rId18" Type="http://schemas.openxmlformats.org/officeDocument/2006/relationships/image" Target="../media/image363.wmf"/><Relationship Id="rId17" Type="http://schemas.openxmlformats.org/officeDocument/2006/relationships/oleObject" Target="../embeddings/oleObject377.bin"/><Relationship Id="rId16" Type="http://schemas.openxmlformats.org/officeDocument/2006/relationships/image" Target="../media/image362.wmf"/><Relationship Id="rId15" Type="http://schemas.openxmlformats.org/officeDocument/2006/relationships/oleObject" Target="../embeddings/oleObject376.bin"/><Relationship Id="rId14" Type="http://schemas.openxmlformats.org/officeDocument/2006/relationships/image" Target="../media/image325.wmf"/><Relationship Id="rId13" Type="http://schemas.openxmlformats.org/officeDocument/2006/relationships/oleObject" Target="../embeddings/oleObject375.bin"/><Relationship Id="rId12" Type="http://schemas.openxmlformats.org/officeDocument/2006/relationships/image" Target="../media/image361.wmf"/><Relationship Id="rId11" Type="http://schemas.openxmlformats.org/officeDocument/2006/relationships/oleObject" Target="../embeddings/oleObject374.bin"/><Relationship Id="rId10" Type="http://schemas.openxmlformats.org/officeDocument/2006/relationships/image" Target="../media/image360.emf"/><Relationship Id="rId1" Type="http://schemas.openxmlformats.org/officeDocument/2006/relationships/oleObject" Target="../embeddings/oleObject369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0.bin"/><Relationship Id="rId8" Type="http://schemas.openxmlformats.org/officeDocument/2006/relationships/image" Target="../media/image373.wmf"/><Relationship Id="rId7" Type="http://schemas.openxmlformats.org/officeDocument/2006/relationships/oleObject" Target="../embeddings/oleObject389.bin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388.bin"/><Relationship Id="rId4" Type="http://schemas.openxmlformats.org/officeDocument/2006/relationships/image" Target="../media/image371.wmf"/><Relationship Id="rId3" Type="http://schemas.openxmlformats.org/officeDocument/2006/relationships/oleObject" Target="../embeddings/oleObject387.bin"/><Relationship Id="rId2" Type="http://schemas.openxmlformats.org/officeDocument/2006/relationships/image" Target="../media/image370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74.wmf"/><Relationship Id="rId1" Type="http://schemas.openxmlformats.org/officeDocument/2006/relationships/oleObject" Target="../embeddings/oleObject386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5.bin"/><Relationship Id="rId8" Type="http://schemas.openxmlformats.org/officeDocument/2006/relationships/image" Target="../media/image378.wmf"/><Relationship Id="rId7" Type="http://schemas.openxmlformats.org/officeDocument/2006/relationships/oleObject" Target="../embeddings/oleObject394.bin"/><Relationship Id="rId6" Type="http://schemas.openxmlformats.org/officeDocument/2006/relationships/image" Target="../media/image377.wmf"/><Relationship Id="rId5" Type="http://schemas.openxmlformats.org/officeDocument/2006/relationships/oleObject" Target="../embeddings/oleObject393.bin"/><Relationship Id="rId4" Type="http://schemas.openxmlformats.org/officeDocument/2006/relationships/image" Target="../media/image376.wmf"/><Relationship Id="rId3" Type="http://schemas.openxmlformats.org/officeDocument/2006/relationships/oleObject" Target="../embeddings/oleObject392.bin"/><Relationship Id="rId2" Type="http://schemas.openxmlformats.org/officeDocument/2006/relationships/image" Target="../media/image375.wmf"/><Relationship Id="rId19" Type="http://schemas.openxmlformats.org/officeDocument/2006/relationships/notesSlide" Target="../notesSlides/notesSlide4.xml"/><Relationship Id="rId18" Type="http://schemas.openxmlformats.org/officeDocument/2006/relationships/vmlDrawing" Target="../drawings/vmlDrawing27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82.wmf"/><Relationship Id="rId15" Type="http://schemas.openxmlformats.org/officeDocument/2006/relationships/oleObject" Target="../embeddings/oleObject398.bin"/><Relationship Id="rId14" Type="http://schemas.openxmlformats.org/officeDocument/2006/relationships/image" Target="../media/image381.wmf"/><Relationship Id="rId13" Type="http://schemas.openxmlformats.org/officeDocument/2006/relationships/oleObject" Target="../embeddings/oleObject397.bin"/><Relationship Id="rId12" Type="http://schemas.openxmlformats.org/officeDocument/2006/relationships/image" Target="../media/image380.wmf"/><Relationship Id="rId11" Type="http://schemas.openxmlformats.org/officeDocument/2006/relationships/oleObject" Target="../embeddings/oleObject396.bin"/><Relationship Id="rId10" Type="http://schemas.openxmlformats.org/officeDocument/2006/relationships/image" Target="../media/image379.wmf"/><Relationship Id="rId1" Type="http://schemas.openxmlformats.org/officeDocument/2006/relationships/oleObject" Target="../embeddings/oleObject391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3.bin"/><Relationship Id="rId8" Type="http://schemas.openxmlformats.org/officeDocument/2006/relationships/image" Target="../media/image386.wmf"/><Relationship Id="rId7" Type="http://schemas.openxmlformats.org/officeDocument/2006/relationships/oleObject" Target="../embeddings/oleObject402.bin"/><Relationship Id="rId6" Type="http://schemas.openxmlformats.org/officeDocument/2006/relationships/image" Target="../media/image385.wmf"/><Relationship Id="rId5" Type="http://schemas.openxmlformats.org/officeDocument/2006/relationships/oleObject" Target="../embeddings/oleObject401.bin"/><Relationship Id="rId4" Type="http://schemas.openxmlformats.org/officeDocument/2006/relationships/image" Target="../media/image384.wmf"/><Relationship Id="rId3" Type="http://schemas.openxmlformats.org/officeDocument/2006/relationships/oleObject" Target="../embeddings/oleObject400.bin"/><Relationship Id="rId2" Type="http://schemas.openxmlformats.org/officeDocument/2006/relationships/image" Target="../media/image383.wmf"/><Relationship Id="rId19" Type="http://schemas.openxmlformats.org/officeDocument/2006/relationships/notesSlide" Target="../notesSlides/notesSlide5.xml"/><Relationship Id="rId18" Type="http://schemas.openxmlformats.org/officeDocument/2006/relationships/vmlDrawing" Target="../drawings/vmlDrawing28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90.wmf"/><Relationship Id="rId15" Type="http://schemas.openxmlformats.org/officeDocument/2006/relationships/oleObject" Target="../embeddings/oleObject406.bin"/><Relationship Id="rId14" Type="http://schemas.openxmlformats.org/officeDocument/2006/relationships/image" Target="../media/image389.wmf"/><Relationship Id="rId13" Type="http://schemas.openxmlformats.org/officeDocument/2006/relationships/oleObject" Target="../embeddings/oleObject405.bin"/><Relationship Id="rId12" Type="http://schemas.openxmlformats.org/officeDocument/2006/relationships/image" Target="../media/image388.wmf"/><Relationship Id="rId11" Type="http://schemas.openxmlformats.org/officeDocument/2006/relationships/oleObject" Target="../embeddings/oleObject404.bin"/><Relationship Id="rId10" Type="http://schemas.openxmlformats.org/officeDocument/2006/relationships/image" Target="../media/image387.wmf"/><Relationship Id="rId1" Type="http://schemas.openxmlformats.org/officeDocument/2006/relationships/oleObject" Target="../embeddings/oleObject399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1.bin"/><Relationship Id="rId8" Type="http://schemas.openxmlformats.org/officeDocument/2006/relationships/image" Target="../media/image394.emf"/><Relationship Id="rId7" Type="http://schemas.openxmlformats.org/officeDocument/2006/relationships/oleObject" Target="../embeddings/oleObject410.bin"/><Relationship Id="rId6" Type="http://schemas.openxmlformats.org/officeDocument/2006/relationships/image" Target="../media/image393.emf"/><Relationship Id="rId5" Type="http://schemas.openxmlformats.org/officeDocument/2006/relationships/oleObject" Target="../embeddings/oleObject409.bin"/><Relationship Id="rId44" Type="http://schemas.openxmlformats.org/officeDocument/2006/relationships/vmlDrawing" Target="../drawings/vmlDrawing29.v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411.wmf"/><Relationship Id="rId41" Type="http://schemas.openxmlformats.org/officeDocument/2006/relationships/oleObject" Target="../embeddings/oleObject427.bin"/><Relationship Id="rId40" Type="http://schemas.openxmlformats.org/officeDocument/2006/relationships/image" Target="../media/image410.wmf"/><Relationship Id="rId4" Type="http://schemas.openxmlformats.org/officeDocument/2006/relationships/image" Target="../media/image392.emf"/><Relationship Id="rId39" Type="http://schemas.openxmlformats.org/officeDocument/2006/relationships/oleObject" Target="../embeddings/oleObject426.bin"/><Relationship Id="rId38" Type="http://schemas.openxmlformats.org/officeDocument/2006/relationships/image" Target="../media/image409.wmf"/><Relationship Id="rId37" Type="http://schemas.openxmlformats.org/officeDocument/2006/relationships/oleObject" Target="../embeddings/oleObject425.bin"/><Relationship Id="rId36" Type="http://schemas.openxmlformats.org/officeDocument/2006/relationships/image" Target="../media/image408.wmf"/><Relationship Id="rId35" Type="http://schemas.openxmlformats.org/officeDocument/2006/relationships/oleObject" Target="../embeddings/oleObject424.bin"/><Relationship Id="rId34" Type="http://schemas.openxmlformats.org/officeDocument/2006/relationships/image" Target="../media/image407.wmf"/><Relationship Id="rId33" Type="http://schemas.openxmlformats.org/officeDocument/2006/relationships/oleObject" Target="../embeddings/oleObject423.bin"/><Relationship Id="rId32" Type="http://schemas.openxmlformats.org/officeDocument/2006/relationships/image" Target="../media/image406.wmf"/><Relationship Id="rId31" Type="http://schemas.openxmlformats.org/officeDocument/2006/relationships/oleObject" Target="../embeddings/oleObject422.bin"/><Relationship Id="rId30" Type="http://schemas.openxmlformats.org/officeDocument/2006/relationships/image" Target="../media/image405.wmf"/><Relationship Id="rId3" Type="http://schemas.openxmlformats.org/officeDocument/2006/relationships/oleObject" Target="../embeddings/oleObject408.bin"/><Relationship Id="rId29" Type="http://schemas.openxmlformats.org/officeDocument/2006/relationships/oleObject" Target="../embeddings/oleObject421.bin"/><Relationship Id="rId28" Type="http://schemas.openxmlformats.org/officeDocument/2006/relationships/image" Target="../media/image404.wmf"/><Relationship Id="rId27" Type="http://schemas.openxmlformats.org/officeDocument/2006/relationships/oleObject" Target="../embeddings/oleObject420.bin"/><Relationship Id="rId26" Type="http://schemas.openxmlformats.org/officeDocument/2006/relationships/image" Target="../media/image403.wmf"/><Relationship Id="rId25" Type="http://schemas.openxmlformats.org/officeDocument/2006/relationships/oleObject" Target="../embeddings/oleObject419.bin"/><Relationship Id="rId24" Type="http://schemas.openxmlformats.org/officeDocument/2006/relationships/image" Target="../media/image402.wmf"/><Relationship Id="rId23" Type="http://schemas.openxmlformats.org/officeDocument/2006/relationships/oleObject" Target="../embeddings/oleObject418.bin"/><Relationship Id="rId22" Type="http://schemas.openxmlformats.org/officeDocument/2006/relationships/image" Target="../media/image401.wmf"/><Relationship Id="rId21" Type="http://schemas.openxmlformats.org/officeDocument/2006/relationships/oleObject" Target="../embeddings/oleObject417.bin"/><Relationship Id="rId20" Type="http://schemas.openxmlformats.org/officeDocument/2006/relationships/image" Target="../media/image400.wmf"/><Relationship Id="rId2" Type="http://schemas.openxmlformats.org/officeDocument/2006/relationships/image" Target="../media/image391.wmf"/><Relationship Id="rId19" Type="http://schemas.openxmlformats.org/officeDocument/2006/relationships/oleObject" Target="../embeddings/oleObject416.bin"/><Relationship Id="rId18" Type="http://schemas.openxmlformats.org/officeDocument/2006/relationships/image" Target="../media/image399.wmf"/><Relationship Id="rId17" Type="http://schemas.openxmlformats.org/officeDocument/2006/relationships/oleObject" Target="../embeddings/oleObject415.bin"/><Relationship Id="rId16" Type="http://schemas.openxmlformats.org/officeDocument/2006/relationships/image" Target="../media/image398.emf"/><Relationship Id="rId15" Type="http://schemas.openxmlformats.org/officeDocument/2006/relationships/oleObject" Target="../embeddings/oleObject414.bin"/><Relationship Id="rId14" Type="http://schemas.openxmlformats.org/officeDocument/2006/relationships/image" Target="../media/image397.wmf"/><Relationship Id="rId13" Type="http://schemas.openxmlformats.org/officeDocument/2006/relationships/oleObject" Target="../embeddings/oleObject413.bin"/><Relationship Id="rId12" Type="http://schemas.openxmlformats.org/officeDocument/2006/relationships/image" Target="../media/image396.wmf"/><Relationship Id="rId11" Type="http://schemas.openxmlformats.org/officeDocument/2006/relationships/oleObject" Target="../embeddings/oleObject412.bin"/><Relationship Id="rId10" Type="http://schemas.openxmlformats.org/officeDocument/2006/relationships/image" Target="../media/image395.wmf"/><Relationship Id="rId1" Type="http://schemas.openxmlformats.org/officeDocument/2006/relationships/oleObject" Target="../embeddings/oleObject407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2.bin"/><Relationship Id="rId8" Type="http://schemas.openxmlformats.org/officeDocument/2006/relationships/image" Target="../media/image415.wmf"/><Relationship Id="rId7" Type="http://schemas.openxmlformats.org/officeDocument/2006/relationships/oleObject" Target="../embeddings/oleObject431.bin"/><Relationship Id="rId6" Type="http://schemas.openxmlformats.org/officeDocument/2006/relationships/image" Target="../media/image414.wmf"/><Relationship Id="rId56" Type="http://schemas.openxmlformats.org/officeDocument/2006/relationships/vmlDrawing" Target="../drawings/vmlDrawing30.vml"/><Relationship Id="rId55" Type="http://schemas.openxmlformats.org/officeDocument/2006/relationships/slideLayout" Target="../slideLayouts/slideLayout7.xml"/><Relationship Id="rId54" Type="http://schemas.openxmlformats.org/officeDocument/2006/relationships/image" Target="../media/image438.wmf"/><Relationship Id="rId53" Type="http://schemas.openxmlformats.org/officeDocument/2006/relationships/oleObject" Target="../embeddings/oleObject454.bin"/><Relationship Id="rId52" Type="http://schemas.openxmlformats.org/officeDocument/2006/relationships/image" Target="../media/image437.wmf"/><Relationship Id="rId51" Type="http://schemas.openxmlformats.org/officeDocument/2006/relationships/oleObject" Target="../embeddings/oleObject453.bin"/><Relationship Id="rId50" Type="http://schemas.openxmlformats.org/officeDocument/2006/relationships/image" Target="../media/image436.emf"/><Relationship Id="rId5" Type="http://schemas.openxmlformats.org/officeDocument/2006/relationships/oleObject" Target="../embeddings/oleObject430.bin"/><Relationship Id="rId49" Type="http://schemas.openxmlformats.org/officeDocument/2006/relationships/oleObject" Target="../embeddings/oleObject452.bin"/><Relationship Id="rId48" Type="http://schemas.openxmlformats.org/officeDocument/2006/relationships/image" Target="../media/image435.wmf"/><Relationship Id="rId47" Type="http://schemas.openxmlformats.org/officeDocument/2006/relationships/oleObject" Target="../embeddings/oleObject451.bin"/><Relationship Id="rId46" Type="http://schemas.openxmlformats.org/officeDocument/2006/relationships/image" Target="../media/image434.wmf"/><Relationship Id="rId45" Type="http://schemas.openxmlformats.org/officeDocument/2006/relationships/oleObject" Target="../embeddings/oleObject450.bin"/><Relationship Id="rId44" Type="http://schemas.openxmlformats.org/officeDocument/2006/relationships/image" Target="../media/image433.wmf"/><Relationship Id="rId43" Type="http://schemas.openxmlformats.org/officeDocument/2006/relationships/oleObject" Target="../embeddings/oleObject449.bin"/><Relationship Id="rId42" Type="http://schemas.openxmlformats.org/officeDocument/2006/relationships/image" Target="../media/image432.wmf"/><Relationship Id="rId41" Type="http://schemas.openxmlformats.org/officeDocument/2006/relationships/oleObject" Target="../embeddings/oleObject448.bin"/><Relationship Id="rId40" Type="http://schemas.openxmlformats.org/officeDocument/2006/relationships/image" Target="../media/image431.wmf"/><Relationship Id="rId4" Type="http://schemas.openxmlformats.org/officeDocument/2006/relationships/image" Target="../media/image413.wmf"/><Relationship Id="rId39" Type="http://schemas.openxmlformats.org/officeDocument/2006/relationships/oleObject" Target="../embeddings/oleObject447.bin"/><Relationship Id="rId38" Type="http://schemas.openxmlformats.org/officeDocument/2006/relationships/image" Target="../media/image430.wmf"/><Relationship Id="rId37" Type="http://schemas.openxmlformats.org/officeDocument/2006/relationships/oleObject" Target="../embeddings/oleObject446.bin"/><Relationship Id="rId36" Type="http://schemas.openxmlformats.org/officeDocument/2006/relationships/image" Target="../media/image429.wmf"/><Relationship Id="rId35" Type="http://schemas.openxmlformats.org/officeDocument/2006/relationships/oleObject" Target="../embeddings/oleObject445.bin"/><Relationship Id="rId34" Type="http://schemas.openxmlformats.org/officeDocument/2006/relationships/image" Target="../media/image428.wmf"/><Relationship Id="rId33" Type="http://schemas.openxmlformats.org/officeDocument/2006/relationships/oleObject" Target="../embeddings/oleObject444.bin"/><Relationship Id="rId32" Type="http://schemas.openxmlformats.org/officeDocument/2006/relationships/image" Target="../media/image427.wmf"/><Relationship Id="rId31" Type="http://schemas.openxmlformats.org/officeDocument/2006/relationships/oleObject" Target="../embeddings/oleObject443.bin"/><Relationship Id="rId30" Type="http://schemas.openxmlformats.org/officeDocument/2006/relationships/image" Target="../media/image426.wmf"/><Relationship Id="rId3" Type="http://schemas.openxmlformats.org/officeDocument/2006/relationships/oleObject" Target="../embeddings/oleObject429.bin"/><Relationship Id="rId29" Type="http://schemas.openxmlformats.org/officeDocument/2006/relationships/oleObject" Target="../embeddings/oleObject442.bin"/><Relationship Id="rId28" Type="http://schemas.openxmlformats.org/officeDocument/2006/relationships/image" Target="../media/image425.emf"/><Relationship Id="rId27" Type="http://schemas.openxmlformats.org/officeDocument/2006/relationships/oleObject" Target="../embeddings/oleObject441.bin"/><Relationship Id="rId26" Type="http://schemas.openxmlformats.org/officeDocument/2006/relationships/image" Target="../media/image424.emf"/><Relationship Id="rId25" Type="http://schemas.openxmlformats.org/officeDocument/2006/relationships/oleObject" Target="../embeddings/oleObject440.bin"/><Relationship Id="rId24" Type="http://schemas.openxmlformats.org/officeDocument/2006/relationships/image" Target="../media/image423.emf"/><Relationship Id="rId23" Type="http://schemas.openxmlformats.org/officeDocument/2006/relationships/oleObject" Target="../embeddings/oleObject439.bin"/><Relationship Id="rId22" Type="http://schemas.openxmlformats.org/officeDocument/2006/relationships/image" Target="../media/image422.wmf"/><Relationship Id="rId21" Type="http://schemas.openxmlformats.org/officeDocument/2006/relationships/oleObject" Target="../embeddings/oleObject438.bin"/><Relationship Id="rId20" Type="http://schemas.openxmlformats.org/officeDocument/2006/relationships/image" Target="../media/image421.wmf"/><Relationship Id="rId2" Type="http://schemas.openxmlformats.org/officeDocument/2006/relationships/image" Target="../media/image412.wmf"/><Relationship Id="rId19" Type="http://schemas.openxmlformats.org/officeDocument/2006/relationships/oleObject" Target="../embeddings/oleObject437.bin"/><Relationship Id="rId18" Type="http://schemas.openxmlformats.org/officeDocument/2006/relationships/image" Target="../media/image420.wmf"/><Relationship Id="rId17" Type="http://schemas.openxmlformats.org/officeDocument/2006/relationships/oleObject" Target="../embeddings/oleObject436.bin"/><Relationship Id="rId16" Type="http://schemas.openxmlformats.org/officeDocument/2006/relationships/image" Target="../media/image419.wmf"/><Relationship Id="rId15" Type="http://schemas.openxmlformats.org/officeDocument/2006/relationships/oleObject" Target="../embeddings/oleObject435.bin"/><Relationship Id="rId14" Type="http://schemas.openxmlformats.org/officeDocument/2006/relationships/image" Target="../media/image418.wmf"/><Relationship Id="rId13" Type="http://schemas.openxmlformats.org/officeDocument/2006/relationships/oleObject" Target="../embeddings/oleObject434.bin"/><Relationship Id="rId12" Type="http://schemas.openxmlformats.org/officeDocument/2006/relationships/image" Target="../media/image417.wmf"/><Relationship Id="rId11" Type="http://schemas.openxmlformats.org/officeDocument/2006/relationships/oleObject" Target="../embeddings/oleObject433.bin"/><Relationship Id="rId10" Type="http://schemas.openxmlformats.org/officeDocument/2006/relationships/image" Target="../media/image416.wmf"/><Relationship Id="rId1" Type="http://schemas.openxmlformats.org/officeDocument/2006/relationships/oleObject" Target="../embeddings/oleObject428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2.wmf"/><Relationship Id="rId8" Type="http://schemas.openxmlformats.org/officeDocument/2006/relationships/oleObject" Target="../embeddings/oleObject459.bin"/><Relationship Id="rId7" Type="http://schemas.openxmlformats.org/officeDocument/2006/relationships/image" Target="../media/image441.wmf"/><Relationship Id="rId6" Type="http://schemas.openxmlformats.org/officeDocument/2006/relationships/oleObject" Target="../embeddings/oleObject458.bin"/><Relationship Id="rId5" Type="http://schemas.openxmlformats.org/officeDocument/2006/relationships/oleObject" Target="../embeddings/oleObject457.bin"/><Relationship Id="rId4" Type="http://schemas.openxmlformats.org/officeDocument/2006/relationships/image" Target="../media/image440.wmf"/><Relationship Id="rId3" Type="http://schemas.openxmlformats.org/officeDocument/2006/relationships/oleObject" Target="../embeddings/oleObject456.bin"/><Relationship Id="rId23" Type="http://schemas.openxmlformats.org/officeDocument/2006/relationships/vmlDrawing" Target="../drawings/vmlDrawing31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448.wmf"/><Relationship Id="rId20" Type="http://schemas.openxmlformats.org/officeDocument/2006/relationships/oleObject" Target="../embeddings/oleObject465.bin"/><Relationship Id="rId2" Type="http://schemas.openxmlformats.org/officeDocument/2006/relationships/image" Target="../media/image439.wmf"/><Relationship Id="rId19" Type="http://schemas.openxmlformats.org/officeDocument/2006/relationships/image" Target="../media/image447.wmf"/><Relationship Id="rId18" Type="http://schemas.openxmlformats.org/officeDocument/2006/relationships/oleObject" Target="../embeddings/oleObject464.bin"/><Relationship Id="rId17" Type="http://schemas.openxmlformats.org/officeDocument/2006/relationships/image" Target="../media/image446.wmf"/><Relationship Id="rId16" Type="http://schemas.openxmlformats.org/officeDocument/2006/relationships/oleObject" Target="../embeddings/oleObject463.bin"/><Relationship Id="rId15" Type="http://schemas.openxmlformats.org/officeDocument/2006/relationships/image" Target="../media/image445.wmf"/><Relationship Id="rId14" Type="http://schemas.openxmlformats.org/officeDocument/2006/relationships/oleObject" Target="../embeddings/oleObject462.bin"/><Relationship Id="rId13" Type="http://schemas.openxmlformats.org/officeDocument/2006/relationships/image" Target="../media/image444.wmf"/><Relationship Id="rId12" Type="http://schemas.openxmlformats.org/officeDocument/2006/relationships/oleObject" Target="../embeddings/oleObject461.bin"/><Relationship Id="rId11" Type="http://schemas.openxmlformats.org/officeDocument/2006/relationships/image" Target="../media/image443.wmf"/><Relationship Id="rId10" Type="http://schemas.openxmlformats.org/officeDocument/2006/relationships/oleObject" Target="../embeddings/oleObject460.bin"/><Relationship Id="rId1" Type="http://schemas.openxmlformats.org/officeDocument/2006/relationships/oleObject" Target="../embeddings/oleObject455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0.bin"/><Relationship Id="rId8" Type="http://schemas.openxmlformats.org/officeDocument/2006/relationships/image" Target="../media/image452.emf"/><Relationship Id="rId7" Type="http://schemas.openxmlformats.org/officeDocument/2006/relationships/oleObject" Target="../embeddings/oleObject469.bin"/><Relationship Id="rId6" Type="http://schemas.openxmlformats.org/officeDocument/2006/relationships/image" Target="../media/image451.emf"/><Relationship Id="rId5" Type="http://schemas.openxmlformats.org/officeDocument/2006/relationships/oleObject" Target="../embeddings/oleObject468.bin"/><Relationship Id="rId4" Type="http://schemas.openxmlformats.org/officeDocument/2006/relationships/image" Target="../media/image450.emf"/><Relationship Id="rId3" Type="http://schemas.openxmlformats.org/officeDocument/2006/relationships/oleObject" Target="../embeddings/oleObject467.bin"/><Relationship Id="rId2" Type="http://schemas.openxmlformats.org/officeDocument/2006/relationships/image" Target="../media/image449.wmf"/><Relationship Id="rId19" Type="http://schemas.openxmlformats.org/officeDocument/2006/relationships/notesSlide" Target="../notesSlides/notesSlide6.xml"/><Relationship Id="rId18" Type="http://schemas.openxmlformats.org/officeDocument/2006/relationships/vmlDrawing" Target="../drawings/vmlDrawing32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56.wmf"/><Relationship Id="rId15" Type="http://schemas.openxmlformats.org/officeDocument/2006/relationships/oleObject" Target="../embeddings/oleObject473.bin"/><Relationship Id="rId14" Type="http://schemas.openxmlformats.org/officeDocument/2006/relationships/image" Target="../media/image455.wmf"/><Relationship Id="rId13" Type="http://schemas.openxmlformats.org/officeDocument/2006/relationships/oleObject" Target="../embeddings/oleObject472.bin"/><Relationship Id="rId12" Type="http://schemas.openxmlformats.org/officeDocument/2006/relationships/image" Target="../media/image454.wmf"/><Relationship Id="rId11" Type="http://schemas.openxmlformats.org/officeDocument/2006/relationships/oleObject" Target="../embeddings/oleObject471.bin"/><Relationship Id="rId10" Type="http://schemas.openxmlformats.org/officeDocument/2006/relationships/image" Target="../media/image453.wmf"/><Relationship Id="rId1" Type="http://schemas.openxmlformats.org/officeDocument/2006/relationships/oleObject" Target="../embeddings/oleObject466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8.bin"/><Relationship Id="rId8" Type="http://schemas.openxmlformats.org/officeDocument/2006/relationships/image" Target="../media/image457.wmf"/><Relationship Id="rId7" Type="http://schemas.openxmlformats.org/officeDocument/2006/relationships/oleObject" Target="../embeddings/oleObject477.bin"/><Relationship Id="rId6" Type="http://schemas.openxmlformats.org/officeDocument/2006/relationships/image" Target="../media/image451.emf"/><Relationship Id="rId5" Type="http://schemas.openxmlformats.org/officeDocument/2006/relationships/oleObject" Target="../embeddings/oleObject476.bin"/><Relationship Id="rId4" Type="http://schemas.openxmlformats.org/officeDocument/2006/relationships/image" Target="../media/image450.emf"/><Relationship Id="rId3" Type="http://schemas.openxmlformats.org/officeDocument/2006/relationships/oleObject" Target="../embeddings/oleObject475.bin"/><Relationship Id="rId2" Type="http://schemas.openxmlformats.org/officeDocument/2006/relationships/image" Target="../media/image449.wmf"/><Relationship Id="rId15" Type="http://schemas.openxmlformats.org/officeDocument/2006/relationships/notesSlide" Target="../notesSlides/notesSlide7.xml"/><Relationship Id="rId14" Type="http://schemas.openxmlformats.org/officeDocument/2006/relationships/vmlDrawing" Target="../drawings/vmlDrawing3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59.wmf"/><Relationship Id="rId11" Type="http://schemas.openxmlformats.org/officeDocument/2006/relationships/oleObject" Target="../embeddings/oleObject479.bin"/><Relationship Id="rId10" Type="http://schemas.openxmlformats.org/officeDocument/2006/relationships/image" Target="../media/image458.wmf"/><Relationship Id="rId1" Type="http://schemas.openxmlformats.org/officeDocument/2006/relationships/oleObject" Target="../embeddings/oleObject474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4.bin"/><Relationship Id="rId8" Type="http://schemas.openxmlformats.org/officeDocument/2006/relationships/image" Target="../media/image463.wmf"/><Relationship Id="rId7" Type="http://schemas.openxmlformats.org/officeDocument/2006/relationships/oleObject" Target="../embeddings/oleObject483.bin"/><Relationship Id="rId6" Type="http://schemas.openxmlformats.org/officeDocument/2006/relationships/image" Target="../media/image462.wmf"/><Relationship Id="rId5" Type="http://schemas.openxmlformats.org/officeDocument/2006/relationships/oleObject" Target="../embeddings/oleObject482.bin"/><Relationship Id="rId4" Type="http://schemas.openxmlformats.org/officeDocument/2006/relationships/image" Target="../media/image461.wmf"/><Relationship Id="rId3" Type="http://schemas.openxmlformats.org/officeDocument/2006/relationships/oleObject" Target="../embeddings/oleObject481.bin"/><Relationship Id="rId2" Type="http://schemas.openxmlformats.org/officeDocument/2006/relationships/image" Target="../media/image460.wmf"/><Relationship Id="rId12" Type="http://schemas.openxmlformats.org/officeDocument/2006/relationships/vmlDrawing" Target="../drawings/vmlDrawing3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64.wmf"/><Relationship Id="rId1" Type="http://schemas.openxmlformats.org/officeDocument/2006/relationships/oleObject" Target="../embeddings/oleObject480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9.bin"/><Relationship Id="rId8" Type="http://schemas.openxmlformats.org/officeDocument/2006/relationships/image" Target="../media/image378.wmf"/><Relationship Id="rId7" Type="http://schemas.openxmlformats.org/officeDocument/2006/relationships/oleObject" Target="../embeddings/oleObject488.bin"/><Relationship Id="rId6" Type="http://schemas.openxmlformats.org/officeDocument/2006/relationships/image" Target="../media/image465.wmf"/><Relationship Id="rId5" Type="http://schemas.openxmlformats.org/officeDocument/2006/relationships/oleObject" Target="../embeddings/oleObject487.bin"/><Relationship Id="rId4" Type="http://schemas.openxmlformats.org/officeDocument/2006/relationships/image" Target="../media/image376.wmf"/><Relationship Id="rId3" Type="http://schemas.openxmlformats.org/officeDocument/2006/relationships/oleObject" Target="../embeddings/oleObject486.bin"/><Relationship Id="rId2" Type="http://schemas.openxmlformats.org/officeDocument/2006/relationships/image" Target="../media/image375.wmf"/><Relationship Id="rId19" Type="http://schemas.openxmlformats.org/officeDocument/2006/relationships/notesSlide" Target="../notesSlides/notesSlide8.xml"/><Relationship Id="rId18" Type="http://schemas.openxmlformats.org/officeDocument/2006/relationships/vmlDrawing" Target="../drawings/vmlDrawing35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82.wmf"/><Relationship Id="rId15" Type="http://schemas.openxmlformats.org/officeDocument/2006/relationships/oleObject" Target="../embeddings/oleObject492.bin"/><Relationship Id="rId14" Type="http://schemas.openxmlformats.org/officeDocument/2006/relationships/image" Target="../media/image381.wmf"/><Relationship Id="rId13" Type="http://schemas.openxmlformats.org/officeDocument/2006/relationships/oleObject" Target="../embeddings/oleObject491.bin"/><Relationship Id="rId12" Type="http://schemas.openxmlformats.org/officeDocument/2006/relationships/image" Target="../media/image380.wmf"/><Relationship Id="rId11" Type="http://schemas.openxmlformats.org/officeDocument/2006/relationships/oleObject" Target="../embeddings/oleObject490.bin"/><Relationship Id="rId10" Type="http://schemas.openxmlformats.org/officeDocument/2006/relationships/image" Target="../media/image379.wmf"/><Relationship Id="rId1" Type="http://schemas.openxmlformats.org/officeDocument/2006/relationships/oleObject" Target="../embeddings/oleObject485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7.bin"/><Relationship Id="rId8" Type="http://schemas.openxmlformats.org/officeDocument/2006/relationships/image" Target="../media/image468.wmf"/><Relationship Id="rId7" Type="http://schemas.openxmlformats.org/officeDocument/2006/relationships/oleObject" Target="../embeddings/oleObject496.bin"/><Relationship Id="rId6" Type="http://schemas.openxmlformats.org/officeDocument/2006/relationships/image" Target="../media/image467.wmf"/><Relationship Id="rId5" Type="http://schemas.openxmlformats.org/officeDocument/2006/relationships/oleObject" Target="../embeddings/oleObject495.bin"/><Relationship Id="rId4" Type="http://schemas.openxmlformats.org/officeDocument/2006/relationships/image" Target="../media/image466.emf"/><Relationship Id="rId3" Type="http://schemas.openxmlformats.org/officeDocument/2006/relationships/oleObject" Target="../embeddings/oleObject494.bin"/><Relationship Id="rId26" Type="http://schemas.openxmlformats.org/officeDocument/2006/relationships/vmlDrawing" Target="../drawings/vmlDrawing36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476.wmf"/><Relationship Id="rId23" Type="http://schemas.openxmlformats.org/officeDocument/2006/relationships/oleObject" Target="../embeddings/oleObject504.bin"/><Relationship Id="rId22" Type="http://schemas.openxmlformats.org/officeDocument/2006/relationships/image" Target="../media/image475.wmf"/><Relationship Id="rId21" Type="http://schemas.openxmlformats.org/officeDocument/2006/relationships/oleObject" Target="../embeddings/oleObject503.bin"/><Relationship Id="rId20" Type="http://schemas.openxmlformats.org/officeDocument/2006/relationships/image" Target="../media/image474.wmf"/><Relationship Id="rId2" Type="http://schemas.openxmlformats.org/officeDocument/2006/relationships/image" Target="../media/image349.wmf"/><Relationship Id="rId19" Type="http://schemas.openxmlformats.org/officeDocument/2006/relationships/oleObject" Target="../embeddings/oleObject502.bin"/><Relationship Id="rId18" Type="http://schemas.openxmlformats.org/officeDocument/2006/relationships/image" Target="../media/image473.wmf"/><Relationship Id="rId17" Type="http://schemas.openxmlformats.org/officeDocument/2006/relationships/oleObject" Target="../embeddings/oleObject501.bin"/><Relationship Id="rId16" Type="http://schemas.openxmlformats.org/officeDocument/2006/relationships/image" Target="../media/image472.wmf"/><Relationship Id="rId15" Type="http://schemas.openxmlformats.org/officeDocument/2006/relationships/oleObject" Target="../embeddings/oleObject500.bin"/><Relationship Id="rId14" Type="http://schemas.openxmlformats.org/officeDocument/2006/relationships/image" Target="../media/image471.wmf"/><Relationship Id="rId13" Type="http://schemas.openxmlformats.org/officeDocument/2006/relationships/oleObject" Target="../embeddings/oleObject499.bin"/><Relationship Id="rId12" Type="http://schemas.openxmlformats.org/officeDocument/2006/relationships/image" Target="../media/image470.wmf"/><Relationship Id="rId11" Type="http://schemas.openxmlformats.org/officeDocument/2006/relationships/oleObject" Target="../embeddings/oleObject498.bin"/><Relationship Id="rId10" Type="http://schemas.openxmlformats.org/officeDocument/2006/relationships/image" Target="../media/image469.wmf"/><Relationship Id="rId1" Type="http://schemas.openxmlformats.org/officeDocument/2006/relationships/oleObject" Target="../embeddings/oleObject493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9.bin"/><Relationship Id="rId8" Type="http://schemas.openxmlformats.org/officeDocument/2006/relationships/image" Target="../media/image480.wmf"/><Relationship Id="rId7" Type="http://schemas.openxmlformats.org/officeDocument/2006/relationships/oleObject" Target="../embeddings/oleObject508.bin"/><Relationship Id="rId6" Type="http://schemas.openxmlformats.org/officeDocument/2006/relationships/image" Target="../media/image479.wmf"/><Relationship Id="rId5" Type="http://schemas.openxmlformats.org/officeDocument/2006/relationships/oleObject" Target="../embeddings/oleObject507.bin"/><Relationship Id="rId4" Type="http://schemas.openxmlformats.org/officeDocument/2006/relationships/image" Target="../media/image478.wmf"/><Relationship Id="rId3" Type="http://schemas.openxmlformats.org/officeDocument/2006/relationships/oleObject" Target="../embeddings/oleObject506.bin"/><Relationship Id="rId22" Type="http://schemas.openxmlformats.org/officeDocument/2006/relationships/vmlDrawing" Target="../drawings/vmlDrawing37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488.wmf"/><Relationship Id="rId2" Type="http://schemas.openxmlformats.org/officeDocument/2006/relationships/image" Target="../media/image477.wmf"/><Relationship Id="rId19" Type="http://schemas.openxmlformats.org/officeDocument/2006/relationships/oleObject" Target="../embeddings/oleObject512.bin"/><Relationship Id="rId18" Type="http://schemas.microsoft.com/office/2007/relationships/hdphoto" Target="../media/image487.wdp"/><Relationship Id="rId17" Type="http://schemas.openxmlformats.org/officeDocument/2006/relationships/image" Target="../media/image486.png"/><Relationship Id="rId16" Type="http://schemas.openxmlformats.org/officeDocument/2006/relationships/image" Target="../media/image485.wmf"/><Relationship Id="rId15" Type="http://schemas.openxmlformats.org/officeDocument/2006/relationships/oleObject" Target="../embeddings/oleObject511.bin"/><Relationship Id="rId14" Type="http://schemas.microsoft.com/office/2007/relationships/hdphoto" Target="../media/image484.wdp"/><Relationship Id="rId13" Type="http://schemas.openxmlformats.org/officeDocument/2006/relationships/image" Target="../media/image483.png"/><Relationship Id="rId12" Type="http://schemas.openxmlformats.org/officeDocument/2006/relationships/image" Target="../media/image482.wmf"/><Relationship Id="rId11" Type="http://schemas.openxmlformats.org/officeDocument/2006/relationships/oleObject" Target="../embeddings/oleObject510.bin"/><Relationship Id="rId10" Type="http://schemas.openxmlformats.org/officeDocument/2006/relationships/image" Target="../media/image481.wmf"/><Relationship Id="rId1" Type="http://schemas.openxmlformats.org/officeDocument/2006/relationships/oleObject" Target="../embeddings/oleObject505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7.bin"/><Relationship Id="rId8" Type="http://schemas.openxmlformats.org/officeDocument/2006/relationships/image" Target="../media/image492.wmf"/><Relationship Id="rId7" Type="http://schemas.openxmlformats.org/officeDocument/2006/relationships/oleObject" Target="../embeddings/oleObject516.bin"/><Relationship Id="rId6" Type="http://schemas.openxmlformats.org/officeDocument/2006/relationships/image" Target="../media/image491.emf"/><Relationship Id="rId5" Type="http://schemas.openxmlformats.org/officeDocument/2006/relationships/oleObject" Target="../embeddings/oleObject515.bin"/><Relationship Id="rId4" Type="http://schemas.openxmlformats.org/officeDocument/2006/relationships/image" Target="../media/image490.wmf"/><Relationship Id="rId3" Type="http://schemas.openxmlformats.org/officeDocument/2006/relationships/oleObject" Target="../embeddings/oleObject514.bin"/><Relationship Id="rId2" Type="http://schemas.openxmlformats.org/officeDocument/2006/relationships/image" Target="../media/image489.wmf"/><Relationship Id="rId16" Type="http://schemas.openxmlformats.org/officeDocument/2006/relationships/vmlDrawing" Target="../drawings/vmlDrawing3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95.emf"/><Relationship Id="rId13" Type="http://schemas.openxmlformats.org/officeDocument/2006/relationships/oleObject" Target="../embeddings/oleObject519.bin"/><Relationship Id="rId12" Type="http://schemas.openxmlformats.org/officeDocument/2006/relationships/image" Target="../media/image494.wmf"/><Relationship Id="rId11" Type="http://schemas.openxmlformats.org/officeDocument/2006/relationships/oleObject" Target="../embeddings/oleObject518.bin"/><Relationship Id="rId10" Type="http://schemas.openxmlformats.org/officeDocument/2006/relationships/image" Target="../media/image493.wmf"/><Relationship Id="rId1" Type="http://schemas.openxmlformats.org/officeDocument/2006/relationships/oleObject" Target="../embeddings/oleObject513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4.bin"/><Relationship Id="rId8" Type="http://schemas.openxmlformats.org/officeDocument/2006/relationships/image" Target="../media/image499.emf"/><Relationship Id="rId7" Type="http://schemas.openxmlformats.org/officeDocument/2006/relationships/oleObject" Target="../embeddings/oleObject523.bin"/><Relationship Id="rId6" Type="http://schemas.openxmlformats.org/officeDocument/2006/relationships/image" Target="../media/image498.wmf"/><Relationship Id="rId5" Type="http://schemas.openxmlformats.org/officeDocument/2006/relationships/oleObject" Target="../embeddings/oleObject522.bin"/><Relationship Id="rId4" Type="http://schemas.openxmlformats.org/officeDocument/2006/relationships/image" Target="../media/image497.wmf"/><Relationship Id="rId3" Type="http://schemas.openxmlformats.org/officeDocument/2006/relationships/oleObject" Target="../embeddings/oleObject521.bin"/><Relationship Id="rId2" Type="http://schemas.openxmlformats.org/officeDocument/2006/relationships/image" Target="../media/image496.wmf"/><Relationship Id="rId18" Type="http://schemas.openxmlformats.org/officeDocument/2006/relationships/vmlDrawing" Target="../drawings/vmlDrawing39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503.wmf"/><Relationship Id="rId15" Type="http://schemas.openxmlformats.org/officeDocument/2006/relationships/oleObject" Target="../embeddings/oleObject527.bin"/><Relationship Id="rId14" Type="http://schemas.openxmlformats.org/officeDocument/2006/relationships/image" Target="../media/image502.wmf"/><Relationship Id="rId13" Type="http://schemas.openxmlformats.org/officeDocument/2006/relationships/oleObject" Target="../embeddings/oleObject526.bin"/><Relationship Id="rId12" Type="http://schemas.openxmlformats.org/officeDocument/2006/relationships/image" Target="../media/image501.wmf"/><Relationship Id="rId11" Type="http://schemas.openxmlformats.org/officeDocument/2006/relationships/oleObject" Target="../embeddings/oleObject525.bin"/><Relationship Id="rId10" Type="http://schemas.openxmlformats.org/officeDocument/2006/relationships/image" Target="../media/image500.wmf"/><Relationship Id="rId1" Type="http://schemas.openxmlformats.org/officeDocument/2006/relationships/oleObject" Target="../embeddings/oleObject5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3"/>
          <p:cNvSpPr>
            <a:spLocks noChangeArrowheads="1" noChangeShapeType="1" noTextEdit="1"/>
          </p:cNvSpPr>
          <p:nvPr/>
        </p:nvSpPr>
        <p:spPr bwMode="auto">
          <a:xfrm>
            <a:off x="2339975" y="981075"/>
            <a:ext cx="3887788" cy="561975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709162"/>
              </a:avLst>
            </a:prstTxWarp>
          </a:bodyPr>
          <a:lstStyle/>
          <a:p>
            <a:pPr algn="ctr"/>
            <a:r>
              <a:rPr lang="en-US" altLang="zh-CN" sz="4400" b="1" kern="10">
                <a:ln w="9525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CHAPTER 2</a:t>
            </a:r>
            <a:endParaRPr lang="zh-CN" altLang="en-US" sz="4400" b="1" kern="10">
              <a:ln w="9525">
                <a:solidFill>
                  <a:srgbClr val="FFCC00"/>
                </a:solidFill>
                <a:round/>
              </a:ln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1" name="WordArt 4"/>
          <p:cNvSpPr>
            <a:spLocks noChangeArrowheads="1" noChangeShapeType="1" noTextEdit="1"/>
          </p:cNvSpPr>
          <p:nvPr/>
        </p:nvSpPr>
        <p:spPr bwMode="auto">
          <a:xfrm>
            <a:off x="539750" y="2562225"/>
            <a:ext cx="8208963" cy="23066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18"/>
              </a:avLst>
            </a:prstTxWarp>
          </a:bodyPr>
          <a:lstStyle/>
          <a:p>
            <a:pPr algn="ctr"/>
            <a:r>
              <a:rPr lang="en-US" altLang="zh-CN" sz="4800" b="1" kern="10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</a:rPr>
              <a:t>Solutions of</a:t>
            </a:r>
            <a:endParaRPr lang="en-US" altLang="zh-CN" sz="4800" b="1" kern="10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</a:endParaRPr>
          </a:p>
          <a:p>
            <a:pPr algn="ctr"/>
            <a:r>
              <a:rPr lang="en-US" altLang="zh-CN" sz="4800" b="1" kern="10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 panose="02040604050505020304"/>
              </a:rPr>
              <a:t> Nonlinear Equations</a:t>
            </a:r>
            <a:endParaRPr lang="zh-CN" altLang="en-US" sz="4800" b="1" kern="10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 panose="02040604050505020304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0"/>
          <p:cNvGrpSpPr/>
          <p:nvPr/>
        </p:nvGrpSpPr>
        <p:grpSpPr bwMode="auto">
          <a:xfrm>
            <a:off x="5595938" y="387350"/>
            <a:ext cx="3384550" cy="582613"/>
            <a:chOff x="3379" y="436"/>
            <a:chExt cx="2132" cy="367"/>
          </a:xfrm>
        </p:grpSpPr>
        <p:sp>
          <p:nvSpPr>
            <p:cNvPr id="5151" name="Line 4"/>
            <p:cNvSpPr>
              <a:spLocks noChangeShapeType="1"/>
            </p:cNvSpPr>
            <p:nvPr/>
          </p:nvSpPr>
          <p:spPr bwMode="auto">
            <a:xfrm>
              <a:off x="3379" y="527"/>
              <a:ext cx="2132" cy="0"/>
            </a:xfrm>
            <a:prstGeom prst="line">
              <a:avLst/>
            </a:prstGeom>
            <a:noFill/>
            <a:ln w="38100" cap="sq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52" name="Object 5"/>
            <p:cNvGraphicFramePr>
              <a:graphicFrameLocks noChangeAspect="1"/>
            </p:cNvGraphicFramePr>
            <p:nvPr/>
          </p:nvGraphicFramePr>
          <p:xfrm>
            <a:off x="3560" y="436"/>
            <a:ext cx="8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公式" r:id="rId1" imgW="88900" imgH="202565" progId="Equation.3">
                    <p:embed/>
                  </p:oleObj>
                </mc:Choice>
                <mc:Fallback>
                  <p:oleObj name="公式" r:id="rId1" imgW="88900" imgH="202565" progId="Equation.3">
                    <p:embed/>
                    <p:pic>
                      <p:nvPicPr>
                        <p:cNvPr id="0" name="图片 3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436"/>
                          <a:ext cx="8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3" name="Object 6"/>
            <p:cNvGraphicFramePr>
              <a:graphicFrameLocks noChangeAspect="1"/>
            </p:cNvGraphicFramePr>
            <p:nvPr/>
          </p:nvGraphicFramePr>
          <p:xfrm>
            <a:off x="5012" y="436"/>
            <a:ext cx="8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公式" r:id="rId3" imgW="88900" imgH="202565" progId="Equation.3">
                    <p:embed/>
                  </p:oleObj>
                </mc:Choice>
                <mc:Fallback>
                  <p:oleObj name="公式" r:id="rId3" imgW="88900" imgH="202565" progId="Equation.3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436"/>
                          <a:ext cx="8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4" name="Oval 7"/>
            <p:cNvSpPr>
              <a:spLocks noChangeArrowheads="1"/>
            </p:cNvSpPr>
            <p:nvPr/>
          </p:nvSpPr>
          <p:spPr bwMode="auto">
            <a:xfrm>
              <a:off x="4622" y="513"/>
              <a:ext cx="45" cy="46"/>
            </a:xfrm>
            <a:prstGeom prst="ellipse">
              <a:avLst/>
            </a:prstGeom>
            <a:solidFill>
              <a:srgbClr val="FF00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155" name="Object 8"/>
            <p:cNvGraphicFramePr>
              <a:graphicFrameLocks noChangeAspect="1"/>
            </p:cNvGraphicFramePr>
            <p:nvPr/>
          </p:nvGraphicFramePr>
          <p:xfrm>
            <a:off x="3515" y="663"/>
            <a:ext cx="139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5" imgW="127000" imgH="139700" progId="Equation.3">
                    <p:embed/>
                  </p:oleObj>
                </mc:Choice>
                <mc:Fallback>
                  <p:oleObj name="公式" r:id="rId5" imgW="127000" imgH="139700" progId="Equation.3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663"/>
                          <a:ext cx="139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6" name="Object 9"/>
            <p:cNvGraphicFramePr>
              <a:graphicFrameLocks noChangeAspect="1"/>
            </p:cNvGraphicFramePr>
            <p:nvPr/>
          </p:nvGraphicFramePr>
          <p:xfrm>
            <a:off x="5069" y="621"/>
            <a:ext cx="139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7" imgW="127000" imgH="177165" progId="Equation.3">
                    <p:embed/>
                  </p:oleObj>
                </mc:Choice>
                <mc:Fallback>
                  <p:oleObj name="公式" r:id="rId7" imgW="127000" imgH="177165" progId="Equation.3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9" y="621"/>
                          <a:ext cx="139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15" name="Object 11"/>
          <p:cNvGraphicFramePr>
            <a:graphicFrameLocks noChangeAspect="1"/>
          </p:cNvGraphicFramePr>
          <p:nvPr/>
        </p:nvGraphicFramePr>
        <p:xfrm>
          <a:off x="200657" y="293370"/>
          <a:ext cx="50752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489200" imgH="406400" progId="Equation.DSMT4">
                  <p:embed/>
                </p:oleObj>
              </mc:Choice>
              <mc:Fallback>
                <p:oleObj name="Equation" r:id="rId9" imgW="2489200" imgH="40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57" y="293370"/>
                        <a:ext cx="50752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6" name="Object 12"/>
          <p:cNvGraphicFramePr>
            <a:graphicFrameLocks noChangeAspect="1"/>
          </p:cNvGraphicFramePr>
          <p:nvPr/>
        </p:nvGraphicFramePr>
        <p:xfrm>
          <a:off x="5380038" y="676275"/>
          <a:ext cx="5048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11" imgW="220345" imgH="154305" progId="Equation.3">
                  <p:embed/>
                </p:oleObj>
              </mc:Choice>
              <mc:Fallback>
                <p:oleObj name="公式" r:id="rId11" imgW="220345" imgH="154305" progId="Equation.3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0038" y="676275"/>
                        <a:ext cx="50482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7" name="Object 13"/>
          <p:cNvGraphicFramePr>
            <a:graphicFrameLocks noChangeAspect="1"/>
          </p:cNvGraphicFramePr>
          <p:nvPr/>
        </p:nvGraphicFramePr>
        <p:xfrm>
          <a:off x="8420100" y="623888"/>
          <a:ext cx="48418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13" imgW="209550" imgH="154305" progId="Equation.3">
                  <p:embed/>
                </p:oleObj>
              </mc:Choice>
              <mc:Fallback>
                <p:oleObj name="公式" r:id="rId13" imgW="209550" imgH="154305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100" y="623888"/>
                        <a:ext cx="484188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21" name="Group 17"/>
          <p:cNvGrpSpPr/>
          <p:nvPr/>
        </p:nvGrpSpPr>
        <p:grpSpPr bwMode="auto">
          <a:xfrm>
            <a:off x="7164388" y="374650"/>
            <a:ext cx="0" cy="568325"/>
            <a:chOff x="4451" y="255"/>
            <a:chExt cx="206" cy="358"/>
          </a:xfrm>
        </p:grpSpPr>
        <p:sp>
          <p:nvSpPr>
            <p:cNvPr id="5149" name="Line 15"/>
            <p:cNvSpPr>
              <a:spLocks noChangeShapeType="1"/>
            </p:cNvSpPr>
            <p:nvPr/>
          </p:nvSpPr>
          <p:spPr bwMode="auto">
            <a:xfrm flipV="1">
              <a:off x="4513" y="255"/>
              <a:ext cx="0" cy="91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50" name="Object 16"/>
            <p:cNvGraphicFramePr>
              <a:graphicFrameLocks noChangeAspect="1"/>
            </p:cNvGraphicFramePr>
            <p:nvPr/>
          </p:nvGraphicFramePr>
          <p:xfrm>
            <a:off x="4451" y="388"/>
            <a:ext cx="20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5" imgW="132080" imgH="165100" progId="Equation.DSMT4">
                    <p:embed/>
                  </p:oleObj>
                </mc:Choice>
                <mc:Fallback>
                  <p:oleObj name="Equation" r:id="rId15" imgW="132080" imgH="1651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388"/>
                          <a:ext cx="206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22" name="Object 18"/>
          <p:cNvGraphicFramePr>
            <a:graphicFrameLocks noChangeAspect="1"/>
          </p:cNvGraphicFramePr>
          <p:nvPr/>
        </p:nvGraphicFramePr>
        <p:xfrm>
          <a:off x="58738" y="981075"/>
          <a:ext cx="743108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3644900" imgH="228600" progId="Equation.DSMT4">
                  <p:embed/>
                </p:oleObj>
              </mc:Choice>
              <mc:Fallback>
                <p:oleObj name="Equation" r:id="rId17" imgW="3644900" imgH="2286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8" y="981075"/>
                        <a:ext cx="743108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3" name="Object 19"/>
          <p:cNvGraphicFramePr>
            <a:graphicFrameLocks noChangeAspect="1"/>
          </p:cNvGraphicFramePr>
          <p:nvPr/>
        </p:nvGraphicFramePr>
        <p:xfrm>
          <a:off x="6659563" y="620713"/>
          <a:ext cx="50482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220345" imgH="143510" progId="Equation.DSMT4">
                  <p:embed/>
                </p:oleObj>
              </mc:Choice>
              <mc:Fallback>
                <p:oleObj name="Equation" r:id="rId19" imgW="220345" imgH="14351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620713"/>
                        <a:ext cx="504825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4" name="Object 20"/>
          <p:cNvGraphicFramePr>
            <a:graphicFrameLocks noChangeAspect="1"/>
          </p:cNvGraphicFramePr>
          <p:nvPr/>
        </p:nvGraphicFramePr>
        <p:xfrm>
          <a:off x="8388350" y="908050"/>
          <a:ext cx="46355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198120" imgH="143510" progId="Equation.DSMT4">
                  <p:embed/>
                </p:oleObj>
              </mc:Choice>
              <mc:Fallback>
                <p:oleObj name="Equation" r:id="rId21" imgW="198120" imgH="14351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908050"/>
                        <a:ext cx="46355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28" name="Group 24"/>
          <p:cNvGrpSpPr/>
          <p:nvPr/>
        </p:nvGrpSpPr>
        <p:grpSpPr bwMode="auto">
          <a:xfrm>
            <a:off x="7627938" y="374650"/>
            <a:ext cx="306387" cy="569913"/>
            <a:chOff x="4805" y="236"/>
            <a:chExt cx="193" cy="359"/>
          </a:xfrm>
        </p:grpSpPr>
        <p:sp>
          <p:nvSpPr>
            <p:cNvPr id="5147" name="Line 22"/>
            <p:cNvSpPr>
              <a:spLocks noChangeShapeType="1"/>
            </p:cNvSpPr>
            <p:nvPr/>
          </p:nvSpPr>
          <p:spPr bwMode="auto">
            <a:xfrm flipV="1">
              <a:off x="4860" y="236"/>
              <a:ext cx="0" cy="91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48" name="Object 23"/>
            <p:cNvGraphicFramePr>
              <a:graphicFrameLocks noChangeAspect="1"/>
            </p:cNvGraphicFramePr>
            <p:nvPr/>
          </p:nvGraphicFramePr>
          <p:xfrm>
            <a:off x="4805" y="369"/>
            <a:ext cx="19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Equation" r:id="rId23" imgW="121285" imgH="165100" progId="Equation.DSMT4">
                    <p:embed/>
                  </p:oleObj>
                </mc:Choice>
                <mc:Fallback>
                  <p:oleObj name="Equation" r:id="rId23" imgW="121285" imgH="165100" progId="Equation.DSMT4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5" y="369"/>
                          <a:ext cx="193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29" name="Object 25"/>
          <p:cNvGraphicFramePr>
            <a:graphicFrameLocks noChangeAspect="1"/>
          </p:cNvGraphicFramePr>
          <p:nvPr/>
        </p:nvGraphicFramePr>
        <p:xfrm>
          <a:off x="247650" y="2152799"/>
          <a:ext cx="46355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公式" r:id="rId25" imgW="2273300" imgH="203200" progId="Equation.3">
                  <p:embed/>
                </p:oleObj>
              </mc:Choice>
              <mc:Fallback>
                <p:oleObj name="公式" r:id="rId25" imgW="2273300" imgH="203200" progId="Equation.3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152799"/>
                        <a:ext cx="46355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0" name="Object 26"/>
          <p:cNvGraphicFramePr>
            <a:graphicFrameLocks noChangeAspect="1"/>
          </p:cNvGraphicFramePr>
          <p:nvPr/>
        </p:nvGraphicFramePr>
        <p:xfrm>
          <a:off x="575152" y="2512992"/>
          <a:ext cx="3492792" cy="730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7" imgW="1777365" imgH="406400" progId="Equation.DSMT4">
                  <p:embed/>
                </p:oleObj>
              </mc:Choice>
              <mc:Fallback>
                <p:oleObj name="Equation" r:id="rId27" imgW="1777365" imgH="406400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52" y="2512992"/>
                        <a:ext cx="3492792" cy="730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2" name="Object 28"/>
          <p:cNvGraphicFramePr>
            <a:graphicFrameLocks noChangeAspect="1"/>
          </p:cNvGraphicFramePr>
          <p:nvPr/>
        </p:nvGraphicFramePr>
        <p:xfrm>
          <a:off x="4368007" y="2720976"/>
          <a:ext cx="45831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9" imgW="53949600" imgH="5486400" progId="Equation.DSMT4">
                  <p:embed/>
                </p:oleObj>
              </mc:Choice>
              <mc:Fallback>
                <p:oleObj name="Equation" r:id="rId29" imgW="53949600" imgH="5486400" progId="Equation.DSMT4">
                  <p:embed/>
                  <p:pic>
                    <p:nvPicPr>
                      <p:cNvPr id="0" name="图片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007" y="2720976"/>
                        <a:ext cx="4583112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3" name="Object 29"/>
          <p:cNvGraphicFramePr>
            <a:graphicFrameLocks noChangeAspect="1"/>
          </p:cNvGraphicFramePr>
          <p:nvPr/>
        </p:nvGraphicFramePr>
        <p:xfrm>
          <a:off x="179388" y="3310086"/>
          <a:ext cx="8032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公式" r:id="rId31" imgW="393065" imgH="177800" progId="Equation.3">
                  <p:embed/>
                </p:oleObj>
              </mc:Choice>
              <mc:Fallback>
                <p:oleObj name="公式" r:id="rId31" imgW="393065" imgH="177800" progId="Equation.3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310086"/>
                        <a:ext cx="8032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4" name="Object 30"/>
          <p:cNvGraphicFramePr>
            <a:graphicFrameLocks noChangeAspect="1"/>
          </p:cNvGraphicFramePr>
          <p:nvPr/>
        </p:nvGraphicFramePr>
        <p:xfrm>
          <a:off x="1101725" y="3240088"/>
          <a:ext cx="2693988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3" imgW="31699200" imgH="9753600" progId="Equation.DSMT4">
                  <p:embed/>
                </p:oleObj>
              </mc:Choice>
              <mc:Fallback>
                <p:oleObj name="Equation" r:id="rId33" imgW="31699200" imgH="9753600" progId="Equation.DSMT4">
                  <p:embed/>
                  <p:pic>
                    <p:nvPicPr>
                      <p:cNvPr id="0" name="图片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3240088"/>
                        <a:ext cx="2693988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6" name="Object 32"/>
          <p:cNvGraphicFramePr>
            <a:graphicFrameLocks noChangeAspect="1"/>
          </p:cNvGraphicFramePr>
          <p:nvPr/>
        </p:nvGraphicFramePr>
        <p:xfrm>
          <a:off x="3751898" y="4362768"/>
          <a:ext cx="147955" cy="31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5" imgW="1765300" imgH="405765" progId="Equation.DSMT4">
                  <p:embed/>
                </p:oleObj>
              </mc:Choice>
              <mc:Fallback>
                <p:oleObj name="Equation" r:id="rId35" imgW="1765300" imgH="405765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898" y="4362768"/>
                        <a:ext cx="147955" cy="31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7" name="Object 33"/>
          <p:cNvGraphicFramePr>
            <a:graphicFrameLocks noChangeAspect="1"/>
          </p:cNvGraphicFramePr>
          <p:nvPr/>
        </p:nvGraphicFramePr>
        <p:xfrm>
          <a:off x="5811838" y="3985895"/>
          <a:ext cx="263683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7" imgW="32613600" imgH="9753600" progId="Equation.DSMT4">
                  <p:embed/>
                </p:oleObj>
              </mc:Choice>
              <mc:Fallback>
                <p:oleObj name="Equation" r:id="rId37" imgW="32613600" imgH="9753600" progId="Equation.DSMT4">
                  <p:embed/>
                  <p:pic>
                    <p:nvPicPr>
                      <p:cNvPr id="0" name="图片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838" y="3985895"/>
                        <a:ext cx="2636837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35"/>
          <p:cNvGraphicFramePr>
            <a:graphicFrameLocks noChangeAspect="1"/>
          </p:cNvGraphicFramePr>
          <p:nvPr/>
        </p:nvGraphicFramePr>
        <p:xfrm>
          <a:off x="7480300" y="219075"/>
          <a:ext cx="3127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9" imgW="99060" imgH="109855" progId="Equation.DSMT4">
                  <p:embed/>
                </p:oleObj>
              </mc:Choice>
              <mc:Fallback>
                <p:oleObj name="Equation" r:id="rId39" imgW="99060" imgH="109855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219075"/>
                        <a:ext cx="312738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40" name="Object 36"/>
          <p:cNvGraphicFramePr>
            <a:graphicFrameLocks noChangeAspect="1"/>
          </p:cNvGraphicFramePr>
          <p:nvPr/>
        </p:nvGraphicFramePr>
        <p:xfrm>
          <a:off x="169908" y="4778375"/>
          <a:ext cx="15017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41" imgW="736600" imgH="203200" progId="Equation.DSMT4">
                  <p:embed/>
                </p:oleObj>
              </mc:Choice>
              <mc:Fallback>
                <p:oleObj name="Equation" r:id="rId41" imgW="736600" imgH="203200" progId="Equation.DSMT4">
                  <p:embed/>
                  <p:pic>
                    <p:nvPicPr>
                      <p:cNvPr id="0" name="图片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08" y="4778375"/>
                        <a:ext cx="1501775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41" name="Object 37"/>
          <p:cNvGraphicFramePr>
            <a:graphicFrameLocks noChangeAspect="1"/>
          </p:cNvGraphicFramePr>
          <p:nvPr/>
        </p:nvGraphicFramePr>
        <p:xfrm>
          <a:off x="1626409" y="5159524"/>
          <a:ext cx="21447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43" imgW="26517600" imgH="10058400" progId="Equation.DSMT4">
                  <p:embed/>
                </p:oleObj>
              </mc:Choice>
              <mc:Fallback>
                <p:oleObj name="Equation" r:id="rId43" imgW="26517600" imgH="10058400" progId="Equation.DSMT4">
                  <p:embed/>
                  <p:pic>
                    <p:nvPicPr>
                      <p:cNvPr id="0" name="图片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409" y="5159524"/>
                        <a:ext cx="21447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42" name="Object 38"/>
          <p:cNvGraphicFramePr>
            <a:graphicFrameLocks noChangeAspect="1"/>
          </p:cNvGraphicFramePr>
          <p:nvPr/>
        </p:nvGraphicFramePr>
        <p:xfrm>
          <a:off x="4005262" y="5370983"/>
          <a:ext cx="56673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公式" r:id="rId45" imgW="292100" imgH="177800" progId="Equation.3">
                  <p:embed/>
                </p:oleObj>
              </mc:Choice>
              <mc:Fallback>
                <p:oleObj name="公式" r:id="rId45" imgW="292100" imgH="177800" progId="Equation.3">
                  <p:embed/>
                  <p:pic>
                    <p:nvPicPr>
                      <p:cNvPr id="0" name="图片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2" y="5370983"/>
                        <a:ext cx="566738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43" name="Object 39"/>
          <p:cNvGraphicFramePr>
            <a:graphicFrameLocks noChangeAspect="1"/>
          </p:cNvGraphicFramePr>
          <p:nvPr/>
        </p:nvGraphicFramePr>
        <p:xfrm>
          <a:off x="4831556" y="5265031"/>
          <a:ext cx="16017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47" imgW="19812000" imgH="6705600" progId="Equation.DSMT4">
                  <p:embed/>
                </p:oleObj>
              </mc:Choice>
              <mc:Fallback>
                <p:oleObj name="Equation" r:id="rId47" imgW="19812000" imgH="67056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1556" y="5265031"/>
                        <a:ext cx="16017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46" name="Group 42"/>
          <p:cNvGrpSpPr/>
          <p:nvPr/>
        </p:nvGrpSpPr>
        <p:grpSpPr bwMode="auto">
          <a:xfrm>
            <a:off x="250825" y="1341438"/>
            <a:ext cx="8488363" cy="404812"/>
            <a:chOff x="158" y="845"/>
            <a:chExt cx="5347" cy="255"/>
          </a:xfrm>
        </p:grpSpPr>
        <p:sp>
          <p:nvSpPr>
            <p:cNvPr id="5145" name="Line 40"/>
            <p:cNvSpPr>
              <a:spLocks noChangeShapeType="1"/>
            </p:cNvSpPr>
            <p:nvPr/>
          </p:nvSpPr>
          <p:spPr bwMode="auto">
            <a:xfrm>
              <a:off x="158" y="935"/>
              <a:ext cx="4400" cy="0"/>
            </a:xfrm>
            <a:prstGeom prst="line">
              <a:avLst/>
            </a:prstGeom>
            <a:noFill/>
            <a:ln w="28575" cap="sq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46" name="Object 41"/>
            <p:cNvGraphicFramePr>
              <a:graphicFrameLocks noChangeAspect="1"/>
            </p:cNvGraphicFramePr>
            <p:nvPr/>
          </p:nvGraphicFramePr>
          <p:xfrm>
            <a:off x="4589" y="845"/>
            <a:ext cx="91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" name="Equation" r:id="rId49" imgW="749300" imgH="228600" progId="Equation.DSMT4">
                    <p:embed/>
                  </p:oleObj>
                </mc:Choice>
                <mc:Fallback>
                  <p:oleObj name="Equation" r:id="rId49" imgW="749300" imgH="228600" progId="Equation.DSMT4">
                    <p:embed/>
                    <p:pic>
                      <p:nvPicPr>
                        <p:cNvPr id="0" name="图片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9" y="845"/>
                          <a:ext cx="916" cy="255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23"/>
          <p:cNvGraphicFramePr>
            <a:graphicFrameLocks noChangeAspect="1"/>
          </p:cNvGraphicFramePr>
          <p:nvPr/>
        </p:nvGraphicFramePr>
        <p:xfrm>
          <a:off x="7051675" y="582613"/>
          <a:ext cx="32861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51" imgW="132080" imgH="165100" progId="Equation.DSMT4">
                  <p:embed/>
                </p:oleObj>
              </mc:Choice>
              <mc:Fallback>
                <p:oleObj name="Equation" r:id="rId51" imgW="132080" imgH="165100" progId="Equation.DSMT4">
                  <p:embed/>
                  <p:pic>
                    <p:nvPicPr>
                      <p:cNvPr id="0" name="图片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1675" y="582613"/>
                        <a:ext cx="328613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1"/>
          <p:cNvGraphicFramePr>
            <a:graphicFrameLocks noChangeAspect="1"/>
          </p:cNvGraphicFramePr>
          <p:nvPr/>
        </p:nvGraphicFramePr>
        <p:xfrm>
          <a:off x="141287" y="1423175"/>
          <a:ext cx="1501775" cy="67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53" imgW="19812000" imgH="9753600" progId="Equation.DSMT4">
                  <p:embed/>
                </p:oleObj>
              </mc:Choice>
              <mc:Fallback>
                <p:oleObj name="Equation" r:id="rId53" imgW="19812000" imgH="9753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" y="1423175"/>
                        <a:ext cx="1501775" cy="677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8"/>
          <p:cNvGraphicFramePr>
            <a:graphicFrameLocks noChangeAspect="1"/>
          </p:cNvGraphicFramePr>
          <p:nvPr/>
        </p:nvGraphicFramePr>
        <p:xfrm>
          <a:off x="1857177" y="1407334"/>
          <a:ext cx="1990923" cy="693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55" imgW="28041600" imgH="10668000" progId="Equation.DSMT4">
                  <p:embed/>
                </p:oleObj>
              </mc:Choice>
              <mc:Fallback>
                <p:oleObj name="Equation" r:id="rId55" imgW="28041600" imgH="10668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177" y="1407334"/>
                        <a:ext cx="1990923" cy="693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8"/>
          <p:cNvGraphicFramePr>
            <a:graphicFrameLocks noChangeAspect="1"/>
          </p:cNvGraphicFramePr>
          <p:nvPr/>
        </p:nvGraphicFramePr>
        <p:xfrm>
          <a:off x="4201002" y="1520825"/>
          <a:ext cx="10350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57" imgW="12192000" imgH="5486400" progId="Equation.DSMT4">
                  <p:embed/>
                </p:oleObj>
              </mc:Choice>
              <mc:Fallback>
                <p:oleObj name="Equation" r:id="rId57" imgW="12192000" imgH="5486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1002" y="1520825"/>
                        <a:ext cx="103505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1"/>
          <p:cNvGraphicFramePr>
            <a:graphicFrameLocks noChangeAspect="1"/>
          </p:cNvGraphicFramePr>
          <p:nvPr/>
        </p:nvGraphicFramePr>
        <p:xfrm>
          <a:off x="5492750" y="1390650"/>
          <a:ext cx="154781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59" imgW="20421600" imgH="9753600" progId="Equation.DSMT4">
                  <p:embed/>
                </p:oleObj>
              </mc:Choice>
              <mc:Fallback>
                <p:oleObj name="Equation" r:id="rId59" imgW="20421600" imgH="9753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0" y="1390650"/>
                        <a:ext cx="1547813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9"/>
          <p:cNvGraphicFramePr>
            <a:graphicFrameLocks noChangeAspect="1"/>
          </p:cNvGraphicFramePr>
          <p:nvPr/>
        </p:nvGraphicFramePr>
        <p:xfrm>
          <a:off x="7105650" y="769452"/>
          <a:ext cx="460374" cy="359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61" imgW="7010400" imgH="5486400" progId="Equation.DSMT4">
                  <p:embed/>
                </p:oleObj>
              </mc:Choice>
              <mc:Fallback>
                <p:oleObj name="Equation" r:id="rId61" imgW="7010400" imgH="5486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650" y="769452"/>
                        <a:ext cx="460374" cy="359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0"/>
          <p:cNvGraphicFramePr>
            <a:graphicFrameLocks noChangeAspect="1"/>
          </p:cNvGraphicFramePr>
          <p:nvPr/>
        </p:nvGraphicFramePr>
        <p:xfrm>
          <a:off x="7626350" y="769938"/>
          <a:ext cx="490537" cy="39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63" imgW="6705600" imgH="5486400" progId="Equation.DSMT4">
                  <p:embed/>
                </p:oleObj>
              </mc:Choice>
              <mc:Fallback>
                <p:oleObj name="Equation" r:id="rId63" imgW="6705600" imgH="5486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6350" y="769938"/>
                        <a:ext cx="490537" cy="394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3"/>
          <p:cNvGraphicFramePr>
            <a:graphicFrameLocks noChangeAspect="1"/>
          </p:cNvGraphicFramePr>
          <p:nvPr/>
        </p:nvGraphicFramePr>
        <p:xfrm>
          <a:off x="7348698" y="435284"/>
          <a:ext cx="39286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65" imgW="4572000" imgH="5486400" progId="Equation.DSMT4">
                  <p:embed/>
                </p:oleObj>
              </mc:Choice>
              <mc:Fallback>
                <p:oleObj name="Equation" r:id="rId65" imgW="4572000" imgH="54864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8698" y="435284"/>
                        <a:ext cx="39286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17"/>
          <p:cNvGrpSpPr/>
          <p:nvPr/>
        </p:nvGrpSpPr>
        <p:grpSpPr bwMode="auto">
          <a:xfrm>
            <a:off x="7485696" y="339725"/>
            <a:ext cx="0" cy="568325"/>
            <a:chOff x="4451" y="255"/>
            <a:chExt cx="206" cy="358"/>
          </a:xfrm>
        </p:grpSpPr>
        <p:sp>
          <p:nvSpPr>
            <p:cNvPr id="50" name="Line 15"/>
            <p:cNvSpPr>
              <a:spLocks noChangeShapeType="1"/>
            </p:cNvSpPr>
            <p:nvPr/>
          </p:nvSpPr>
          <p:spPr bwMode="auto">
            <a:xfrm flipV="1">
              <a:off x="4513" y="255"/>
              <a:ext cx="0" cy="91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" name="Object 16"/>
            <p:cNvGraphicFramePr>
              <a:graphicFrameLocks noChangeAspect="1"/>
            </p:cNvGraphicFramePr>
            <p:nvPr/>
          </p:nvGraphicFramePr>
          <p:xfrm>
            <a:off x="4451" y="388"/>
            <a:ext cx="20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" name="Equation" r:id="rId67" imgW="132080" imgH="165100" progId="Equation.DSMT4">
                    <p:embed/>
                  </p:oleObj>
                </mc:Choice>
                <mc:Fallback>
                  <p:oleObj name="Equation" r:id="rId67" imgW="132080" imgH="1651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388"/>
                          <a:ext cx="206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76200" y="24587"/>
            <a:ext cx="4586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2.1  Bisection Method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5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5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5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5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5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5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5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6150" y="116285"/>
            <a:ext cx="61198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Theorem 2. 1 </a:t>
            </a:r>
            <a:r>
              <a:rPr lang="en-US" altLang="zh-CN" sz="2400" b="1" dirty="0">
                <a:solidFill>
                  <a:schemeClr val="tx1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Bisection Theorem</a:t>
            </a:r>
            <a:r>
              <a:rPr lang="en-US" altLang="zh-CN" sz="2400" b="1" dirty="0">
                <a:solidFill>
                  <a:schemeClr val="tx1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zh-CN" altLang="en-US" sz="2400" dirty="0">
              <a:solidFill>
                <a:schemeClr val="tx1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1302" y="602903"/>
          <a:ext cx="5437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69494400" imgH="4876800" progId="Equation.DSMT4">
                  <p:embed/>
                </p:oleObj>
              </mc:Choice>
              <mc:Fallback>
                <p:oleObj name="Equation" r:id="rId1" imgW="69494400" imgH="48768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02" y="602903"/>
                        <a:ext cx="54371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46150" y="980728"/>
          <a:ext cx="82740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05765600" imgH="5791200" progId="Equation.DSMT4">
                  <p:embed/>
                </p:oleObj>
              </mc:Choice>
              <mc:Fallback>
                <p:oleObj name="Equation" r:id="rId3" imgW="105765600" imgH="5791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0" y="980728"/>
                        <a:ext cx="82740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0930" y="1536779"/>
          <a:ext cx="2336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1244600" imgH="203200" progId="Equation.DSMT4">
                  <p:embed/>
                </p:oleObj>
              </mc:Choice>
              <mc:Fallback>
                <p:oleObj name="Equation" r:id="rId5" imgW="1244600" imgH="2032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30" y="1536779"/>
                        <a:ext cx="2336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36837" y="1320607"/>
          <a:ext cx="373536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46939200" imgH="9753600" progId="Equation.DSMT4">
                  <p:embed/>
                </p:oleObj>
              </mc:Choice>
              <mc:Fallback>
                <p:oleObj name="Equation" r:id="rId7" imgW="46939200" imgH="97536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7" y="1320607"/>
                        <a:ext cx="3735363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82437" y="1949047"/>
            <a:ext cx="1708090" cy="461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Ex. 2. 1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99592" y="2402381"/>
          <a:ext cx="49625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66141600" imgH="5486400" progId="Equation.DSMT4">
                  <p:embed/>
                </p:oleObj>
              </mc:Choice>
              <mc:Fallback>
                <p:oleObj name="Equation" r:id="rId9" imgW="66141600" imgH="5486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402381"/>
                        <a:ext cx="496252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325729" y="1955614"/>
          <a:ext cx="61515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1" imgW="81991200" imgH="5486400" progId="Equation.DSMT4">
                  <p:embed/>
                </p:oleObj>
              </mc:Choice>
              <mc:Fallback>
                <p:oleObj name="Equation" r:id="rId11" imgW="819912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729" y="1955614"/>
                        <a:ext cx="615156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2232" y="2869791"/>
          <a:ext cx="368141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3" imgW="49072800" imgH="5486400" progId="Equation.DSMT4">
                  <p:embed/>
                </p:oleObj>
              </mc:Choice>
              <mc:Fallback>
                <p:oleObj name="Equation" r:id="rId13" imgW="49072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32" y="2869791"/>
                        <a:ext cx="368141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012433" y="2693251"/>
          <a:ext cx="2253529" cy="693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5" imgW="31394400" imgH="9753600" progId="Equation.DSMT4">
                  <p:embed/>
                </p:oleObj>
              </mc:Choice>
              <mc:Fallback>
                <p:oleObj name="Equation" r:id="rId15" imgW="31394400" imgH="97536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433" y="2693251"/>
                        <a:ext cx="2253529" cy="693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57917" y="3382855"/>
          <a:ext cx="2811070" cy="385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7" imgW="39624000" imgH="5486400" progId="Equation.DSMT4">
                  <p:embed/>
                </p:oleObj>
              </mc:Choice>
              <mc:Fallback>
                <p:oleObj name="Equation" r:id="rId17" imgW="39624000" imgH="54864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17" y="3382855"/>
                        <a:ext cx="2811070" cy="385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333671" y="3356411"/>
          <a:ext cx="3191419" cy="41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9" imgW="42062400" imgH="5486400" progId="Equation.DSMT4">
                  <p:embed/>
                </p:oleObj>
              </mc:Choice>
              <mc:Fallback>
                <p:oleObj name="Equation" r:id="rId19" imgW="42062400" imgH="54864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671" y="3356411"/>
                        <a:ext cx="3191419" cy="412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85875" y="3823821"/>
          <a:ext cx="37973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1" imgW="50596800" imgH="5486400" progId="Equation.DSMT4">
                  <p:embed/>
                </p:oleObj>
              </mc:Choice>
              <mc:Fallback>
                <p:oleObj name="Equation" r:id="rId21" imgW="50596800" imgH="54864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75" y="3823821"/>
                        <a:ext cx="37973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415559" y="3678099"/>
          <a:ext cx="30861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3" imgW="42976800" imgH="9753600" progId="Equation.DSMT4">
                  <p:embed/>
                </p:oleObj>
              </mc:Choice>
              <mc:Fallback>
                <p:oleObj name="Equation" r:id="rId23" imgW="42976800" imgH="97536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559" y="3678099"/>
                        <a:ext cx="30861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22288" y="4407445"/>
          <a:ext cx="257333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5" imgW="36271200" imgH="5486400" progId="Equation.DSMT4">
                  <p:embed/>
                </p:oleObj>
              </mc:Choice>
              <mc:Fallback>
                <p:oleObj name="Equation" r:id="rId25" imgW="36271200" imgH="54864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4407445"/>
                        <a:ext cx="2573337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213100" y="4350871"/>
          <a:ext cx="24288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27" imgW="32004000" imgH="5486400" progId="Equation.DSMT4">
                  <p:embed/>
                </p:oleObj>
              </mc:Choice>
              <mc:Fallback>
                <p:oleObj name="Equation" r:id="rId27" imgW="32004000" imgH="54864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4350871"/>
                        <a:ext cx="24288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94348" y="4882684"/>
          <a:ext cx="40941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9" imgW="54559200" imgH="5486400" progId="Equation.DSMT4">
                  <p:embed/>
                </p:oleObj>
              </mc:Choice>
              <mc:Fallback>
                <p:oleObj name="Equation" r:id="rId29" imgW="54559200" imgH="54864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8" y="4882684"/>
                        <a:ext cx="4094163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573332" y="4661027"/>
          <a:ext cx="25384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1" imgW="35356800" imgH="9753600" progId="Equation.DSMT4">
                  <p:embed/>
                </p:oleObj>
              </mc:Choice>
              <mc:Fallback>
                <p:oleObj name="Equation" r:id="rId31" imgW="35356800" imgH="97536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332" y="4661027"/>
                        <a:ext cx="25384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382588" y="5474245"/>
          <a:ext cx="274478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3" imgW="38709600" imgH="5486400" progId="Equation.DSMT4">
                  <p:embed/>
                </p:oleObj>
              </mc:Choice>
              <mc:Fallback>
                <p:oleObj name="Equation" r:id="rId33" imgW="38709600" imgH="54864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5474245"/>
                        <a:ext cx="2744787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117850" y="5447257"/>
          <a:ext cx="24066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35" imgW="31699200" imgH="5486400" progId="Equation.DSMT4">
                  <p:embed/>
                </p:oleObj>
              </mc:Choice>
              <mc:Fallback>
                <p:oleObj name="Equation" r:id="rId35" imgW="31699200" imgH="54864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5447257"/>
                        <a:ext cx="24066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357188" y="5950495"/>
          <a:ext cx="43688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37" imgW="58216800" imgH="5486400" progId="Equation.DSMT4">
                  <p:embed/>
                </p:oleObj>
              </mc:Choice>
              <mc:Fallback>
                <p:oleObj name="Equation" r:id="rId37" imgW="582168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5950495"/>
                        <a:ext cx="43688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4746235" y="5761424"/>
          <a:ext cx="25384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39" imgW="35356800" imgH="9753600" progId="Equation.DSMT4">
                  <p:embed/>
                </p:oleObj>
              </mc:Choice>
              <mc:Fallback>
                <p:oleObj name="Equation" r:id="rId39" imgW="35356800" imgH="97536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235" y="5761424"/>
                        <a:ext cx="25384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7064576" y="2443200"/>
          <a:ext cx="1851339" cy="1385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41" imgW="27432000" imgH="20726400" progId="Equation.DSMT4">
                  <p:embed/>
                </p:oleObj>
              </mc:Choice>
              <mc:Fallback>
                <p:oleObj name="Equation" r:id="rId41" imgW="27432000" imgH="207264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576" y="2443200"/>
                        <a:ext cx="1851339" cy="138568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2"/>
          <p:cNvGrpSpPr/>
          <p:nvPr/>
        </p:nvGrpSpPr>
        <p:grpSpPr bwMode="auto">
          <a:xfrm>
            <a:off x="251520" y="300831"/>
            <a:ext cx="7815263" cy="1004888"/>
            <a:chOff x="0" y="2112"/>
            <a:chExt cx="4923" cy="633"/>
          </a:xfrm>
        </p:grpSpPr>
        <p:sp>
          <p:nvSpPr>
            <p:cNvPr id="7196" name="Rectangle 13"/>
            <p:cNvSpPr>
              <a:spLocks noChangeArrowheads="1"/>
            </p:cNvSpPr>
            <p:nvPr/>
          </p:nvSpPr>
          <p:spPr bwMode="auto">
            <a:xfrm>
              <a:off x="0" y="2112"/>
              <a:ext cx="4923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990033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Example 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Use the Bisection method to find the solution 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accurate to        for                          on         .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197" name="Object 14"/>
            <p:cNvGraphicFramePr>
              <a:graphicFrameLocks noChangeAspect="1"/>
            </p:cNvGraphicFramePr>
            <p:nvPr/>
          </p:nvGraphicFramePr>
          <p:xfrm>
            <a:off x="995" y="2383"/>
            <a:ext cx="298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Equation" r:id="rId1" imgW="209550" imgH="132080" progId="Equation.DSMT4">
                    <p:embed/>
                  </p:oleObj>
                </mc:Choice>
                <mc:Fallback>
                  <p:oleObj name="Equation" r:id="rId1" imgW="209550" imgH="132080" progId="Equation.DSMT4">
                    <p:embed/>
                    <p:pic>
                      <p:nvPicPr>
                        <p:cNvPr id="0" name="图片 3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2383"/>
                          <a:ext cx="298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8" name="Object 15"/>
            <p:cNvGraphicFramePr>
              <a:graphicFrameLocks noChangeAspect="1"/>
            </p:cNvGraphicFramePr>
            <p:nvPr/>
          </p:nvGraphicFramePr>
          <p:xfrm>
            <a:off x="1631" y="2378"/>
            <a:ext cx="118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782320" imgH="121285" progId="Equation.3">
                    <p:embed/>
                  </p:oleObj>
                </mc:Choice>
                <mc:Fallback>
                  <p:oleObj name="Equation" r:id="rId3" imgW="782320" imgH="121285" progId="Equation.3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1" y="2378"/>
                          <a:ext cx="118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9" name="Object 16"/>
            <p:cNvGraphicFramePr>
              <a:graphicFrameLocks noChangeAspect="1"/>
            </p:cNvGraphicFramePr>
            <p:nvPr/>
          </p:nvGraphicFramePr>
          <p:xfrm>
            <a:off x="3072" y="2418"/>
            <a:ext cx="39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187325" imgH="99060" progId="Equation.3">
                    <p:embed/>
                  </p:oleObj>
                </mc:Choice>
                <mc:Fallback>
                  <p:oleObj name="Equation" r:id="rId5" imgW="187325" imgH="99060" progId="Equation.3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418"/>
                          <a:ext cx="39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1" name="Text Box 39"/>
          <p:cNvSpPr txBox="1">
            <a:spLocks noChangeArrowheads="1"/>
          </p:cNvSpPr>
          <p:nvPr/>
        </p:nvSpPr>
        <p:spPr bwMode="auto">
          <a:xfrm>
            <a:off x="142875" y="1341438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</a:rPr>
              <a:t>Solution </a:t>
            </a:r>
            <a:endParaRPr lang="en-US" altLang="zh-CN" sz="2400" b="1" dirty="0">
              <a:solidFill>
                <a:srgbClr val="990000"/>
              </a:solidFill>
              <a:latin typeface="Times New Roman" panose="02020603050405020304" charset="0"/>
            </a:endParaRPr>
          </a:p>
        </p:txBody>
      </p:sp>
      <p:grpSp>
        <p:nvGrpSpPr>
          <p:cNvPr id="7172" name="Group 17"/>
          <p:cNvGrpSpPr/>
          <p:nvPr/>
        </p:nvGrpSpPr>
        <p:grpSpPr bwMode="auto">
          <a:xfrm>
            <a:off x="1403350" y="1341438"/>
            <a:ext cx="2955925" cy="460375"/>
            <a:chOff x="503" y="2907"/>
            <a:chExt cx="1862" cy="290"/>
          </a:xfrm>
        </p:grpSpPr>
        <p:graphicFrame>
          <p:nvGraphicFramePr>
            <p:cNvPr id="7194" name="Object 18"/>
            <p:cNvGraphicFramePr>
              <a:graphicFrameLocks noChangeAspect="1"/>
            </p:cNvGraphicFramePr>
            <p:nvPr/>
          </p:nvGraphicFramePr>
          <p:xfrm>
            <a:off x="876" y="2916"/>
            <a:ext cx="148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991235" imgH="143510" progId="Equation.3">
                    <p:embed/>
                  </p:oleObj>
                </mc:Choice>
                <mc:Fallback>
                  <p:oleObj name="Equation" r:id="rId7" imgW="991235" imgH="143510" progId="Equation.3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2916"/>
                          <a:ext cx="148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5" name="Rectangle 19"/>
            <p:cNvSpPr>
              <a:spLocks noChangeArrowheads="1"/>
            </p:cNvSpPr>
            <p:nvPr/>
          </p:nvSpPr>
          <p:spPr bwMode="auto">
            <a:xfrm>
              <a:off x="503" y="2907"/>
              <a:ext cx="4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Let 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87" name="Rectangle 21"/>
          <p:cNvSpPr>
            <a:spLocks noChangeArrowheads="1"/>
          </p:cNvSpPr>
          <p:nvPr/>
        </p:nvSpPr>
        <p:spPr bwMode="auto">
          <a:xfrm>
            <a:off x="4479925" y="1340769"/>
            <a:ext cx="23637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It is clear that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7188" name="Object 22"/>
          <p:cNvGraphicFramePr>
            <a:graphicFrameLocks noChangeAspect="1"/>
          </p:cNvGraphicFramePr>
          <p:nvPr/>
        </p:nvGraphicFramePr>
        <p:xfrm>
          <a:off x="6467475" y="1413195"/>
          <a:ext cx="14636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2555200" imgH="4876800" progId="Equation.DSMT4">
                  <p:embed/>
                </p:oleObj>
              </mc:Choice>
              <mc:Fallback>
                <p:oleObj name="Equation" r:id="rId9" imgW="22555200" imgH="4876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475" y="1413195"/>
                        <a:ext cx="14636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" name="Rectangle 23"/>
          <p:cNvSpPr>
            <a:spLocks noChangeArrowheads="1"/>
          </p:cNvSpPr>
          <p:nvPr/>
        </p:nvSpPr>
        <p:spPr bwMode="auto">
          <a:xfrm>
            <a:off x="4356100" y="1812925"/>
            <a:ext cx="922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and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7190" name="Object 24"/>
          <p:cNvGraphicFramePr>
            <a:graphicFrameLocks noChangeAspect="1"/>
          </p:cNvGraphicFramePr>
          <p:nvPr/>
        </p:nvGraphicFramePr>
        <p:xfrm>
          <a:off x="1076325" y="1860508"/>
          <a:ext cx="3315494" cy="39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43586400" imgH="4876800" progId="Equation.DSMT4">
                  <p:embed/>
                </p:oleObj>
              </mc:Choice>
              <mc:Fallback>
                <p:oleObj name="Equation" r:id="rId11" imgW="435864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1860508"/>
                        <a:ext cx="3315494" cy="39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1" name="Object 25"/>
          <p:cNvGraphicFramePr>
            <a:graphicFrameLocks noChangeAspect="1"/>
          </p:cNvGraphicFramePr>
          <p:nvPr/>
        </p:nvGraphicFramePr>
        <p:xfrm>
          <a:off x="4941096" y="1833261"/>
          <a:ext cx="2134801" cy="409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2308800" imgH="5486400" progId="Equation.DSMT4">
                  <p:embed/>
                </p:oleObj>
              </mc:Choice>
              <mc:Fallback>
                <p:oleObj name="Equation" r:id="rId13" imgW="32308800" imgH="548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096" y="1833261"/>
                        <a:ext cx="2134801" cy="409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2" name="Rectangle 26"/>
          <p:cNvSpPr>
            <a:spLocks noChangeArrowheads="1"/>
          </p:cNvSpPr>
          <p:nvPr/>
        </p:nvSpPr>
        <p:spPr bwMode="auto">
          <a:xfrm>
            <a:off x="7199313" y="17938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for</a:t>
            </a:r>
            <a:endParaRPr lang="en-US" altLang="zh-CN" sz="2400" b="1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7193" name="Object 27"/>
          <p:cNvGraphicFramePr>
            <a:graphicFrameLocks noChangeAspect="1"/>
          </p:cNvGraphicFramePr>
          <p:nvPr/>
        </p:nvGraphicFramePr>
        <p:xfrm>
          <a:off x="7710488" y="1871663"/>
          <a:ext cx="925913" cy="317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5240000" imgH="4876800" progId="Equation.DSMT4">
                  <p:embed/>
                </p:oleObj>
              </mc:Choice>
              <mc:Fallback>
                <p:oleObj name="Equation" r:id="rId15" imgW="15240000" imgH="48768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0488" y="1871663"/>
                        <a:ext cx="925913" cy="317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1" name="Group 28"/>
          <p:cNvGrpSpPr/>
          <p:nvPr/>
        </p:nvGrpSpPr>
        <p:grpSpPr bwMode="auto">
          <a:xfrm>
            <a:off x="1225950" y="2219642"/>
            <a:ext cx="7410451" cy="461963"/>
            <a:chOff x="432" y="3420"/>
            <a:chExt cx="4668" cy="291"/>
          </a:xfrm>
        </p:grpSpPr>
        <p:sp>
          <p:nvSpPr>
            <p:cNvPr id="7182" name="Rectangle 29"/>
            <p:cNvSpPr>
              <a:spLocks noChangeArrowheads="1"/>
            </p:cNvSpPr>
            <p:nvPr/>
          </p:nvSpPr>
          <p:spPr bwMode="auto">
            <a:xfrm>
              <a:off x="432" y="342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So, 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7183" name="Group 30"/>
            <p:cNvGrpSpPr/>
            <p:nvPr/>
          </p:nvGrpSpPr>
          <p:grpSpPr bwMode="auto">
            <a:xfrm>
              <a:off x="804" y="3423"/>
              <a:ext cx="4296" cy="288"/>
              <a:chOff x="606" y="3756"/>
              <a:chExt cx="4296" cy="288"/>
            </a:xfrm>
          </p:grpSpPr>
          <p:sp>
            <p:nvSpPr>
              <p:cNvPr id="7184" name="Rectangle 31"/>
              <p:cNvSpPr>
                <a:spLocks noChangeArrowheads="1"/>
              </p:cNvSpPr>
              <p:nvPr/>
            </p:nvSpPr>
            <p:spPr bwMode="auto">
              <a:xfrm>
                <a:off x="606" y="3756"/>
                <a:ext cx="429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there exists a unique root of               in        .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7185" name="Object 32"/>
              <p:cNvGraphicFramePr>
                <a:graphicFrameLocks noChangeAspect="1"/>
              </p:cNvGraphicFramePr>
              <p:nvPr/>
            </p:nvGraphicFramePr>
            <p:xfrm>
              <a:off x="2931" y="3783"/>
              <a:ext cx="686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" name="Equation" r:id="rId17" imgW="396875" imgH="109855" progId="Equation.3">
                      <p:embed/>
                    </p:oleObj>
                  </mc:Choice>
                  <mc:Fallback>
                    <p:oleObj name="Equation" r:id="rId17" imgW="396875" imgH="109855" progId="Equation.3">
                      <p:embed/>
                      <p:pic>
                        <p:nvPicPr>
                          <p:cNvPr id="0" name="图片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1" y="3783"/>
                            <a:ext cx="686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6" name="Object 33"/>
              <p:cNvGraphicFramePr>
                <a:graphicFrameLocks noChangeAspect="1"/>
              </p:cNvGraphicFramePr>
              <p:nvPr/>
            </p:nvGraphicFramePr>
            <p:xfrm>
              <a:off x="3854" y="3804"/>
              <a:ext cx="302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" name="Equation" r:id="rId19" imgW="8229600" imgH="4876800" progId="Equation.DSMT4">
                      <p:embed/>
                    </p:oleObj>
                  </mc:Choice>
                  <mc:Fallback>
                    <p:oleObj name="Equation" r:id="rId19" imgW="8229600" imgH="4876800" progId="Equation.DSMT4">
                      <p:embed/>
                      <p:pic>
                        <p:nvPicPr>
                          <p:cNvPr id="0" name="图片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4" y="3804"/>
                            <a:ext cx="302" cy="2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65923" name="Object 35"/>
          <p:cNvGraphicFramePr>
            <a:graphicFrameLocks noChangeAspect="1"/>
          </p:cNvGraphicFramePr>
          <p:nvPr/>
        </p:nvGraphicFramePr>
        <p:xfrm>
          <a:off x="3698836" y="2615880"/>
          <a:ext cx="2657451" cy="822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33528000" imgH="9753600" progId="Equation.DSMT4">
                  <p:embed/>
                </p:oleObj>
              </mc:Choice>
              <mc:Fallback>
                <p:oleObj name="Equation" r:id="rId21" imgW="33528000" imgH="97536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36" y="2615880"/>
                        <a:ext cx="2657451" cy="822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25" name="Rectangle 37"/>
          <p:cNvSpPr>
            <a:spLocks noChangeArrowheads="1"/>
          </p:cNvSpPr>
          <p:nvPr/>
        </p:nvSpPr>
        <p:spPr bwMode="auto">
          <a:xfrm>
            <a:off x="684213" y="3429000"/>
            <a:ext cx="1395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gives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65926" name="Object 38"/>
          <p:cNvGraphicFramePr>
            <a:graphicFrameLocks noChangeAspect="1"/>
          </p:cNvGraphicFramePr>
          <p:nvPr/>
        </p:nvGraphicFramePr>
        <p:xfrm>
          <a:off x="3782914" y="3778498"/>
          <a:ext cx="12573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3" imgW="462915" imgH="109855" progId="Equation.DSMT4">
                  <p:embed/>
                </p:oleObj>
              </mc:Choice>
              <mc:Fallback>
                <p:oleObj name="Equation" r:id="rId23" imgW="462915" imgH="109855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2914" y="3778498"/>
                        <a:ext cx="12573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014" name="Text Box 126"/>
          <p:cNvSpPr txBox="1">
            <a:spLocks noChangeArrowheads="1"/>
          </p:cNvSpPr>
          <p:nvPr/>
        </p:nvSpPr>
        <p:spPr bwMode="auto">
          <a:xfrm>
            <a:off x="635000" y="4293096"/>
            <a:ext cx="7681913" cy="11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Therefore,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=9 steps are needed to guarantee that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 the solution is accurate to        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166081" name="Object 193"/>
          <p:cNvGraphicFramePr>
            <a:graphicFrameLocks noChangeAspect="1"/>
          </p:cNvGraphicFramePr>
          <p:nvPr/>
        </p:nvGraphicFramePr>
        <p:xfrm>
          <a:off x="4168994" y="5009414"/>
          <a:ext cx="5032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5" imgW="209550" imgH="132080" progId="Equation.DSMT4">
                  <p:embed/>
                </p:oleObj>
              </mc:Choice>
              <mc:Fallback>
                <p:oleObj name="Equation" r:id="rId25" imgW="209550" imgH="13208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994" y="5009414"/>
                        <a:ext cx="5032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082" name="Rectangle 194"/>
          <p:cNvSpPr>
            <a:spLocks noChangeArrowheads="1"/>
          </p:cNvSpPr>
          <p:nvPr/>
        </p:nvSpPr>
        <p:spPr bwMode="auto">
          <a:xfrm>
            <a:off x="495519" y="2810421"/>
            <a:ext cx="3673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Solving the inequality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/>
      <p:bldP spid="7189" grpId="0"/>
      <p:bldP spid="7192" grpId="0"/>
      <p:bldP spid="165925" grpId="0"/>
      <p:bldP spid="166014" grpId="0"/>
      <p:bldP spid="1660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851" name="Group 131"/>
          <p:cNvGraphicFramePr>
            <a:graphicFrameLocks noGrp="1"/>
          </p:cNvGraphicFramePr>
          <p:nvPr/>
        </p:nvGraphicFramePr>
        <p:xfrm>
          <a:off x="395288" y="765175"/>
          <a:ext cx="8424862" cy="5111753"/>
        </p:xfrm>
        <a:graphic>
          <a:graphicData uri="http://schemas.openxmlformats.org/drawingml/2006/table">
            <a:tbl>
              <a:tblPr/>
              <a:tblGrid>
                <a:gridCol w="1438275"/>
                <a:gridCol w="1978025"/>
                <a:gridCol w="1825625"/>
                <a:gridCol w="3182937"/>
              </a:tblGrid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1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2.0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1.3745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1.359375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1.359375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1.3671875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1.359375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1.3671875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1.36328125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1.3628125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1.3671875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1.365234375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1.36328125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1.365234375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1.364257813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(9.77*10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-4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&lt;10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-3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8256" name="Text Box 132"/>
          <p:cNvSpPr txBox="1">
            <a:spLocks noChangeArrowheads="1"/>
          </p:cNvSpPr>
          <p:nvPr/>
        </p:nvSpPr>
        <p:spPr bwMode="auto">
          <a:xfrm>
            <a:off x="468313" y="188913"/>
            <a:ext cx="6624637" cy="4572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</a:rPr>
              <a:t>Table:  Results of the first ten  iterations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对象 1"/>
          <p:cNvGraphicFramePr>
            <a:graphicFrameLocks noChangeAspect="1"/>
          </p:cNvGraphicFramePr>
          <p:nvPr/>
        </p:nvGraphicFramePr>
        <p:xfrm>
          <a:off x="947738" y="765175"/>
          <a:ext cx="74183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949700" imgH="203200" progId="Equation.DSMT4">
                  <p:embed/>
                </p:oleObj>
              </mc:Choice>
              <mc:Fallback>
                <p:oleObj name="Equation" r:id="rId1" imgW="3949700" imgH="203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765175"/>
                        <a:ext cx="74183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对象 2"/>
          <p:cNvGraphicFramePr>
            <a:graphicFrameLocks noChangeAspect="1"/>
          </p:cNvGraphicFramePr>
          <p:nvPr/>
        </p:nvGraphicFramePr>
        <p:xfrm>
          <a:off x="1019175" y="1270000"/>
          <a:ext cx="17653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939165" imgH="203200" progId="Equation.DSMT4">
                  <p:embed/>
                </p:oleObj>
              </mc:Choice>
              <mc:Fallback>
                <p:oleObj name="Equation" r:id="rId3" imgW="939165" imgH="203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1270000"/>
                        <a:ext cx="17653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对象 3"/>
          <p:cNvGraphicFramePr>
            <a:graphicFrameLocks noChangeAspect="1"/>
          </p:cNvGraphicFramePr>
          <p:nvPr/>
        </p:nvGraphicFramePr>
        <p:xfrm>
          <a:off x="179388" y="404813"/>
          <a:ext cx="13827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736600" imgH="203200" progId="Equation.DSMT4">
                  <p:embed/>
                </p:oleObj>
              </mc:Choice>
              <mc:Fallback>
                <p:oleObj name="Equation" r:id="rId5" imgW="736600" imgH="203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04813"/>
                        <a:ext cx="1382712" cy="377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对象 4"/>
          <p:cNvGraphicFramePr>
            <a:graphicFrameLocks noChangeAspect="1"/>
          </p:cNvGraphicFramePr>
          <p:nvPr/>
        </p:nvGraphicFramePr>
        <p:xfrm>
          <a:off x="984250" y="2628900"/>
          <a:ext cx="48895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602230" imgH="406400" progId="Equation.DSMT4">
                  <p:embed/>
                </p:oleObj>
              </mc:Choice>
              <mc:Fallback>
                <p:oleObj name="Equation" r:id="rId7" imgW="2602230" imgH="40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2628900"/>
                        <a:ext cx="48895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对象 5"/>
          <p:cNvGraphicFramePr>
            <a:graphicFrameLocks noChangeAspect="1"/>
          </p:cNvGraphicFramePr>
          <p:nvPr/>
        </p:nvGraphicFramePr>
        <p:xfrm>
          <a:off x="1001713" y="3205163"/>
          <a:ext cx="46037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451100" imgH="406400" progId="Equation.DSMT4">
                  <p:embed/>
                </p:oleObj>
              </mc:Choice>
              <mc:Fallback>
                <p:oleObj name="Equation" r:id="rId9" imgW="2451100" imgH="40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3205163"/>
                        <a:ext cx="46037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对象 6"/>
          <p:cNvGraphicFramePr>
            <a:graphicFrameLocks noChangeAspect="1"/>
          </p:cNvGraphicFramePr>
          <p:nvPr/>
        </p:nvGraphicFramePr>
        <p:xfrm>
          <a:off x="1822450" y="3930650"/>
          <a:ext cx="18129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965200" imgH="190500" progId="Equation.DSMT4">
                  <p:embed/>
                </p:oleObj>
              </mc:Choice>
              <mc:Fallback>
                <p:oleObj name="Equation" r:id="rId11" imgW="965200" imgH="1905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3930650"/>
                        <a:ext cx="181292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对象 7"/>
          <p:cNvGraphicFramePr>
            <a:graphicFrameLocks noChangeAspect="1"/>
          </p:cNvGraphicFramePr>
          <p:nvPr/>
        </p:nvGraphicFramePr>
        <p:xfrm>
          <a:off x="1011238" y="4419600"/>
          <a:ext cx="59626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175000" imgH="203200" progId="Equation.DSMT4">
                  <p:embed/>
                </p:oleObj>
              </mc:Choice>
              <mc:Fallback>
                <p:oleObj name="Equation" r:id="rId13" imgW="3175000" imgH="2032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4419600"/>
                        <a:ext cx="59626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对象 8"/>
          <p:cNvGraphicFramePr>
            <a:graphicFrameLocks noChangeAspect="1"/>
          </p:cNvGraphicFramePr>
          <p:nvPr/>
        </p:nvGraphicFramePr>
        <p:xfrm>
          <a:off x="996950" y="1773238"/>
          <a:ext cx="27432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459865" imgH="203200" progId="Equation.DSMT4">
                  <p:embed/>
                </p:oleObj>
              </mc:Choice>
              <mc:Fallback>
                <p:oleObj name="Equation" r:id="rId15" imgW="1459865" imgH="2032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1773238"/>
                        <a:ext cx="27432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对象 9"/>
          <p:cNvGraphicFramePr>
            <a:graphicFrameLocks noChangeAspect="1"/>
          </p:cNvGraphicFramePr>
          <p:nvPr/>
        </p:nvGraphicFramePr>
        <p:xfrm>
          <a:off x="1008063" y="4922838"/>
          <a:ext cx="39576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2108200" imgH="203200" progId="Equation.DSMT4">
                  <p:embed/>
                </p:oleObj>
              </mc:Choice>
              <mc:Fallback>
                <p:oleObj name="Equation" r:id="rId17" imgW="2108200" imgH="2032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4922838"/>
                        <a:ext cx="39576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对象 10"/>
          <p:cNvGraphicFramePr>
            <a:graphicFrameLocks noChangeAspect="1"/>
          </p:cNvGraphicFramePr>
          <p:nvPr/>
        </p:nvGraphicFramePr>
        <p:xfrm>
          <a:off x="995363" y="2278063"/>
          <a:ext cx="32416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1726565" imgH="203200" progId="Equation.DSMT4">
                  <p:embed/>
                </p:oleObj>
              </mc:Choice>
              <mc:Fallback>
                <p:oleObj name="Equation" r:id="rId19" imgW="1726565" imgH="2032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2278063"/>
                        <a:ext cx="32416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对象 11"/>
          <p:cNvGraphicFramePr>
            <a:graphicFrameLocks noChangeAspect="1"/>
          </p:cNvGraphicFramePr>
          <p:nvPr/>
        </p:nvGraphicFramePr>
        <p:xfrm>
          <a:off x="984250" y="5372418"/>
          <a:ext cx="62706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3340100" imgH="431800" progId="Equation.DSMT4">
                  <p:embed/>
                </p:oleObj>
              </mc:Choice>
              <mc:Fallback>
                <p:oleObj name="Equation" r:id="rId21" imgW="3340100" imgH="4318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5372418"/>
                        <a:ext cx="62706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57150" y="66675"/>
            <a:ext cx="56330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2.2  Fixed-Point Iteration method</a:t>
            </a:r>
            <a:endParaRPr lang="en-US" altLang="zh-CN" b="1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-2147482623" name="对象 -2147482624"/>
          <p:cNvGraphicFramePr>
            <a:graphicFrameLocks noChangeAspect="1"/>
          </p:cNvGraphicFramePr>
          <p:nvPr/>
        </p:nvGraphicFramePr>
        <p:xfrm>
          <a:off x="4825365" y="1988820"/>
          <a:ext cx="143129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71500" imgH="203200" progId="Equation.KSEE3">
                  <p:embed/>
                </p:oleObj>
              </mc:Choice>
              <mc:Fallback>
                <p:oleObj name="" r:id="rId1" imgW="571500" imgH="2032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25365" y="1988820"/>
                        <a:ext cx="143129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852170" y="4220845"/>
            <a:ext cx="4321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00FF"/>
                </a:solidFill>
              </a:rPr>
              <a:t>p is said to be the fixed point of g(x) if</a:t>
            </a:r>
            <a:endParaRPr lang="en-US" altLang="zh-CN" sz="2000">
              <a:solidFill>
                <a:srgbClr val="0000FF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8040" y="2564765"/>
            <a:ext cx="40436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00FF"/>
                </a:solidFill>
              </a:rPr>
              <a:t>is equivalent to finding the solution to the equation </a:t>
            </a:r>
            <a:endParaRPr lang="en-US" altLang="zh-CN" sz="2000">
              <a:solidFill>
                <a:srgbClr val="0000FF"/>
              </a:solidFill>
            </a:endParaRPr>
          </a:p>
        </p:txBody>
      </p:sp>
      <p:graphicFrame>
        <p:nvGraphicFramePr>
          <p:cNvPr id="49" name="对象 -2147482624"/>
          <p:cNvGraphicFramePr>
            <a:graphicFrameLocks noChangeAspect="1"/>
          </p:cNvGraphicFramePr>
          <p:nvPr/>
        </p:nvGraphicFramePr>
        <p:xfrm>
          <a:off x="5112385" y="2592070"/>
          <a:ext cx="1974215" cy="65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3" imgW="558800" imgH="203200" progId="Equation.KSEE3">
                  <p:embed/>
                </p:oleObj>
              </mc:Choice>
              <mc:Fallback>
                <p:oleObj name="" r:id="rId3" imgW="558800" imgH="2032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2385" y="2592070"/>
                        <a:ext cx="1974215" cy="6521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755650" y="1124585"/>
            <a:ext cx="701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0000FF"/>
                </a:solidFill>
              </a:rPr>
              <a:t>if</a:t>
            </a:r>
            <a:endParaRPr lang="en-US" altLang="zh-CN" sz="2400">
              <a:solidFill>
                <a:srgbClr val="0000FF"/>
              </a:solidFill>
            </a:endParaRPr>
          </a:p>
        </p:txBody>
      </p:sp>
      <p:graphicFrame>
        <p:nvGraphicFramePr>
          <p:cNvPr id="52" name="对象 -2147482624"/>
          <p:cNvGraphicFramePr>
            <a:graphicFrameLocks noChangeAspect="1"/>
          </p:cNvGraphicFramePr>
          <p:nvPr/>
        </p:nvGraphicFramePr>
        <p:xfrm>
          <a:off x="1703070" y="998220"/>
          <a:ext cx="3679825" cy="65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" r:id="rId5" imgW="1041400" imgH="203200" progId="Equation.KSEE3">
                  <p:embed/>
                </p:oleObj>
              </mc:Choice>
              <mc:Fallback>
                <p:oleObj name="" r:id="rId5" imgW="1041400" imgH="2032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03070" y="998220"/>
                        <a:ext cx="3679825" cy="6521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53"/>
          <p:cNvSpPr txBox="1"/>
          <p:nvPr/>
        </p:nvSpPr>
        <p:spPr>
          <a:xfrm>
            <a:off x="882650" y="2115820"/>
            <a:ext cx="4043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00FF"/>
                </a:solidFill>
              </a:rPr>
              <a:t>finding the root of the equation </a:t>
            </a:r>
            <a:endParaRPr lang="en-US" altLang="zh-CN" sz="2000">
              <a:solidFill>
                <a:srgbClr val="0000FF"/>
              </a:solidFill>
            </a:endParaRPr>
          </a:p>
        </p:txBody>
      </p:sp>
      <p:graphicFrame>
        <p:nvGraphicFramePr>
          <p:cNvPr id="55" name="对象 -2147482624"/>
          <p:cNvGraphicFramePr>
            <a:graphicFrameLocks noChangeAspect="1"/>
          </p:cNvGraphicFramePr>
          <p:nvPr/>
        </p:nvGraphicFramePr>
        <p:xfrm>
          <a:off x="5153025" y="4077335"/>
          <a:ext cx="2108835" cy="65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7" imgW="596900" imgH="203200" progId="Equation.KSEE3">
                  <p:embed/>
                </p:oleObj>
              </mc:Choice>
              <mc:Fallback>
                <p:oleObj name="" r:id="rId7" imgW="596900" imgH="2032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53025" y="4077335"/>
                        <a:ext cx="2108835" cy="6521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57150" y="66675"/>
            <a:ext cx="4586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2.2  Fixed-Point Iteration</a:t>
            </a:r>
            <a:endParaRPr lang="en-US" altLang="zh-CN" b="1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2320" y="760959"/>
          <a:ext cx="25749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2918400" imgH="4267200" progId="Equation.DSMT4">
                  <p:embed/>
                </p:oleObj>
              </mc:Choice>
              <mc:Fallback>
                <p:oleObj name="Equation" r:id="rId1" imgW="32918400" imgH="4267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20" y="760959"/>
                        <a:ext cx="25749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395383" y="1412622"/>
            <a:ext cx="1708090" cy="461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47214" y="2204631"/>
          <a:ext cx="3807165" cy="328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" imgW="56083200" imgH="4876800" progId="Equation.DSMT4">
                  <p:embed/>
                </p:oleObj>
              </mc:Choice>
              <mc:Fallback>
                <p:oleObj name="Equation" r:id="rId3" imgW="56083200" imgH="48768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214" y="2204631"/>
                        <a:ext cx="3807165" cy="328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572123" y="2184945"/>
          <a:ext cx="3807165" cy="369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5" imgW="56083200" imgH="5486400" progId="Equation.DSMT4">
                  <p:embed/>
                </p:oleObj>
              </mc:Choice>
              <mc:Fallback>
                <p:oleObj name="Equation" r:id="rId5" imgW="560832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123" y="2184945"/>
                        <a:ext cx="3807165" cy="369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"/>
          <p:cNvGraphicFramePr>
            <a:graphicFrameLocks noChangeAspect="1"/>
          </p:cNvGraphicFramePr>
          <p:nvPr/>
        </p:nvGraphicFramePr>
        <p:xfrm>
          <a:off x="323694" y="4364745"/>
          <a:ext cx="2926715" cy="42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7" imgW="38709600" imgH="5791200" progId="Equation.DSMT4">
                  <p:embed/>
                </p:oleObj>
              </mc:Choice>
              <mc:Fallback>
                <p:oleObj name="Equation" r:id="rId7" imgW="38709600" imgH="579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4" y="4364745"/>
                        <a:ext cx="2926715" cy="426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"/>
          <p:cNvGraphicFramePr>
            <a:graphicFrameLocks noChangeAspect="1"/>
          </p:cNvGraphicFramePr>
          <p:nvPr/>
        </p:nvGraphicFramePr>
        <p:xfrm>
          <a:off x="4302198" y="4077579"/>
          <a:ext cx="2023015" cy="827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9" imgW="31394400" imgH="11887200" progId="Equation.DSMT4">
                  <p:embed/>
                </p:oleObj>
              </mc:Choice>
              <mc:Fallback>
                <p:oleObj name="Equation" r:id="rId9" imgW="31394400" imgH="1188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98" y="4077579"/>
                        <a:ext cx="2023015" cy="827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539806" y="5661012"/>
          <a:ext cx="2336638" cy="68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11" imgW="33832800" imgH="9753600" progId="Equation.DSMT4">
                  <p:embed/>
                </p:oleObj>
              </mc:Choice>
              <mc:Fallback>
                <p:oleObj name="Equation" r:id="rId11" imgW="33832800" imgH="975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806" y="5661012"/>
                        <a:ext cx="2336638" cy="68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-2147482623" name="对象 -2147482624"/>
          <p:cNvGraphicFramePr>
            <a:graphicFrameLocks noChangeAspect="1"/>
          </p:cNvGraphicFramePr>
          <p:nvPr/>
        </p:nvGraphicFramePr>
        <p:xfrm>
          <a:off x="4053205" y="2971165"/>
          <a:ext cx="351599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3" imgW="1879600" imgH="228600" progId="Equation.KSEE3">
                  <p:embed/>
                </p:oleObj>
              </mc:Choice>
              <mc:Fallback>
                <p:oleObj name="" r:id="rId13" imgW="1879600" imgH="2286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53205" y="2971165"/>
                        <a:ext cx="3515995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/>
          <p:cNvSpPr/>
          <p:nvPr/>
        </p:nvSpPr>
        <p:spPr>
          <a:xfrm>
            <a:off x="288290" y="2637155"/>
            <a:ext cx="1988820" cy="829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zh-CN" sz="2400">
                <a:solidFill>
                  <a:srgbClr val="0000FF"/>
                </a:solidFill>
                <a:sym typeface="+mn-ea"/>
              </a:rPr>
              <a:t>is equivalent to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57150" y="66675"/>
            <a:ext cx="4586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2.2  Fixed-Point Iteration</a:t>
            </a:r>
            <a:endParaRPr lang="en-US" altLang="zh-CN" b="1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2320" y="760959"/>
          <a:ext cx="25749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2918400" imgH="4267200" progId="Equation.DSMT4">
                  <p:embed/>
                </p:oleObj>
              </mc:Choice>
              <mc:Fallback>
                <p:oleObj name="Equation" r:id="rId1" imgW="32918400" imgH="4267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20" y="760959"/>
                        <a:ext cx="25749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4787" y="1241971"/>
          <a:ext cx="32432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727200" imgH="228600" progId="Equation.DSMT4">
                  <p:embed/>
                </p:oleObj>
              </mc:Choice>
              <mc:Fallback>
                <p:oleObj name="Equation" r:id="rId3" imgW="1727200" imgH="2286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87" y="1241971"/>
                        <a:ext cx="32432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73212" y="1745209"/>
          <a:ext cx="4524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5791200" imgH="5486400" progId="Equation.DSMT4">
                  <p:embed/>
                </p:oleObj>
              </mc:Choice>
              <mc:Fallback>
                <p:oleObj name="Equation" r:id="rId5" imgW="57912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12" y="1745209"/>
                        <a:ext cx="4524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125662" y="1746796"/>
          <a:ext cx="24558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7" imgW="1308100" imgH="228600" progId="Equation.DSMT4">
                  <p:embed/>
                </p:oleObj>
              </mc:Choice>
              <mc:Fallback>
                <p:oleObj name="Equation" r:id="rId7" imgW="1308100" imgH="228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662" y="1746796"/>
                        <a:ext cx="24558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4437" y="2297658"/>
          <a:ext cx="2197324" cy="469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9" imgW="1117600" imgH="241300" progId="Equation.DSMT4">
                  <p:embed/>
                </p:oleObj>
              </mc:Choice>
              <mc:Fallback>
                <p:oleObj name="Equation" r:id="rId9" imgW="1117600" imgH="2413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37" y="2297658"/>
                        <a:ext cx="2197324" cy="469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9512" y="2980285"/>
          <a:ext cx="1614063" cy="297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1" imgW="888365" imgH="165100" progId="Equation.DSMT4">
                  <p:embed/>
                </p:oleObj>
              </mc:Choice>
              <mc:Fallback>
                <p:oleObj name="Equation" r:id="rId11" imgW="888365" imgH="1651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980285"/>
                        <a:ext cx="1614063" cy="297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41637" y="2875508"/>
          <a:ext cx="1268523" cy="503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698500" imgH="279400" progId="Equation.DSMT4">
                  <p:embed/>
                </p:oleObj>
              </mc:Choice>
              <mc:Fallback>
                <p:oleObj name="Equation" r:id="rId13" imgW="698500" imgH="279400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637" y="2875508"/>
                        <a:ext cx="1268523" cy="503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14437" y="3594647"/>
          <a:ext cx="1626502" cy="36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901065" imgH="203200" progId="Equation.DSMT4">
                  <p:embed/>
                </p:oleObj>
              </mc:Choice>
              <mc:Fallback>
                <p:oleObj name="Equation" r:id="rId15" imgW="901065" imgH="20320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37" y="3594647"/>
                        <a:ext cx="1626502" cy="36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359818" y="4187304"/>
          <a:ext cx="9763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520700" imgH="203200" progId="Equation.DSMT4">
                  <p:embed/>
                </p:oleObj>
              </mc:Choice>
              <mc:Fallback>
                <p:oleObj name="Equation" r:id="rId17" imgW="520700" imgH="203200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9818" y="4187304"/>
                        <a:ext cx="9763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001471" y="3560775"/>
          <a:ext cx="2053439" cy="465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1219200" imgH="279400" progId="Equation.DSMT4">
                  <p:embed/>
                </p:oleObj>
              </mc:Choice>
              <mc:Fallback>
                <p:oleObj name="Equation" r:id="rId19" imgW="1219200" imgH="279400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471" y="3560775"/>
                        <a:ext cx="2053439" cy="465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22"/>
          <p:cNvSpPr>
            <a:spLocks noChangeShapeType="1"/>
          </p:cNvSpPr>
          <p:nvPr/>
        </p:nvSpPr>
        <p:spPr bwMode="auto">
          <a:xfrm flipV="1">
            <a:off x="6227484" y="403523"/>
            <a:ext cx="1931987" cy="1681163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" name="Group 28"/>
          <p:cNvGrpSpPr/>
          <p:nvPr/>
        </p:nvGrpSpPr>
        <p:grpSpPr bwMode="auto">
          <a:xfrm>
            <a:off x="5854419" y="260648"/>
            <a:ext cx="2894045" cy="2376488"/>
            <a:chOff x="1746" y="441"/>
            <a:chExt cx="1167" cy="930"/>
          </a:xfrm>
        </p:grpSpPr>
        <p:sp>
          <p:nvSpPr>
            <p:cNvPr id="10262" name="Line 9"/>
            <p:cNvSpPr>
              <a:spLocks noChangeShapeType="1"/>
            </p:cNvSpPr>
            <p:nvPr/>
          </p:nvSpPr>
          <p:spPr bwMode="auto">
            <a:xfrm>
              <a:off x="1746" y="1166"/>
              <a:ext cx="1134" cy="0"/>
            </a:xfrm>
            <a:prstGeom prst="line">
              <a:avLst/>
            </a:prstGeom>
            <a:noFill/>
            <a:ln w="28575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3" name="Arc 10"/>
            <p:cNvSpPr/>
            <p:nvPr/>
          </p:nvSpPr>
          <p:spPr bwMode="auto">
            <a:xfrm>
              <a:off x="1907" y="738"/>
              <a:ext cx="635" cy="633"/>
            </a:xfrm>
            <a:custGeom>
              <a:avLst/>
              <a:gdLst>
                <a:gd name="T0" fmla="*/ 0 w 19236"/>
                <a:gd name="T1" fmla="*/ 0 h 21553"/>
                <a:gd name="T2" fmla="*/ 0 w 19236"/>
                <a:gd name="T3" fmla="*/ 0 h 21553"/>
                <a:gd name="T4" fmla="*/ 0 w 19236"/>
                <a:gd name="T5" fmla="*/ 0 h 215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36" h="21553" fill="none" extrusionOk="0">
                  <a:moveTo>
                    <a:pt x="1424" y="-1"/>
                  </a:moveTo>
                  <a:cubicBezTo>
                    <a:pt x="9011" y="501"/>
                    <a:pt x="15776" y="4955"/>
                    <a:pt x="19235" y="11727"/>
                  </a:cubicBezTo>
                </a:path>
                <a:path w="19236" h="21553" stroke="0" extrusionOk="0">
                  <a:moveTo>
                    <a:pt x="1424" y="-1"/>
                  </a:moveTo>
                  <a:cubicBezTo>
                    <a:pt x="9011" y="501"/>
                    <a:pt x="15776" y="4955"/>
                    <a:pt x="19235" y="11727"/>
                  </a:cubicBezTo>
                  <a:lnTo>
                    <a:pt x="0" y="21553"/>
                  </a:lnTo>
                  <a:lnTo>
                    <a:pt x="1424" y="-1"/>
                  </a:lnTo>
                  <a:close/>
                </a:path>
              </a:pathLst>
            </a:custGeom>
            <a:noFill/>
            <a:ln w="28575">
              <a:solidFill>
                <a:srgbClr val="9933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Line 18"/>
            <p:cNvSpPr>
              <a:spLocks noChangeShapeType="1"/>
            </p:cNvSpPr>
            <p:nvPr/>
          </p:nvSpPr>
          <p:spPr bwMode="auto">
            <a:xfrm flipH="1" flipV="1">
              <a:off x="1882" y="441"/>
              <a:ext cx="1" cy="907"/>
            </a:xfrm>
            <a:prstGeom prst="line">
              <a:avLst/>
            </a:prstGeom>
            <a:noFill/>
            <a:ln w="28575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64" name="Object 13"/>
            <p:cNvGraphicFramePr>
              <a:graphicFrameLocks noChangeAspect="1"/>
            </p:cNvGraphicFramePr>
            <p:nvPr/>
          </p:nvGraphicFramePr>
          <p:xfrm>
            <a:off x="2584" y="867"/>
            <a:ext cx="329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Equation" r:id="rId21" imgW="14325600" imgH="4876800" progId="Equation.DSMT4">
                    <p:embed/>
                  </p:oleObj>
                </mc:Choice>
                <mc:Fallback>
                  <p:oleObj name="Equation" r:id="rId21" imgW="14325600" imgH="4876800" progId="Equation.DSMT4">
                    <p:embed/>
                    <p:pic>
                      <p:nvPicPr>
                        <p:cNvPr id="0" name="图片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" y="867"/>
                          <a:ext cx="329" cy="114"/>
                        </a:xfrm>
                        <a:prstGeom prst="rect">
                          <a:avLst/>
                        </a:prstGeom>
                        <a:pattFill prst="pct5">
                          <a:fgClr>
                            <a:schemeClr val="accent1"/>
                          </a:fgClr>
                          <a:bgClr>
                            <a:schemeClr val="bg1"/>
                          </a:bgClr>
                        </a:patt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Group 44"/>
          <p:cNvGrpSpPr/>
          <p:nvPr/>
        </p:nvGrpSpPr>
        <p:grpSpPr bwMode="auto">
          <a:xfrm>
            <a:off x="7006946" y="1190191"/>
            <a:ext cx="336637" cy="1528887"/>
            <a:chOff x="2200" y="804"/>
            <a:chExt cx="136" cy="544"/>
          </a:xfrm>
        </p:grpSpPr>
        <p:sp>
          <p:nvSpPr>
            <p:cNvPr id="10259" name="Oval 45"/>
            <p:cNvSpPr>
              <a:spLocks noChangeArrowheads="1"/>
            </p:cNvSpPr>
            <p:nvPr/>
          </p:nvSpPr>
          <p:spPr bwMode="auto">
            <a:xfrm>
              <a:off x="2245" y="804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260" name="Object 46"/>
            <p:cNvGraphicFramePr>
              <a:graphicFrameLocks noChangeAspect="1"/>
            </p:cNvGraphicFramePr>
            <p:nvPr/>
          </p:nvGraphicFramePr>
          <p:xfrm>
            <a:off x="2200" y="121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Equation" r:id="rId23" imgW="99060" imgH="109855" progId="Equation.DSMT4">
                    <p:embed/>
                  </p:oleObj>
                </mc:Choice>
                <mc:Fallback>
                  <p:oleObj name="Equation" r:id="rId23" imgW="99060" imgH="109855" progId="Equation.DSMT4">
                    <p:embed/>
                    <p:pic>
                      <p:nvPicPr>
                        <p:cNvPr id="0" name="图片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121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1" name="Line 47"/>
            <p:cNvSpPr>
              <a:spLocks noChangeShapeType="1"/>
            </p:cNvSpPr>
            <p:nvPr/>
          </p:nvSpPr>
          <p:spPr bwMode="auto">
            <a:xfrm>
              <a:off x="2270" y="812"/>
              <a:ext cx="0" cy="31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315995" y="4922692"/>
          <a:ext cx="1066504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5" imgW="596900" imgH="203200" progId="Equation.DSMT4">
                  <p:embed/>
                </p:oleObj>
              </mc:Choice>
              <mc:Fallback>
                <p:oleObj name="Equation" r:id="rId25" imgW="596900" imgH="203200" progId="Equation.DSMT4">
                  <p:embed/>
                  <p:pic>
                    <p:nvPicPr>
                      <p:cNvPr id="0" name="图片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995" y="4922692"/>
                        <a:ext cx="1066504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1387916" y="4912545"/>
          <a:ext cx="1838020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7" imgW="24688800" imgH="4876800" progId="Equation.DSMT4">
                  <p:embed/>
                </p:oleObj>
              </mc:Choice>
              <mc:Fallback>
                <p:oleObj name="Equation" r:id="rId27" imgW="24688800" imgH="48768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916" y="4912545"/>
                        <a:ext cx="1838020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195288" y="4912545"/>
          <a:ext cx="1066506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9" imgW="596900" imgH="203200" progId="Equation.DSMT4">
                  <p:embed/>
                </p:oleObj>
              </mc:Choice>
              <mc:Fallback>
                <p:oleObj name="Equation" r:id="rId29" imgW="596900" imgH="203200" progId="Equation.DSMT4">
                  <p:embed/>
                  <p:pic>
                    <p:nvPicPr>
                      <p:cNvPr id="0" name="图片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88" y="4912545"/>
                        <a:ext cx="1066506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481623" y="188640"/>
          <a:ext cx="9763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31" imgW="520700" imgH="203200" progId="Equation.DSMT4">
                  <p:embed/>
                </p:oleObj>
              </mc:Choice>
              <mc:Fallback>
                <p:oleObj name="Equation" r:id="rId31" imgW="520700" imgH="2032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623" y="188640"/>
                        <a:ext cx="9763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531910" y="191746"/>
          <a:ext cx="14795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32" imgW="18897600" imgH="4876800" progId="Equation.DSMT4">
                  <p:embed/>
                </p:oleObj>
              </mc:Choice>
              <mc:Fallback>
                <p:oleObj name="Equation" r:id="rId32" imgW="18897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1910" y="191746"/>
                        <a:ext cx="14795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4434618" y="2267332"/>
            <a:ext cx="1708090" cy="461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668694" y="2746921"/>
          <a:ext cx="3807165" cy="328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4" imgW="56083200" imgH="4876800" progId="Equation.DSMT4">
                  <p:embed/>
                </p:oleObj>
              </mc:Choice>
              <mc:Fallback>
                <p:oleObj name="Equation" r:id="rId34" imgW="56083200" imgH="48768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694" y="2746921"/>
                        <a:ext cx="3807165" cy="328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788023" y="3148875"/>
          <a:ext cx="3807165" cy="369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6" imgW="56083200" imgH="5486400" progId="Equation.DSMT4">
                  <p:embed/>
                </p:oleObj>
              </mc:Choice>
              <mc:Fallback>
                <p:oleObj name="Equation" r:id="rId36" imgW="560832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3" y="3148875"/>
                        <a:ext cx="3807165" cy="369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"/>
          <p:cNvGraphicFramePr>
            <a:graphicFrameLocks noChangeAspect="1"/>
          </p:cNvGraphicFramePr>
          <p:nvPr/>
        </p:nvGraphicFramePr>
        <p:xfrm>
          <a:off x="5519195" y="3601334"/>
          <a:ext cx="2926853" cy="425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8" imgW="38709600" imgH="5791200" progId="Equation.DSMT4">
                  <p:embed/>
                </p:oleObj>
              </mc:Choice>
              <mc:Fallback>
                <p:oleObj name="Equation" r:id="rId38" imgW="38709600" imgH="579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195" y="3601334"/>
                        <a:ext cx="2926853" cy="425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"/>
          <p:cNvGraphicFramePr>
            <a:graphicFrameLocks noChangeAspect="1"/>
          </p:cNvGraphicFramePr>
          <p:nvPr/>
        </p:nvGraphicFramePr>
        <p:xfrm>
          <a:off x="5560768" y="4018524"/>
          <a:ext cx="2023015" cy="827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40" imgW="31394400" imgH="11887200" progId="Equation.DSMT4">
                  <p:embed/>
                </p:oleObj>
              </mc:Choice>
              <mc:Fallback>
                <p:oleObj name="Equation" r:id="rId40" imgW="31394400" imgH="1188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0768" y="4018524"/>
                        <a:ext cx="2023015" cy="827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5523286" y="4846307"/>
          <a:ext cx="2336638" cy="68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42" imgW="33832800" imgH="9753600" progId="Equation.DSMT4">
                  <p:embed/>
                </p:oleObj>
              </mc:Choice>
              <mc:Fallback>
                <p:oleObj name="Equation" r:id="rId42" imgW="33832800" imgH="975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3286" y="4846307"/>
                        <a:ext cx="2336638" cy="68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3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9"/>
          <p:cNvSpPr txBox="1">
            <a:spLocks noChangeArrowheads="1"/>
          </p:cNvSpPr>
          <p:nvPr/>
        </p:nvSpPr>
        <p:spPr bwMode="auto">
          <a:xfrm>
            <a:off x="101600" y="122238"/>
            <a:ext cx="392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Theorem 2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. 2  </a:t>
            </a:r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Suppose that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1267" name="Object 10"/>
          <p:cNvGraphicFramePr>
            <a:graphicFrameLocks noChangeAspect="1"/>
          </p:cNvGraphicFramePr>
          <p:nvPr/>
        </p:nvGraphicFramePr>
        <p:xfrm>
          <a:off x="395288" y="592594"/>
          <a:ext cx="18256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公式" r:id="rId1" imgW="977265" imgH="203200" progId="Equation.3">
                  <p:embed/>
                </p:oleObj>
              </mc:Choice>
              <mc:Fallback>
                <p:oleObj name="公式" r:id="rId1" imgW="977265" imgH="203200" progId="Equation.3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92594"/>
                        <a:ext cx="18256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11"/>
          <p:cNvGraphicFramePr>
            <a:graphicFrameLocks noChangeAspect="1"/>
          </p:cNvGraphicFramePr>
          <p:nvPr/>
        </p:nvGraphicFramePr>
        <p:xfrm>
          <a:off x="2359660" y="594756"/>
          <a:ext cx="340201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1892300" imgH="203200" progId="Equation.3">
                  <p:embed/>
                </p:oleObj>
              </mc:Choice>
              <mc:Fallback>
                <p:oleObj name="公式" r:id="rId3" imgW="1892300" imgH="2032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660" y="594756"/>
                        <a:ext cx="3402012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2"/>
          <p:cNvGraphicFramePr>
            <a:graphicFrameLocks noChangeAspect="1"/>
          </p:cNvGraphicFramePr>
          <p:nvPr/>
        </p:nvGraphicFramePr>
        <p:xfrm>
          <a:off x="409576" y="1043126"/>
          <a:ext cx="35433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082800" imgH="241300" progId="Equation.DSMT4">
                  <p:embed/>
                </p:oleObj>
              </mc:Choice>
              <mc:Fallback>
                <p:oleObj name="Equation" r:id="rId5" imgW="2082800" imgH="2413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6" y="1043126"/>
                        <a:ext cx="35433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4"/>
          <p:cNvGraphicFramePr>
            <a:graphicFrameLocks noChangeAspect="1"/>
          </p:cNvGraphicFramePr>
          <p:nvPr/>
        </p:nvGraphicFramePr>
        <p:xfrm>
          <a:off x="3971285" y="1079500"/>
          <a:ext cx="51054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755900" imgH="203200" progId="Equation.DSMT4">
                  <p:embed/>
                </p:oleObj>
              </mc:Choice>
              <mc:Fallback>
                <p:oleObj name="Equation" r:id="rId7" imgW="2755900" imgH="20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285" y="1079500"/>
                        <a:ext cx="51054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15"/>
          <p:cNvSpPr>
            <a:spLocks noChangeArrowheads="1"/>
          </p:cNvSpPr>
          <p:nvPr/>
        </p:nvSpPr>
        <p:spPr bwMode="auto">
          <a:xfrm>
            <a:off x="106363" y="1628775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8000"/>
                </a:solidFill>
                <a:latin typeface="Times New Roman" panose="02020603050405020304" charset="0"/>
              </a:rPr>
              <a:t>Proof</a:t>
            </a:r>
            <a:endParaRPr lang="en-US" altLang="zh-CN" sz="2400">
              <a:solidFill>
                <a:srgbClr val="008000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44754" name="Object 18"/>
          <p:cNvGraphicFramePr>
            <a:graphicFrameLocks noChangeAspect="1"/>
          </p:cNvGraphicFramePr>
          <p:nvPr/>
        </p:nvGraphicFramePr>
        <p:xfrm>
          <a:off x="1187450" y="1733550"/>
          <a:ext cx="1223963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660400" imgH="177800" progId="Equation.DSMT4">
                  <p:embed/>
                </p:oleObj>
              </mc:Choice>
              <mc:Fallback>
                <p:oleObj name="Equation" r:id="rId9" imgW="660400" imgH="177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733550"/>
                        <a:ext cx="1223963" cy="3349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F5E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5" name="Object 19"/>
          <p:cNvGraphicFramePr>
            <a:graphicFrameLocks noChangeAspect="1"/>
          </p:cNvGraphicFramePr>
          <p:nvPr/>
        </p:nvGraphicFramePr>
        <p:xfrm>
          <a:off x="827584" y="4845050"/>
          <a:ext cx="7905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419100" imgH="241300" progId="Equation.DSMT4">
                  <p:embed/>
                </p:oleObj>
              </mc:Choice>
              <mc:Fallback>
                <p:oleObj name="Equation" r:id="rId11" imgW="419100" imgH="2413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845050"/>
                        <a:ext cx="7905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68313" y="2159000"/>
          <a:ext cx="26812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574800" imgH="203200" progId="Equation.DSMT4">
                  <p:embed/>
                </p:oleObj>
              </mc:Choice>
              <mc:Fallback>
                <p:oleObj name="Equation" r:id="rId13" imgW="1574800" imgH="2032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159000"/>
                        <a:ext cx="268128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281834" y="2133600"/>
          <a:ext cx="395446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5" imgW="55778400" imgH="4876800" progId="Equation.DSMT4">
                  <p:embed/>
                </p:oleObj>
              </mc:Choice>
              <mc:Fallback>
                <p:oleObj name="Equation" r:id="rId15" imgW="55778400" imgH="48768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834" y="2133600"/>
                        <a:ext cx="3954462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36563" y="2660650"/>
          <a:ext cx="382587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7" imgW="2247900" imgH="203200" progId="Equation.DSMT4">
                  <p:embed/>
                </p:oleObj>
              </mc:Choice>
              <mc:Fallback>
                <p:oleObj name="Equation" r:id="rId17" imgW="2247900" imgH="2032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660650"/>
                        <a:ext cx="382587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356100" y="2638425"/>
          <a:ext cx="38703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9" imgW="2273300" imgH="203200" progId="Equation.DSMT4">
                  <p:embed/>
                </p:oleObj>
              </mc:Choice>
              <mc:Fallback>
                <p:oleObj name="Equation" r:id="rId19" imgW="2273300" imgH="203200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638425"/>
                        <a:ext cx="38703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68313" y="3238500"/>
          <a:ext cx="22923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1" imgW="1346200" imgH="203200" progId="Equation.DSMT4">
                  <p:embed/>
                </p:oleObj>
              </mc:Choice>
              <mc:Fallback>
                <p:oleObj name="Equation" r:id="rId21" imgW="1346200" imgH="20320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238500"/>
                        <a:ext cx="229235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852738" y="3238500"/>
          <a:ext cx="503713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3" imgW="71018400" imgH="4876800" progId="Equation.DSMT4">
                  <p:embed/>
                </p:oleObj>
              </mc:Choice>
              <mc:Fallback>
                <p:oleObj name="Equation" r:id="rId23" imgW="71018400" imgH="4876800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3238500"/>
                        <a:ext cx="503713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7954963" y="3213100"/>
          <a:ext cx="4762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5" imgW="279400" imgH="177800" progId="Equation.DSMT4">
                  <p:embed/>
                </p:oleObj>
              </mc:Choice>
              <mc:Fallback>
                <p:oleObj name="Equation" r:id="rId25" imgW="279400" imgH="177800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4963" y="3213100"/>
                        <a:ext cx="47625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191125" y="3235325"/>
          <a:ext cx="411163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7" imgW="241300" imgH="177800" progId="Equation.DSMT4">
                  <p:embed/>
                </p:oleObj>
              </mc:Choice>
              <mc:Fallback>
                <p:oleObj name="Equation" r:id="rId27" imgW="241300" imgH="177800" progId="Equation.DSMT4">
                  <p:embed/>
                  <p:pic>
                    <p:nvPicPr>
                      <p:cNvPr id="0" name="图片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3235325"/>
                        <a:ext cx="411163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80987" y="3725386"/>
          <a:ext cx="47164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9" imgW="66446400" imgH="4876800" progId="Equation.DSMT4">
                  <p:embed/>
                </p:oleObj>
              </mc:Choice>
              <mc:Fallback>
                <p:oleObj name="Equation" r:id="rId29" imgW="66446400" imgH="48768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" y="3725386"/>
                        <a:ext cx="47164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191125" y="3725386"/>
          <a:ext cx="3524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31" imgW="49682400" imgH="4876800" progId="Equation.DSMT4">
                  <p:embed/>
                </p:oleObj>
              </mc:Choice>
              <mc:Fallback>
                <p:oleObj name="Equation" r:id="rId31" imgW="49682400" imgH="4876800" progId="Equation.DSMT4">
                  <p:embed/>
                  <p:pic>
                    <p:nvPicPr>
                      <p:cNvPr id="0" name="图片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3725386"/>
                        <a:ext cx="352425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95288" y="4270375"/>
          <a:ext cx="136207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3" imgW="799465" imgH="203200" progId="Equation.DSMT4">
                  <p:embed/>
                </p:oleObj>
              </mc:Choice>
              <mc:Fallback>
                <p:oleObj name="Equation" r:id="rId33" imgW="799465" imgH="203200" progId="Equation.DSMT4">
                  <p:embed/>
                  <p:pic>
                    <p:nvPicPr>
                      <p:cNvPr id="0" name="图片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270375"/>
                        <a:ext cx="1362075" cy="3825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895475" y="4292600"/>
          <a:ext cx="31797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35" imgW="1866265" imgH="203200" progId="Equation.DSMT4">
                  <p:embed/>
                </p:oleObj>
              </mc:Choice>
              <mc:Fallback>
                <p:oleObj name="Equation" r:id="rId35" imgW="1866265" imgH="203200" progId="Equation.DSMT4">
                  <p:embed/>
                  <p:pic>
                    <p:nvPicPr>
                      <p:cNvPr id="0" name="图片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4292600"/>
                        <a:ext cx="31797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5167386" y="4314825"/>
          <a:ext cx="322103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37" imgW="45415200" imgH="4876800" progId="Equation.DSMT4">
                  <p:embed/>
                </p:oleObj>
              </mc:Choice>
              <mc:Fallback>
                <p:oleObj name="Equation" r:id="rId37" imgW="45415200" imgH="4876800" progId="Equation.DSMT4">
                  <p:embed/>
                  <p:pic>
                    <p:nvPicPr>
                      <p:cNvPr id="0" name="图片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86" y="4314825"/>
                        <a:ext cx="3221038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548309" y="4846638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9" imgW="989965" imgH="241300" progId="Equation.DSMT4">
                  <p:embed/>
                </p:oleObj>
              </mc:Choice>
              <mc:Fallback>
                <p:oleObj name="Equation" r:id="rId39" imgW="989965" imgH="241300" progId="Equation.DSMT4">
                  <p:embed/>
                  <p:pic>
                    <p:nvPicPr>
                      <p:cNvPr id="0" name="图片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8309" y="4846638"/>
                        <a:ext cx="1685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3204071" y="4846638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41" imgW="989965" imgH="241300" progId="Equation.DSMT4">
                  <p:embed/>
                </p:oleObj>
              </mc:Choice>
              <mc:Fallback>
                <p:oleObj name="Equation" r:id="rId41" imgW="989965" imgH="241300" progId="Equation.DSMT4">
                  <p:embed/>
                  <p:pic>
                    <p:nvPicPr>
                      <p:cNvPr id="0" name="图片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071" y="4846638"/>
                        <a:ext cx="1685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419872" y="5346701"/>
          <a:ext cx="108108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43" imgW="635000" imgH="203200" progId="Equation.DSMT4">
                  <p:embed/>
                </p:oleObj>
              </mc:Choice>
              <mc:Fallback>
                <p:oleObj name="Equation" r:id="rId43" imgW="635000" imgH="203200" progId="Equation.DSMT4">
                  <p:embed/>
                  <p:pic>
                    <p:nvPicPr>
                      <p:cNvPr id="0" name="图片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5346701"/>
                        <a:ext cx="1081087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4895850" y="4840288"/>
          <a:ext cx="2076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45" imgW="29260800" imgH="5791200" progId="Equation.DSMT4">
                  <p:embed/>
                </p:oleObj>
              </mc:Choice>
              <mc:Fallback>
                <p:oleObj name="Equation" r:id="rId45" imgW="29260800" imgH="5791200" progId="Equation.DSMT4">
                  <p:embed/>
                  <p:pic>
                    <p:nvPicPr>
                      <p:cNvPr id="0" name="图片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4840288"/>
                        <a:ext cx="20764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827584" y="5587683"/>
          <a:ext cx="14287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47" imgW="837565" imgH="203200" progId="Equation.DSMT4">
                  <p:embed/>
                </p:oleObj>
              </mc:Choice>
              <mc:Fallback>
                <p:oleObj name="Equation" r:id="rId47" imgW="837565" imgH="203200" progId="Equation.DSMT4">
                  <p:embed/>
                  <p:pic>
                    <p:nvPicPr>
                      <p:cNvPr id="0" name="图片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587683"/>
                        <a:ext cx="142875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7077075" y="4921250"/>
          <a:ext cx="17970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49" imgW="25298400" imgH="4876800" progId="Equation.DSMT4">
                  <p:embed/>
                </p:oleObj>
              </mc:Choice>
              <mc:Fallback>
                <p:oleObj name="Equation" r:id="rId49" imgW="25298400" imgH="48768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7075" y="4921250"/>
                        <a:ext cx="179705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9512" y="182563"/>
          <a:ext cx="46148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55778400" imgH="4876800" progId="Equation.DSMT4">
                  <p:embed/>
                </p:oleObj>
              </mc:Choice>
              <mc:Fallback>
                <p:oleObj name="Equation" r:id="rId1" imgW="55778400" imgH="48768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82563"/>
                        <a:ext cx="46148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5457" y="686594"/>
          <a:ext cx="64547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78028800" imgH="4876800" progId="Equation.DSMT4">
                  <p:embed/>
                </p:oleObj>
              </mc:Choice>
              <mc:Fallback>
                <p:oleObj name="Equation" r:id="rId3" imgW="780288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57" y="686594"/>
                        <a:ext cx="64547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2766" y="1196752"/>
            <a:ext cx="6462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Consider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2"/>
          <p:cNvGraphicFramePr>
            <a:graphicFrameLocks noChangeAspect="1"/>
          </p:cNvGraphicFramePr>
          <p:nvPr/>
        </p:nvGraphicFramePr>
        <p:xfrm>
          <a:off x="2987824" y="986830"/>
          <a:ext cx="17097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21336000" imgH="10058400" progId="Equation.DSMT4">
                  <p:embed/>
                </p:oleObj>
              </mc:Choice>
              <mc:Fallback>
                <p:oleObj name="Equation" r:id="rId5" imgW="21336000" imgH="10058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986830"/>
                        <a:ext cx="17097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697562" y="1163836"/>
            <a:ext cx="165618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on [3, 4].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7824" y="1812592"/>
            <a:ext cx="5900004" cy="3172602"/>
          </a:xfrm>
          <a:prstGeom prst="rect">
            <a:avLst/>
          </a:prstGeom>
        </p:spPr>
      </p:pic>
      <p:graphicFrame>
        <p:nvGraphicFramePr>
          <p:cNvPr id="10" name="对象 2"/>
          <p:cNvGraphicFramePr>
            <a:graphicFrameLocks noChangeAspect="1"/>
          </p:cNvGraphicFramePr>
          <p:nvPr/>
        </p:nvGraphicFramePr>
        <p:xfrm>
          <a:off x="323528" y="1944688"/>
          <a:ext cx="10493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13106400" imgH="4876800" progId="Equation.DSMT4">
                  <p:embed/>
                </p:oleObj>
              </mc:Choice>
              <mc:Fallback>
                <p:oleObj name="Equation" r:id="rId8" imgW="131064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944688"/>
                        <a:ext cx="10493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2"/>
          <p:cNvGraphicFramePr>
            <a:graphicFrameLocks noChangeAspect="1"/>
          </p:cNvGraphicFramePr>
          <p:nvPr/>
        </p:nvGraphicFramePr>
        <p:xfrm>
          <a:off x="316014" y="2560929"/>
          <a:ext cx="23939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29870400" imgH="10668000" progId="Equation.DSMT4">
                  <p:embed/>
                </p:oleObj>
              </mc:Choice>
              <mc:Fallback>
                <p:oleObj name="Equation" r:id="rId10" imgW="29870400" imgH="1066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14" y="2560929"/>
                        <a:ext cx="239395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2"/>
          <p:cNvGraphicFramePr>
            <a:graphicFrameLocks noChangeAspect="1"/>
          </p:cNvGraphicFramePr>
          <p:nvPr/>
        </p:nvGraphicFramePr>
        <p:xfrm>
          <a:off x="1112096" y="3001367"/>
          <a:ext cx="697528" cy="253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11887200" imgH="4267200" progId="Equation.DSMT4">
                  <p:embed/>
                </p:oleObj>
              </mc:Choice>
              <mc:Fallback>
                <p:oleObj name="Equation" r:id="rId12" imgW="11887200" imgH="4267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096" y="3001367"/>
                        <a:ext cx="697528" cy="253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2"/>
          <p:cNvGraphicFramePr>
            <a:graphicFrameLocks noChangeAspect="1"/>
          </p:cNvGraphicFramePr>
          <p:nvPr/>
        </p:nvGraphicFramePr>
        <p:xfrm>
          <a:off x="2639060" y="3145458"/>
          <a:ext cx="697528" cy="253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11887200" imgH="4267200" progId="Equation.DSMT4">
                  <p:embed/>
                </p:oleObj>
              </mc:Choice>
              <mc:Fallback>
                <p:oleObj name="Equation" r:id="rId14" imgW="11887200" imgH="4267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060" y="3145458"/>
                        <a:ext cx="697528" cy="253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2"/>
          <p:cNvGraphicFramePr>
            <a:graphicFrameLocks noChangeAspect="1"/>
          </p:cNvGraphicFramePr>
          <p:nvPr/>
        </p:nvGraphicFramePr>
        <p:xfrm>
          <a:off x="1123654" y="3560100"/>
          <a:ext cx="5127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6400800" imgH="9753600" progId="Equation.DSMT4">
                  <p:embed/>
                </p:oleObj>
              </mc:Choice>
              <mc:Fallback>
                <p:oleObj name="Equation" r:id="rId16" imgW="6400800" imgH="975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654" y="3560100"/>
                        <a:ext cx="51276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2"/>
          <p:cNvGraphicFramePr>
            <a:graphicFrameLocks noChangeAspect="1"/>
          </p:cNvGraphicFramePr>
          <p:nvPr/>
        </p:nvGraphicFramePr>
        <p:xfrm>
          <a:off x="1719982" y="3795049"/>
          <a:ext cx="4397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5486400" imgH="3962400" progId="Equation.DSMT4">
                  <p:embed/>
                </p:oleObj>
              </mc:Choice>
              <mc:Fallback>
                <p:oleObj name="Equation" r:id="rId18" imgW="5486400" imgH="3962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982" y="3795049"/>
                        <a:ext cx="43973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"/>
          <p:cNvGraphicFramePr>
            <a:graphicFrameLocks noChangeAspect="1"/>
          </p:cNvGraphicFramePr>
          <p:nvPr/>
        </p:nvGraphicFramePr>
        <p:xfrm>
          <a:off x="1459548" y="1892220"/>
          <a:ext cx="9032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11277600" imgH="4876800" progId="Equation.DSMT4">
                  <p:embed/>
                </p:oleObj>
              </mc:Choice>
              <mc:Fallback>
                <p:oleObj name="Equation" r:id="rId20" imgW="11277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9548" y="1892220"/>
                        <a:ext cx="9032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819735" y="181545"/>
          <a:ext cx="31003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2" imgW="37490400" imgH="4876800" progId="Equation.DSMT4">
                  <p:embed/>
                </p:oleObj>
              </mc:Choice>
              <mc:Fallback>
                <p:oleObj name="Equation" r:id="rId22" imgW="374904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735" y="181545"/>
                        <a:ext cx="31003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连接符 25"/>
          <p:cNvCxnSpPr/>
          <p:nvPr/>
        </p:nvCxnSpPr>
        <p:spPr>
          <a:xfrm flipH="1" flipV="1">
            <a:off x="7711440" y="2804160"/>
            <a:ext cx="30480" cy="1818640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3749040" y="3067277"/>
            <a:ext cx="3659678" cy="122963"/>
          </a:xfrm>
          <a:prstGeom prst="line">
            <a:avLst/>
          </a:prstGeom>
          <a:ln w="19050">
            <a:solidFill>
              <a:srgbClr val="FF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 flipV="1">
            <a:off x="8310880" y="2032000"/>
            <a:ext cx="4152" cy="2600962"/>
          </a:xfrm>
          <a:prstGeom prst="line">
            <a:avLst/>
          </a:prstGeom>
          <a:ln w="19050">
            <a:solidFill>
              <a:srgbClr val="FF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 flipV="1">
            <a:off x="7408717" y="3068930"/>
            <a:ext cx="2076" cy="1584352"/>
          </a:xfrm>
          <a:prstGeom prst="line">
            <a:avLst/>
          </a:prstGeom>
          <a:ln w="19050">
            <a:solidFill>
              <a:srgbClr val="FF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3708708" y="2043080"/>
            <a:ext cx="4602172" cy="0"/>
          </a:xfrm>
          <a:prstGeom prst="line">
            <a:avLst/>
          </a:prstGeom>
          <a:ln w="19050">
            <a:solidFill>
              <a:srgbClr val="FF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9"/>
          <p:cNvSpPr txBox="1">
            <a:spLocks noChangeArrowheads="1"/>
          </p:cNvSpPr>
          <p:nvPr/>
        </p:nvSpPr>
        <p:spPr bwMode="auto">
          <a:xfrm>
            <a:off x="34943" y="62338"/>
            <a:ext cx="83264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Theorem 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. 3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Fixed-Point Theorem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Assume that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3315" name="Object 10"/>
          <p:cNvGraphicFramePr>
            <a:graphicFrameLocks noChangeAspect="1"/>
          </p:cNvGraphicFramePr>
          <p:nvPr/>
        </p:nvGraphicFramePr>
        <p:xfrm>
          <a:off x="237222" y="506397"/>
          <a:ext cx="18256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公式" r:id="rId1" imgW="977265" imgH="203200" progId="Equation.3">
                  <p:embed/>
                </p:oleObj>
              </mc:Choice>
              <mc:Fallback>
                <p:oleObj name="公式" r:id="rId1" imgW="977265" imgH="203200" progId="Equation.3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22" y="506397"/>
                        <a:ext cx="18256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1"/>
          <p:cNvGraphicFramePr>
            <a:graphicFrameLocks noChangeAspect="1"/>
          </p:cNvGraphicFramePr>
          <p:nvPr/>
        </p:nvGraphicFramePr>
        <p:xfrm>
          <a:off x="2193925" y="507544"/>
          <a:ext cx="34020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1892300" imgH="203200" progId="Equation.3">
                  <p:embed/>
                </p:oleObj>
              </mc:Choice>
              <mc:Fallback>
                <p:oleObj name="公式" r:id="rId3" imgW="1892300" imgH="2032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507544"/>
                        <a:ext cx="34020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2"/>
          <p:cNvGraphicFramePr>
            <a:graphicFrameLocks noChangeAspect="1"/>
          </p:cNvGraphicFramePr>
          <p:nvPr/>
        </p:nvGraphicFramePr>
        <p:xfrm>
          <a:off x="219075" y="906463"/>
          <a:ext cx="35448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49987200" imgH="5791200" progId="Equation.DSMT4">
                  <p:embed/>
                </p:oleObj>
              </mc:Choice>
              <mc:Fallback>
                <p:oleObj name="Equation" r:id="rId5" imgW="49987200" imgH="5791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906463"/>
                        <a:ext cx="354488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3"/>
          <p:cNvGraphicFramePr>
            <a:graphicFrameLocks noChangeAspect="1"/>
          </p:cNvGraphicFramePr>
          <p:nvPr/>
        </p:nvGraphicFramePr>
        <p:xfrm>
          <a:off x="3845184" y="932890"/>
          <a:ext cx="31067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40233600" imgH="5486400" progId="Equation.DSMT4">
                  <p:embed/>
                </p:oleObj>
              </mc:Choice>
              <mc:Fallback>
                <p:oleObj name="Equation" r:id="rId7" imgW="40233600" imgH="548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184" y="932890"/>
                        <a:ext cx="31067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4"/>
          <p:cNvGraphicFramePr>
            <a:graphicFrameLocks noChangeAspect="1"/>
          </p:cNvGraphicFramePr>
          <p:nvPr/>
        </p:nvGraphicFramePr>
        <p:xfrm>
          <a:off x="1017588" y="1348896"/>
          <a:ext cx="73437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95097600" imgH="5486400" progId="Equation.DSMT4">
                  <p:embed/>
                </p:oleObj>
              </mc:Choice>
              <mc:Fallback>
                <p:oleObj name="Equation" r:id="rId9" imgW="950976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8" y="1348896"/>
                        <a:ext cx="73437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15"/>
          <p:cNvSpPr>
            <a:spLocks noChangeArrowheads="1"/>
          </p:cNvSpPr>
          <p:nvPr/>
        </p:nvSpPr>
        <p:spPr bwMode="auto">
          <a:xfrm>
            <a:off x="106363" y="1881932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charset="0"/>
              </a:rPr>
              <a:t>Proof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charset="0"/>
            </a:endParaRPr>
          </a:p>
        </p:txBody>
      </p:sp>
      <p:sp>
        <p:nvSpPr>
          <p:cNvPr id="244752" name="Rectangle 16"/>
          <p:cNvSpPr>
            <a:spLocks noChangeArrowheads="1"/>
          </p:cNvSpPr>
          <p:nvPr/>
        </p:nvSpPr>
        <p:spPr bwMode="auto">
          <a:xfrm>
            <a:off x="957957" y="1802556"/>
            <a:ext cx="6797675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</a:rPr>
              <a:t>All hypotheses guarantee that there exists a unique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</a:rPr>
              <a:t>fixed point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graphicFrame>
        <p:nvGraphicFramePr>
          <p:cNvPr id="244753" name="Object 17"/>
          <p:cNvGraphicFramePr>
            <a:graphicFrameLocks noChangeAspect="1"/>
          </p:cNvGraphicFramePr>
          <p:nvPr/>
        </p:nvGraphicFramePr>
        <p:xfrm>
          <a:off x="2509015" y="2276510"/>
          <a:ext cx="10810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15240000" imgH="4876800" progId="Equation.DSMT4">
                  <p:embed/>
                </p:oleObj>
              </mc:Choice>
              <mc:Fallback>
                <p:oleObj name="Equation" r:id="rId11" imgW="152400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015" y="2276510"/>
                        <a:ext cx="108108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4" name="Object 18"/>
          <p:cNvGraphicFramePr>
            <a:graphicFrameLocks noChangeAspect="1"/>
          </p:cNvGraphicFramePr>
          <p:nvPr/>
        </p:nvGraphicFramePr>
        <p:xfrm>
          <a:off x="3657600" y="2276475"/>
          <a:ext cx="22288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0480000" imgH="5486400" progId="Equation.DSMT4">
                  <p:embed/>
                </p:oleObj>
              </mc:Choice>
              <mc:Fallback>
                <p:oleObj name="Equation" r:id="rId13" imgW="30480000" imgH="548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276475"/>
                        <a:ext cx="222885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5" name="Object 19"/>
          <p:cNvGraphicFramePr>
            <a:graphicFrameLocks noChangeAspect="1"/>
          </p:cNvGraphicFramePr>
          <p:nvPr/>
        </p:nvGraphicFramePr>
        <p:xfrm>
          <a:off x="1084282" y="2690848"/>
          <a:ext cx="70326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3733800" imgH="254000" progId="Equation.DSMT4">
                  <p:embed/>
                </p:oleObj>
              </mc:Choice>
              <mc:Fallback>
                <p:oleObj name="Equation" r:id="rId15" imgW="3733800" imgH="2540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82" y="2690848"/>
                        <a:ext cx="70326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6" name="Object 20"/>
          <p:cNvGraphicFramePr>
            <a:graphicFrameLocks noChangeAspect="1"/>
          </p:cNvGraphicFramePr>
          <p:nvPr/>
        </p:nvGraphicFramePr>
        <p:xfrm>
          <a:off x="4139952" y="3177411"/>
          <a:ext cx="15795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20116800" imgH="6096000" progId="Equation.DSMT4">
                  <p:embed/>
                </p:oleObj>
              </mc:Choice>
              <mc:Fallback>
                <p:oleObj name="Equation" r:id="rId17" imgW="20116800" imgH="60960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177411"/>
                        <a:ext cx="15795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7" name="Object 21"/>
          <p:cNvGraphicFramePr>
            <a:graphicFrameLocks noChangeAspect="1"/>
          </p:cNvGraphicFramePr>
          <p:nvPr/>
        </p:nvGraphicFramePr>
        <p:xfrm>
          <a:off x="900113" y="3771552"/>
          <a:ext cx="49037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2603500" imgH="254000" progId="Equation.DSMT4">
                  <p:embed/>
                </p:oleObj>
              </mc:Choice>
              <mc:Fallback>
                <p:oleObj name="Equation" r:id="rId19" imgW="2603500" imgH="2540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771552"/>
                        <a:ext cx="490378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8" name="Object 22"/>
          <p:cNvGraphicFramePr>
            <a:graphicFrameLocks noChangeAspect="1"/>
          </p:cNvGraphicFramePr>
          <p:nvPr/>
        </p:nvGraphicFramePr>
        <p:xfrm>
          <a:off x="2122488" y="5068540"/>
          <a:ext cx="13874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736600" imgH="279400" progId="Equation.DSMT4">
                  <p:embed/>
                </p:oleObj>
              </mc:Choice>
              <mc:Fallback>
                <p:oleObj name="Equation" r:id="rId21" imgW="736600" imgH="2794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5068540"/>
                        <a:ext cx="13874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9" name="Object 23"/>
          <p:cNvGraphicFramePr>
            <a:graphicFrameLocks noChangeAspect="1"/>
          </p:cNvGraphicFramePr>
          <p:nvPr/>
        </p:nvGraphicFramePr>
        <p:xfrm>
          <a:off x="1814513" y="4381152"/>
          <a:ext cx="41608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3" imgW="2209800" imgH="292100" progId="Equation.DSMT4">
                  <p:embed/>
                </p:oleObj>
              </mc:Choice>
              <mc:Fallback>
                <p:oleObj name="Equation" r:id="rId23" imgW="2209800" imgH="2921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4381152"/>
                        <a:ext cx="41608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60" name="Text Box 24"/>
          <p:cNvSpPr txBox="1">
            <a:spLocks noChangeArrowheads="1"/>
          </p:cNvSpPr>
          <p:nvPr/>
        </p:nvSpPr>
        <p:spPr bwMode="auto">
          <a:xfrm>
            <a:off x="754063" y="4347815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</a:rPr>
              <a:t>Then,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sp>
        <p:nvSpPr>
          <p:cNvPr id="244761" name="Text Box 25"/>
          <p:cNvSpPr txBox="1">
            <a:spLocks noChangeArrowheads="1"/>
          </p:cNvSpPr>
          <p:nvPr/>
        </p:nvSpPr>
        <p:spPr bwMode="auto">
          <a:xfrm>
            <a:off x="755650" y="4970115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</a:rPr>
              <a:t>That is, 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sp>
        <p:nvSpPr>
          <p:cNvPr id="244762" name="Text Box 26"/>
          <p:cNvSpPr txBox="1">
            <a:spLocks noChangeArrowheads="1"/>
          </p:cNvSpPr>
          <p:nvPr/>
        </p:nvSpPr>
        <p:spPr bwMode="auto">
          <a:xfrm>
            <a:off x="6084888" y="4347815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</a:rPr>
              <a:t>since 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44763" name="Object 27"/>
          <p:cNvGraphicFramePr>
            <a:graphicFrameLocks noChangeAspect="1"/>
          </p:cNvGraphicFramePr>
          <p:nvPr/>
        </p:nvGraphicFramePr>
        <p:xfrm>
          <a:off x="6937375" y="4411315"/>
          <a:ext cx="7397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5" imgW="393065" imgH="177800" progId="Equation.DSMT4">
                  <p:embed/>
                </p:oleObj>
              </mc:Choice>
              <mc:Fallback>
                <p:oleObj name="Equation" r:id="rId25" imgW="393065" imgH="1778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75" y="4411315"/>
                        <a:ext cx="7397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561975" y="4276377"/>
            <a:ext cx="6026150" cy="0"/>
          </a:xfrm>
          <a:prstGeom prst="line">
            <a:avLst/>
          </a:prstGeom>
          <a:noFill/>
          <a:ln w="38100" cap="sq" algn="ctr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557905" y="4898583"/>
          <a:ext cx="23923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7" imgW="1269365" imgH="254000" progId="Equation.DSMT4">
                  <p:embed/>
                </p:oleObj>
              </mc:Choice>
              <mc:Fallback>
                <p:oleObj name="Equation" r:id="rId27" imgW="1269365" imgH="25400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905" y="4898583"/>
                        <a:ext cx="2392363" cy="473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534817" y="5509104"/>
          <a:ext cx="27749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9" imgW="35356800" imgH="10058400" progId="Equation.DSMT4">
                  <p:embed/>
                </p:oleObj>
              </mc:Choice>
              <mc:Fallback>
                <p:oleObj name="Equation" r:id="rId29" imgW="35356800" imgH="10058400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817" y="5509104"/>
                        <a:ext cx="2774950" cy="7762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4"/>
          <p:cNvGraphicFramePr>
            <a:graphicFrameLocks noChangeAspect="1"/>
          </p:cNvGraphicFramePr>
          <p:nvPr/>
        </p:nvGraphicFramePr>
        <p:xfrm>
          <a:off x="6002486" y="2250876"/>
          <a:ext cx="2112516" cy="386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1" imgW="30480000" imgH="5486400" progId="Equation.DSMT4">
                  <p:embed/>
                </p:oleObj>
              </mc:Choice>
              <mc:Fallback>
                <p:oleObj name="Equation" r:id="rId31" imgW="30480000" imgH="5486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486" y="2250876"/>
                        <a:ext cx="2112516" cy="386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4"/>
          <p:cNvGraphicFramePr>
            <a:graphicFrameLocks noChangeAspect="1"/>
          </p:cNvGraphicFramePr>
          <p:nvPr/>
        </p:nvGraphicFramePr>
        <p:xfrm>
          <a:off x="8186043" y="2252468"/>
          <a:ext cx="54133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3" imgW="7010400" imgH="4267200" progId="Equation.DSMT4">
                  <p:embed/>
                </p:oleObj>
              </mc:Choice>
              <mc:Fallback>
                <p:oleObj name="Equation" r:id="rId33" imgW="7010400" imgH="426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6043" y="2252468"/>
                        <a:ext cx="54133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52" grpId="0"/>
      <p:bldP spid="244760" grpId="0"/>
      <p:bldP spid="244761" grpId="0"/>
      <p:bldP spid="24476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53975" y="119063"/>
            <a:ext cx="6462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Show that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2291" name="对象 2"/>
          <p:cNvGraphicFramePr>
            <a:graphicFrameLocks noChangeAspect="1"/>
          </p:cNvGraphicFramePr>
          <p:nvPr/>
        </p:nvGraphicFramePr>
        <p:xfrm>
          <a:off x="2898775" y="77788"/>
          <a:ext cx="21240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6517600" imgH="11887200" progId="Equation.DSMT4">
                  <p:embed/>
                </p:oleObj>
              </mc:Choice>
              <mc:Fallback>
                <p:oleObj name="Equation" r:id="rId1" imgW="26517600" imgH="11887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77788"/>
                        <a:ext cx="21240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对象 3"/>
          <p:cNvGraphicFramePr>
            <a:graphicFrameLocks noChangeAspect="1"/>
          </p:cNvGraphicFramePr>
          <p:nvPr/>
        </p:nvGraphicFramePr>
        <p:xfrm>
          <a:off x="160338" y="1033463"/>
          <a:ext cx="440213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3035200" imgH="4876800" progId="Equation.DSMT4">
                  <p:embed/>
                </p:oleObj>
              </mc:Choice>
              <mc:Fallback>
                <p:oleObj name="Equation" r:id="rId3" imgW="53035200" imgH="4876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8" y="1033463"/>
                        <a:ext cx="4402137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450975" y="3716338"/>
          <a:ext cx="34083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349375" imgH="160020" progId="Equation.DSMT4">
                  <p:embed/>
                </p:oleObj>
              </mc:Choice>
              <mc:Fallback>
                <p:oleObj name="Equation" r:id="rId5" imgW="1349375" imgH="16002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3716338"/>
                        <a:ext cx="340836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92500" y="4221163"/>
          <a:ext cx="21971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007745" imgH="666750" progId="Equation.DSMT4">
                  <p:embed/>
                </p:oleObj>
              </mc:Choice>
              <mc:Fallback>
                <p:oleObj name="Equation" r:id="rId7" imgW="1007745" imgH="66675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221163"/>
                        <a:ext cx="21971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60338" y="1573213"/>
          <a:ext cx="8921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363200" imgH="4267200" progId="Equation.DSMT4">
                  <p:embed/>
                </p:oleObj>
              </mc:Choice>
              <mc:Fallback>
                <p:oleObj name="Equation" r:id="rId9" imgW="10363200" imgH="4267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8" y="1573213"/>
                        <a:ext cx="8921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243013" y="1536700"/>
          <a:ext cx="21955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26212800" imgH="4876800" progId="Equation.DSMT4">
                  <p:embed/>
                </p:oleObj>
              </mc:Choice>
              <mc:Fallback>
                <p:oleObj name="Equation" r:id="rId11" imgW="262128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1536700"/>
                        <a:ext cx="21955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85165" y="2946502"/>
          <a:ext cx="5865813" cy="711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3" imgW="73152000" imgH="8534400" progId="Equation.DSMT4">
                  <p:embed/>
                </p:oleObj>
              </mc:Choice>
              <mc:Fallback>
                <p:oleObj name="Equation" r:id="rId13" imgW="73152000" imgH="85344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" y="2946502"/>
                        <a:ext cx="5865813" cy="711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97707" y="1989643"/>
          <a:ext cx="4346575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5" imgW="1944370" imgH="467995" progId="Equation.DSMT4">
                  <p:embed/>
                </p:oleObj>
              </mc:Choice>
              <mc:Fallback>
                <p:oleObj name="Equation" r:id="rId15" imgW="1944370" imgH="467995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07" y="1989643"/>
                        <a:ext cx="4346575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44282" y="2348418"/>
          <a:ext cx="20161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7" imgW="842645" imgH="160020" progId="Equation.DSMT4">
                  <p:embed/>
                </p:oleObj>
              </mc:Choice>
              <mc:Fallback>
                <p:oleObj name="Equation" r:id="rId17" imgW="842645" imgH="16002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282" y="2348418"/>
                        <a:ext cx="20161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11188" y="4149725"/>
          <a:ext cx="28082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9" imgW="1151255" imgH="457200" progId="Equation.DSMT4">
                  <p:embed/>
                </p:oleObj>
              </mc:Choice>
              <mc:Fallback>
                <p:oleObj name="Equation" r:id="rId19" imgW="1151255" imgH="457200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149725"/>
                        <a:ext cx="280828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724525" y="4500563"/>
          <a:ext cx="887413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1" imgW="391160" imgH="137795" progId="Equation.DSMT4">
                  <p:embed/>
                </p:oleObj>
              </mc:Choice>
              <mc:Fallback>
                <p:oleObj name="Equation" r:id="rId21" imgW="391160" imgH="137795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500563"/>
                        <a:ext cx="887413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04800" y="5243513"/>
          <a:ext cx="75628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3" imgW="91440000" imgH="4876800" progId="Equation.DSMT4">
                  <p:embed/>
                </p:oleObj>
              </mc:Choice>
              <mc:Fallback>
                <p:oleObj name="Equation" r:id="rId23" imgW="91440000" imgH="4876800" progId="Equation.DSMT4">
                  <p:embed/>
                  <p:pic>
                    <p:nvPicPr>
                      <p:cNvPr id="0" name="图片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243513"/>
                        <a:ext cx="75628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77825" y="5713413"/>
          <a:ext cx="61563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5" imgW="74371200" imgH="4876800" progId="Equation.DSMT4">
                  <p:embed/>
                </p:oleObj>
              </mc:Choice>
              <mc:Fallback>
                <p:oleObj name="Equation" r:id="rId25" imgW="74371200" imgH="48768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5713413"/>
                        <a:ext cx="61563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59338" y="174131"/>
            <a:ext cx="4119937" cy="19857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53975" y="119063"/>
            <a:ext cx="30781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4339" name="对象 2"/>
          <p:cNvGraphicFramePr>
            <a:graphicFrameLocks noChangeAspect="1"/>
          </p:cNvGraphicFramePr>
          <p:nvPr/>
        </p:nvGraphicFramePr>
        <p:xfrm>
          <a:off x="1458913" y="101600"/>
          <a:ext cx="21240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6517600" imgH="11887200" progId="Equation.DSMT4">
                  <p:embed/>
                </p:oleObj>
              </mc:Choice>
              <mc:Fallback>
                <p:oleObj name="Equation" r:id="rId1" imgW="26517600" imgH="11887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101600"/>
                        <a:ext cx="21240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对象 3"/>
          <p:cNvGraphicFramePr>
            <a:graphicFrameLocks noChangeAspect="1"/>
          </p:cNvGraphicFramePr>
          <p:nvPr/>
        </p:nvGraphicFramePr>
        <p:xfrm>
          <a:off x="3546475" y="455613"/>
          <a:ext cx="44005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3035200" imgH="4876800" progId="Equation.DSMT4">
                  <p:embed/>
                </p:oleObj>
              </mc:Choice>
              <mc:Fallback>
                <p:oleObj name="Equation" r:id="rId3" imgW="53035200" imgH="4876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455613"/>
                        <a:ext cx="44005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68313" y="1268413"/>
          <a:ext cx="16779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655320" imgH="181610" progId="Equation.DSMT4">
                  <p:embed/>
                </p:oleObj>
              </mc:Choice>
              <mc:Fallback>
                <p:oleObj name="Equation" r:id="rId5" imgW="655320" imgH="18161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268413"/>
                        <a:ext cx="16779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41425" y="1898650"/>
          <a:ext cx="21717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7127200" imgH="13106400" progId="Equation.DSMT4">
                  <p:embed/>
                </p:oleObj>
              </mc:Choice>
              <mc:Fallback>
                <p:oleObj name="Equation" r:id="rId7" imgW="27127200" imgH="1310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1898650"/>
                        <a:ext cx="217170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30575" y="2330450"/>
          <a:ext cx="21510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26822400" imgH="6705600" progId="Equation.DSMT4">
                  <p:embed/>
                </p:oleObj>
              </mc:Choice>
              <mc:Fallback>
                <p:oleObj name="Equation" r:id="rId9" imgW="26822400" imgH="6705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575" y="2330450"/>
                        <a:ext cx="21510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55650" y="3357563"/>
          <a:ext cx="7488240" cy="93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30"/>
                <a:gridCol w="936030"/>
                <a:gridCol w="936030"/>
                <a:gridCol w="936030"/>
                <a:gridCol w="936030"/>
                <a:gridCol w="936030"/>
                <a:gridCol w="936030"/>
                <a:gridCol w="936030"/>
              </a:tblGrid>
              <a:tr h="467519"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4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5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6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7519">
                <a:tc>
                  <a:txBody>
                    <a:bodyPr/>
                    <a:lstStyle/>
                    <a:p>
                      <a:endParaRPr lang="zh-CN" altLang="en-US" sz="1800" b="1" i="1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  <a:cs typeface="+mn-cs"/>
                        </a:rPr>
                        <a:t>1.5</a:t>
                      </a:r>
                      <a:endParaRPr kumimoji="1" lang="zh-CN" altLang="en-US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1.34840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1.36738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1.36496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1.36526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27088" y="3860800"/>
          <a:ext cx="4127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148590" imgH="181610" progId="Equation.DSMT4">
                  <p:embed/>
                </p:oleObj>
              </mc:Choice>
              <mc:Fallback>
                <p:oleObj name="Equation" r:id="rId11" imgW="148590" imgH="18161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60800"/>
                        <a:ext cx="4127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971550" y="3500438"/>
          <a:ext cx="274638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93345" imgH="104775" progId="Equation.DSMT4">
                  <p:embed/>
                </p:oleObj>
              </mc:Choice>
              <mc:Fallback>
                <p:oleObj name="Equation" r:id="rId13" imgW="93345" imgH="104775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00438"/>
                        <a:ext cx="274638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/>
          <p:cNvCxnSpPr>
            <a:cxnSpLocks noChangeShapeType="1"/>
          </p:cNvCxnSpPr>
          <p:nvPr/>
        </p:nvCxnSpPr>
        <p:spPr bwMode="auto">
          <a:xfrm>
            <a:off x="684213" y="3789363"/>
            <a:ext cx="7559675" cy="34925"/>
          </a:xfrm>
          <a:prstGeom prst="line">
            <a:avLst/>
          </a:prstGeom>
          <a:noFill/>
          <a:ln w="28575" cap="sq" algn="ctr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>
            <a:off x="1476375" y="3500438"/>
            <a:ext cx="0" cy="865187"/>
          </a:xfrm>
          <a:prstGeom prst="line">
            <a:avLst/>
          </a:prstGeom>
          <a:noFill/>
          <a:ln w="28575" cap="sq" algn="ctr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458913" y="4924425"/>
          <a:ext cx="176371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5" imgW="21945600" imgH="12496800" progId="Equation.DSMT4">
                  <p:embed/>
                </p:oleObj>
              </mc:Choice>
              <mc:Fallback>
                <p:oleObj name="Equation" r:id="rId15" imgW="21945600" imgH="124968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4924425"/>
                        <a:ext cx="1763712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402013" y="5210175"/>
          <a:ext cx="25082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7" imgW="31394400" imgH="5486400" progId="Equation.DSMT4">
                  <p:embed/>
                </p:oleObj>
              </mc:Choice>
              <mc:Fallback>
                <p:oleObj name="Equation" r:id="rId17" imgW="31394400" imgH="54864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5210175"/>
                        <a:ext cx="25082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572000" y="1223487"/>
          <a:ext cx="30194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9" imgW="37795200" imgH="5486400" progId="Equation.DSMT4">
                  <p:embed/>
                </p:oleObj>
              </mc:Choice>
              <mc:Fallback>
                <p:oleObj name="Equation" r:id="rId19" imgW="37795200" imgH="548640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223487"/>
                        <a:ext cx="3019425" cy="4683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99"/>
          <p:cNvGraphicFramePr>
            <a:graphicFrameLocks noChangeAspect="1"/>
          </p:cNvGraphicFramePr>
          <p:nvPr/>
        </p:nvGraphicFramePr>
        <p:xfrm>
          <a:off x="179512" y="896526"/>
          <a:ext cx="3697683" cy="48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44196000" imgH="5791200" progId="Equation.DSMT4">
                  <p:embed/>
                </p:oleObj>
              </mc:Choice>
              <mc:Fallback>
                <p:oleObj name="Equation" r:id="rId1" imgW="44196000" imgH="5791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896526"/>
                        <a:ext cx="3697683" cy="487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100"/>
          <p:cNvGraphicFramePr>
            <a:graphicFrameLocks noChangeAspect="1"/>
          </p:cNvGraphicFramePr>
          <p:nvPr/>
        </p:nvGraphicFramePr>
        <p:xfrm>
          <a:off x="90487" y="1983135"/>
          <a:ext cx="3860170" cy="78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8158400" imgH="10058400" progId="Equation.DSMT4">
                  <p:embed/>
                </p:oleObj>
              </mc:Choice>
              <mc:Fallback>
                <p:oleObj name="Equation" r:id="rId3" imgW="48158400" imgH="10058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" y="1983135"/>
                        <a:ext cx="3860170" cy="787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101"/>
          <p:cNvGraphicFramePr>
            <a:graphicFrameLocks noChangeAspect="1"/>
          </p:cNvGraphicFramePr>
          <p:nvPr/>
        </p:nvGraphicFramePr>
        <p:xfrm>
          <a:off x="3950657" y="1187649"/>
          <a:ext cx="3016772" cy="884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37185600" imgH="11887200" progId="Equation.DSMT4">
                  <p:embed/>
                </p:oleObj>
              </mc:Choice>
              <mc:Fallback>
                <p:oleObj name="Equation" r:id="rId5" imgW="37185600" imgH="11887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657" y="1187649"/>
                        <a:ext cx="3016772" cy="884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02"/>
          <p:cNvGraphicFramePr>
            <a:graphicFrameLocks noChangeAspect="1"/>
          </p:cNvGraphicFramePr>
          <p:nvPr/>
        </p:nvGraphicFramePr>
        <p:xfrm>
          <a:off x="90487" y="1298575"/>
          <a:ext cx="3545409" cy="813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42062400" imgH="9753600" progId="Equation.DSMT4">
                  <p:embed/>
                </p:oleObj>
              </mc:Choice>
              <mc:Fallback>
                <p:oleObj name="Equation" r:id="rId7" imgW="42062400" imgH="9753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" y="1298575"/>
                        <a:ext cx="3545409" cy="813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03"/>
          <p:cNvGraphicFramePr>
            <a:graphicFrameLocks noChangeAspect="1"/>
          </p:cNvGraphicFramePr>
          <p:nvPr/>
        </p:nvGraphicFramePr>
        <p:xfrm>
          <a:off x="5160338" y="544138"/>
          <a:ext cx="3382367" cy="915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40538400" imgH="11887200" progId="Equation.DSMT4">
                  <p:embed/>
                </p:oleObj>
              </mc:Choice>
              <mc:Fallback>
                <p:oleObj name="Equation" r:id="rId9" imgW="40538400" imgH="11887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338" y="544138"/>
                        <a:ext cx="3382367" cy="915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104"/>
          <p:cNvSpPr>
            <a:spLocks noChangeArrowheads="1"/>
          </p:cNvSpPr>
          <p:nvPr/>
        </p:nvSpPr>
        <p:spPr bwMode="auto">
          <a:xfrm>
            <a:off x="179512" y="44624"/>
            <a:ext cx="87851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Consider the convergence of the iterative rule                       on         . Where the function </a:t>
            </a:r>
            <a:r>
              <a:rPr lang="en-US" altLang="zh-CN" sz="2400" b="1" i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) is as follows: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5368" name="Object 106"/>
          <p:cNvGraphicFramePr>
            <a:graphicFrameLocks noChangeAspect="1"/>
          </p:cNvGraphicFramePr>
          <p:nvPr/>
        </p:nvGraphicFramePr>
        <p:xfrm>
          <a:off x="6300192" y="74668"/>
          <a:ext cx="16795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11" imgW="683260" imgH="154305" progId="Equation.3">
                  <p:embed/>
                </p:oleObj>
              </mc:Choice>
              <mc:Fallback>
                <p:oleObj name="公式" r:id="rId11" imgW="683260" imgH="154305" progId="Equation.3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74668"/>
                        <a:ext cx="1679575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13"/>
          <p:cNvGraphicFramePr>
            <a:graphicFrameLocks noChangeAspect="1"/>
          </p:cNvGraphicFramePr>
          <p:nvPr/>
        </p:nvGraphicFramePr>
        <p:xfrm>
          <a:off x="611559" y="489124"/>
          <a:ext cx="706065" cy="392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253365" imgH="132080" progId="Equation.DSMT4">
                  <p:embed/>
                </p:oleObj>
              </mc:Choice>
              <mc:Fallback>
                <p:oleObj name="Equation" r:id="rId13" imgW="253365" imgH="13208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59" y="489124"/>
                        <a:ext cx="706065" cy="392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4989348" y="2291691"/>
          <a:ext cx="3724346" cy="478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37795200" imgH="5486400" progId="Equation.DSMT4">
                  <p:embed/>
                </p:oleObj>
              </mc:Choice>
              <mc:Fallback>
                <p:oleObj name="Equation" r:id="rId15" imgW="377952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348" y="2291691"/>
                        <a:ext cx="3724346" cy="47894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0935" y="2789420"/>
            <a:ext cx="6619418" cy="3728842"/>
          </a:xfrm>
          <a:prstGeom prst="rect">
            <a:avLst/>
          </a:prstGeom>
        </p:spPr>
      </p:pic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5796136" y="3921593"/>
          <a:ext cx="964431" cy="277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8" imgW="14935200" imgH="4876800" progId="Equation.DSMT4">
                  <p:embed/>
                </p:oleObj>
              </mc:Choice>
              <mc:Fallback>
                <p:oleObj name="Equation" r:id="rId18" imgW="14935200" imgH="487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3921593"/>
                        <a:ext cx="964431" cy="277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323850" y="188913"/>
          <a:ext cx="35115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597660" imgH="165100" progId="Equation.DSMT4">
                  <p:embed/>
                </p:oleObj>
              </mc:Choice>
              <mc:Fallback>
                <p:oleObj name="Equation" r:id="rId1" imgW="1597660" imgH="1651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88913"/>
                        <a:ext cx="35115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5003800" y="188913"/>
          <a:ext cx="28082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355090" imgH="385445" progId="Equation.DSMT4">
                  <p:embed/>
                </p:oleObj>
              </mc:Choice>
              <mc:Fallback>
                <p:oleObj name="Equation" r:id="rId3" imgW="1355090" imgH="385445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88913"/>
                        <a:ext cx="28082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6" name="Object 4"/>
          <p:cNvGraphicFramePr>
            <a:graphicFrameLocks noChangeAspect="1"/>
          </p:cNvGraphicFramePr>
          <p:nvPr/>
        </p:nvGraphicFramePr>
        <p:xfrm>
          <a:off x="3111500" y="2924175"/>
          <a:ext cx="39084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872615" imgH="264160" progId="Equation.DSMT4">
                  <p:embed/>
                </p:oleObj>
              </mc:Choice>
              <mc:Fallback>
                <p:oleObj name="Equation" r:id="rId5" imgW="1872615" imgH="26416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2924175"/>
                        <a:ext cx="390842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250825" y="1557338"/>
          <a:ext cx="3243263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443355" imgH="308610" progId="Equation.DSMT4">
                  <p:embed/>
                </p:oleObj>
              </mc:Choice>
              <mc:Fallback>
                <p:oleObj name="Equation" r:id="rId7" imgW="1443355" imgH="30861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557338"/>
                        <a:ext cx="3243263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23"/>
          <p:cNvGraphicFramePr>
            <a:graphicFrameLocks noChangeAspect="1"/>
          </p:cNvGraphicFramePr>
          <p:nvPr/>
        </p:nvGraphicFramePr>
        <p:xfrm>
          <a:off x="395288" y="4941888"/>
          <a:ext cx="34559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652270" imgH="319405" progId="Equation.DSMT4">
                  <p:embed/>
                </p:oleObj>
              </mc:Choice>
              <mc:Fallback>
                <p:oleObj name="Equation" r:id="rId9" imgW="1652270" imgH="319405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941888"/>
                        <a:ext cx="34559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6" name="Object 24"/>
          <p:cNvGraphicFramePr>
            <a:graphicFrameLocks noChangeAspect="1"/>
          </p:cNvGraphicFramePr>
          <p:nvPr/>
        </p:nvGraphicFramePr>
        <p:xfrm>
          <a:off x="611560" y="5716236"/>
          <a:ext cx="3816423" cy="397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44805600" imgH="4876800" progId="Equation.DSMT4">
                  <p:embed/>
                </p:oleObj>
              </mc:Choice>
              <mc:Fallback>
                <p:oleObj name="Equation" r:id="rId11" imgW="448056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716236"/>
                        <a:ext cx="3816423" cy="397621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7" name="Object 25"/>
          <p:cNvGraphicFramePr>
            <a:graphicFrameLocks noChangeAspect="1"/>
          </p:cNvGraphicFramePr>
          <p:nvPr/>
        </p:nvGraphicFramePr>
        <p:xfrm>
          <a:off x="395288" y="3573463"/>
          <a:ext cx="5054600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2434590" imgH="661035" progId="Equation.DSMT4">
                  <p:embed/>
                </p:oleObj>
              </mc:Choice>
              <mc:Fallback>
                <p:oleObj name="Equation" r:id="rId13" imgW="2434590" imgH="661035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573463"/>
                        <a:ext cx="5054600" cy="127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8" name="Object 26"/>
          <p:cNvGraphicFramePr>
            <a:graphicFrameLocks noChangeAspect="1"/>
          </p:cNvGraphicFramePr>
          <p:nvPr/>
        </p:nvGraphicFramePr>
        <p:xfrm>
          <a:off x="5580063" y="3484563"/>
          <a:ext cx="2584450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223010" imgH="1520190" progId="Equation.DSMT4">
                  <p:embed/>
                </p:oleObj>
              </mc:Choice>
              <mc:Fallback>
                <p:oleObj name="Equation" r:id="rId15" imgW="1223010" imgH="152019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484563"/>
                        <a:ext cx="2584450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9" name="Object 27"/>
          <p:cNvGraphicFramePr>
            <a:graphicFrameLocks noChangeAspect="1"/>
          </p:cNvGraphicFramePr>
          <p:nvPr/>
        </p:nvGraphicFramePr>
        <p:xfrm>
          <a:off x="755650" y="692150"/>
          <a:ext cx="28797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1299845" imgH="352425" progId="Equation.DSMT4">
                  <p:embed/>
                </p:oleObj>
              </mc:Choice>
              <mc:Fallback>
                <p:oleObj name="Equation" r:id="rId17" imgW="1299845" imgH="352425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692150"/>
                        <a:ext cx="28797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60" name="Object 28"/>
          <p:cNvGraphicFramePr>
            <a:graphicFrameLocks noChangeAspect="1"/>
          </p:cNvGraphicFramePr>
          <p:nvPr/>
        </p:nvGraphicFramePr>
        <p:xfrm>
          <a:off x="5572126" y="1145223"/>
          <a:ext cx="25923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1266825" imgH="176530" progId="Equation.DSMT4">
                  <p:embed/>
                </p:oleObj>
              </mc:Choice>
              <mc:Fallback>
                <p:oleObj name="Equation" r:id="rId19" imgW="1266825" imgH="17653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6" y="1145223"/>
                        <a:ext cx="25923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61" name="Object 29"/>
          <p:cNvGraphicFramePr>
            <a:graphicFrameLocks noChangeAspect="1"/>
          </p:cNvGraphicFramePr>
          <p:nvPr/>
        </p:nvGraphicFramePr>
        <p:xfrm>
          <a:off x="395288" y="2205038"/>
          <a:ext cx="62230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2809240" imgH="264160" progId="Equation.DSMT4">
                  <p:embed/>
                </p:oleObj>
              </mc:Choice>
              <mc:Fallback>
                <p:oleObj name="Equation" r:id="rId21" imgW="2809240" imgH="26416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05038"/>
                        <a:ext cx="62230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30"/>
          <p:cNvGraphicFramePr>
            <a:graphicFrameLocks noChangeAspect="1"/>
          </p:cNvGraphicFramePr>
          <p:nvPr/>
        </p:nvGraphicFramePr>
        <p:xfrm>
          <a:off x="323850" y="2781300"/>
          <a:ext cx="2493963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3" imgW="1178560" imgH="385445" progId="Equation.DSMT4">
                  <p:embed/>
                </p:oleObj>
              </mc:Choice>
              <mc:Fallback>
                <p:oleObj name="Equation" r:id="rId23" imgW="1178560" imgH="385445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781300"/>
                        <a:ext cx="2493963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5398293" y="1783057"/>
          <a:ext cx="3243263" cy="420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5" imgW="37795200" imgH="5486400" progId="Equation.DSMT4">
                  <p:embed/>
                </p:oleObj>
              </mc:Choice>
              <mc:Fallback>
                <p:oleObj name="Equation" r:id="rId25" imgW="377952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8293" y="1783057"/>
                        <a:ext cx="3243263" cy="42049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9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02"/>
          <p:cNvGraphicFramePr>
            <a:graphicFrameLocks noGrp="1"/>
          </p:cNvGraphicFramePr>
          <p:nvPr/>
        </p:nvGraphicFramePr>
        <p:xfrm>
          <a:off x="755576" y="1340768"/>
          <a:ext cx="7632848" cy="4752524"/>
        </p:xfrm>
        <a:graphic>
          <a:graphicData uri="http://schemas.openxmlformats.org/drawingml/2006/table">
            <a:tbl>
              <a:tblPr/>
              <a:tblGrid>
                <a:gridCol w="657572"/>
                <a:gridCol w="1383230"/>
                <a:gridCol w="1512236"/>
                <a:gridCol w="1381437"/>
                <a:gridCol w="1316936"/>
                <a:gridCol w="1381437"/>
              </a:tblGrid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(3)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(5)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-0.875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0.8165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1.28695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1.34840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1.37333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6.732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2.9969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1.40254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1.36738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2973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-469.7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(-8.65)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1/2</a:t>
                      </a:r>
                      <a:endParaRPr kumimoji="1" lang="en-US" altLang="zh-CN" sz="1800" b="1" i="0" u="none" strike="noStrike" cap="none" normalizeH="0" baseline="3000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1.34546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1.36496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1.03×10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3000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1.37717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1.36009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1.36785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1.36592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1.36487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1.36541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112"/>
          <p:cNvGraphicFramePr>
            <a:graphicFrameLocks noChangeAspect="1"/>
          </p:cNvGraphicFramePr>
          <p:nvPr/>
        </p:nvGraphicFramePr>
        <p:xfrm>
          <a:off x="611560" y="566270"/>
          <a:ext cx="10080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429895" imgH="154305" progId="Equation.DSMT4">
                  <p:embed/>
                </p:oleObj>
              </mc:Choice>
              <mc:Fallback>
                <p:oleObj name="Equation" r:id="rId1" imgW="429895" imgH="154305" progId="Equation.DSMT4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66270"/>
                        <a:ext cx="1008063" cy="3968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57150" y="66675"/>
            <a:ext cx="8402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Graphical Interpratation of Fixed-Point Iteration</a:t>
            </a:r>
            <a:endParaRPr lang="en-US" altLang="zh-CN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8435" name="Group 5"/>
          <p:cNvGrpSpPr/>
          <p:nvPr/>
        </p:nvGrpSpPr>
        <p:grpSpPr bwMode="auto">
          <a:xfrm>
            <a:off x="3419475" y="1125538"/>
            <a:ext cx="4724400" cy="4300537"/>
            <a:chOff x="2656" y="1379"/>
            <a:chExt cx="2976" cy="2709"/>
          </a:xfrm>
        </p:grpSpPr>
        <p:grpSp>
          <p:nvGrpSpPr>
            <p:cNvPr id="18460" name="Group 6"/>
            <p:cNvGrpSpPr/>
            <p:nvPr/>
          </p:nvGrpSpPr>
          <p:grpSpPr bwMode="auto">
            <a:xfrm>
              <a:off x="2656" y="1379"/>
              <a:ext cx="2976" cy="2709"/>
              <a:chOff x="2784" y="1104"/>
              <a:chExt cx="2976" cy="2709"/>
            </a:xfrm>
          </p:grpSpPr>
          <p:sp>
            <p:nvSpPr>
              <p:cNvPr id="18463" name="Text Box 7"/>
              <p:cNvSpPr txBox="1">
                <a:spLocks noChangeArrowheads="1"/>
              </p:cNvSpPr>
              <p:nvPr/>
            </p:nvSpPr>
            <p:spPr bwMode="auto">
              <a:xfrm>
                <a:off x="2784" y="1104"/>
                <a:ext cx="2976" cy="2709"/>
              </a:xfrm>
              <a:prstGeom prst="rect">
                <a:avLst/>
              </a:prstGeom>
              <a:noFill/>
              <a:ln w="9525">
                <a:solidFill>
                  <a:srgbClr val="080808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4" name="Freeform 8"/>
              <p:cNvSpPr/>
              <p:nvPr/>
            </p:nvSpPr>
            <p:spPr bwMode="auto">
              <a:xfrm>
                <a:off x="3264" y="1695"/>
                <a:ext cx="1664" cy="1008"/>
              </a:xfrm>
              <a:custGeom>
                <a:avLst/>
                <a:gdLst>
                  <a:gd name="T0" fmla="*/ 0 w 1664"/>
                  <a:gd name="T1" fmla="*/ 0 h 1008"/>
                  <a:gd name="T2" fmla="*/ 624 w 1664"/>
                  <a:gd name="T3" fmla="*/ 96 h 1008"/>
                  <a:gd name="T4" fmla="*/ 1152 w 1664"/>
                  <a:gd name="T5" fmla="*/ 384 h 1008"/>
                  <a:gd name="T6" fmla="*/ 1584 w 1664"/>
                  <a:gd name="T7" fmla="*/ 912 h 1008"/>
                  <a:gd name="T8" fmla="*/ 1632 w 1664"/>
                  <a:gd name="T9" fmla="*/ 960 h 10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4" h="1008">
                    <a:moveTo>
                      <a:pt x="0" y="0"/>
                    </a:moveTo>
                    <a:cubicBezTo>
                      <a:pt x="216" y="16"/>
                      <a:pt x="432" y="32"/>
                      <a:pt x="624" y="96"/>
                    </a:cubicBezTo>
                    <a:cubicBezTo>
                      <a:pt x="816" y="160"/>
                      <a:pt x="992" y="248"/>
                      <a:pt x="1152" y="384"/>
                    </a:cubicBezTo>
                    <a:cubicBezTo>
                      <a:pt x="1312" y="520"/>
                      <a:pt x="1504" y="816"/>
                      <a:pt x="1584" y="912"/>
                    </a:cubicBezTo>
                    <a:cubicBezTo>
                      <a:pt x="1664" y="1008"/>
                      <a:pt x="1648" y="984"/>
                      <a:pt x="1632" y="960"/>
                    </a:cubicBezTo>
                  </a:path>
                </a:pathLst>
              </a:custGeom>
              <a:noFill/>
              <a:ln w="9525">
                <a:solidFill>
                  <a:srgbClr val="080808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5" name="Line 9"/>
              <p:cNvSpPr>
                <a:spLocks noChangeShapeType="1"/>
              </p:cNvSpPr>
              <p:nvPr/>
            </p:nvSpPr>
            <p:spPr bwMode="auto">
              <a:xfrm flipV="1">
                <a:off x="3072" y="1455"/>
                <a:ext cx="1776" cy="1776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6" name="Line 10"/>
              <p:cNvSpPr>
                <a:spLocks noChangeShapeType="1"/>
              </p:cNvSpPr>
              <p:nvPr/>
            </p:nvSpPr>
            <p:spPr bwMode="auto">
              <a:xfrm flipV="1">
                <a:off x="3072" y="1263"/>
                <a:ext cx="0" cy="2160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7" name="Text Box 11"/>
              <p:cNvSpPr txBox="1">
                <a:spLocks noChangeArrowheads="1"/>
              </p:cNvSpPr>
              <p:nvPr/>
            </p:nvSpPr>
            <p:spPr bwMode="auto">
              <a:xfrm>
                <a:off x="5339" y="3203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80808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x</a:t>
                </a:r>
                <a:endParaRPr lang="en-US" altLang="zh-CN" sz="2400" i="1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8" name="Text Box 12"/>
              <p:cNvSpPr txBox="1">
                <a:spLocks noChangeArrowheads="1"/>
              </p:cNvSpPr>
              <p:nvPr/>
            </p:nvSpPr>
            <p:spPr bwMode="auto">
              <a:xfrm>
                <a:off x="3120" y="1167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80808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y</a:t>
                </a:r>
                <a:endParaRPr lang="en-US" altLang="zh-CN" sz="2400" i="1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9" name="Text Box 13"/>
              <p:cNvSpPr txBox="1">
                <a:spLocks noChangeArrowheads="1"/>
              </p:cNvSpPr>
              <p:nvPr/>
            </p:nvSpPr>
            <p:spPr bwMode="auto">
              <a:xfrm>
                <a:off x="4944" y="2477"/>
                <a:ext cx="7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80808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400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=</a:t>
                </a:r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400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)</a:t>
                </a:r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70" name="Line 14"/>
              <p:cNvSpPr>
                <a:spLocks noChangeShapeType="1"/>
              </p:cNvSpPr>
              <p:nvPr/>
            </p:nvSpPr>
            <p:spPr bwMode="auto">
              <a:xfrm>
                <a:off x="3072" y="3216"/>
                <a:ext cx="2400" cy="0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61" name="Line 15"/>
            <p:cNvSpPr>
              <a:spLocks noChangeShapeType="1"/>
            </p:cNvSpPr>
            <p:nvPr/>
          </p:nvSpPr>
          <p:spPr bwMode="auto">
            <a:xfrm>
              <a:off x="4176" y="2256"/>
              <a:ext cx="2" cy="1246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8462" name="Object 16"/>
            <p:cNvGraphicFramePr>
              <a:graphicFrameLocks noChangeAspect="1"/>
            </p:cNvGraphicFramePr>
            <p:nvPr/>
          </p:nvGraphicFramePr>
          <p:xfrm>
            <a:off x="4096" y="3444"/>
            <a:ext cx="225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Equation" r:id="rId1" imgW="99060" imgH="132080" progId="Equation.3">
                    <p:embed/>
                  </p:oleObj>
                </mc:Choice>
                <mc:Fallback>
                  <p:oleObj name="Equation" r:id="rId1" imgW="99060" imgH="1320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" y="3444"/>
                          <a:ext cx="225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8673" name="Line 17"/>
          <p:cNvSpPr>
            <a:spLocks noChangeShapeType="1"/>
          </p:cNvSpPr>
          <p:nvPr/>
        </p:nvSpPr>
        <p:spPr bwMode="auto">
          <a:xfrm flipH="1" flipV="1">
            <a:off x="6467475" y="3194050"/>
            <a:ext cx="0" cy="1284288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8674" name="Group 18"/>
          <p:cNvGrpSpPr/>
          <p:nvPr/>
        </p:nvGrpSpPr>
        <p:grpSpPr bwMode="auto">
          <a:xfrm>
            <a:off x="4937125" y="3259138"/>
            <a:ext cx="384175" cy="1612900"/>
            <a:chOff x="3740" y="2448"/>
            <a:chExt cx="242" cy="1016"/>
          </a:xfrm>
        </p:grpSpPr>
        <p:sp>
          <p:nvSpPr>
            <p:cNvPr id="18458" name="Line 19"/>
            <p:cNvSpPr>
              <a:spLocks noChangeShapeType="1"/>
            </p:cNvSpPr>
            <p:nvPr/>
          </p:nvSpPr>
          <p:spPr bwMode="auto">
            <a:xfrm>
              <a:off x="3840" y="2448"/>
              <a:ext cx="0" cy="81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9" name="Object 20"/>
            <p:cNvGraphicFramePr>
              <a:graphicFrameLocks noChangeAspect="1"/>
            </p:cNvGraphicFramePr>
            <p:nvPr/>
          </p:nvGraphicFramePr>
          <p:xfrm>
            <a:off x="3740" y="3170"/>
            <a:ext cx="24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109855" imgH="143510" progId="Equation.3">
                    <p:embed/>
                  </p:oleObj>
                </mc:Choice>
                <mc:Fallback>
                  <p:oleObj name="Equation" r:id="rId3" imgW="109855" imgH="14351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0" y="3170"/>
                          <a:ext cx="242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8677" name="Group 21"/>
          <p:cNvGrpSpPr/>
          <p:nvPr/>
        </p:nvGrpSpPr>
        <p:grpSpPr bwMode="auto">
          <a:xfrm>
            <a:off x="5969000" y="2203450"/>
            <a:ext cx="411163" cy="2668588"/>
            <a:chOff x="4390" y="1783"/>
            <a:chExt cx="259" cy="1681"/>
          </a:xfrm>
        </p:grpSpPr>
        <p:sp>
          <p:nvSpPr>
            <p:cNvPr id="18456" name="Line 22"/>
            <p:cNvSpPr>
              <a:spLocks noChangeShapeType="1"/>
            </p:cNvSpPr>
            <p:nvPr/>
          </p:nvSpPr>
          <p:spPr bwMode="auto">
            <a:xfrm>
              <a:off x="4517" y="1783"/>
              <a:ext cx="0" cy="1463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7" name="Object 23"/>
            <p:cNvGraphicFramePr>
              <a:graphicFrameLocks noChangeAspect="1"/>
            </p:cNvGraphicFramePr>
            <p:nvPr/>
          </p:nvGraphicFramePr>
          <p:xfrm>
            <a:off x="4390" y="3170"/>
            <a:ext cx="259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121285" imgH="143510" progId="Equation.3">
                    <p:embed/>
                  </p:oleObj>
                </mc:Choice>
                <mc:Fallback>
                  <p:oleObj name="Equation" r:id="rId5" imgW="121285" imgH="14351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0" y="3170"/>
                          <a:ext cx="259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8680" name="Group 24"/>
          <p:cNvGrpSpPr/>
          <p:nvPr/>
        </p:nvGrpSpPr>
        <p:grpSpPr bwMode="auto">
          <a:xfrm>
            <a:off x="5316538" y="2878138"/>
            <a:ext cx="411162" cy="2008187"/>
            <a:chOff x="3979" y="2208"/>
            <a:chExt cx="259" cy="1265"/>
          </a:xfrm>
        </p:grpSpPr>
        <p:sp>
          <p:nvSpPr>
            <p:cNvPr id="18454" name="Line 25"/>
            <p:cNvSpPr>
              <a:spLocks noChangeShapeType="1"/>
            </p:cNvSpPr>
            <p:nvPr/>
          </p:nvSpPr>
          <p:spPr bwMode="auto">
            <a:xfrm>
              <a:off x="4080" y="2208"/>
              <a:ext cx="0" cy="1008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5" name="Object 26"/>
            <p:cNvGraphicFramePr>
              <a:graphicFrameLocks noChangeAspect="1"/>
            </p:cNvGraphicFramePr>
            <p:nvPr/>
          </p:nvGraphicFramePr>
          <p:xfrm>
            <a:off x="3979" y="3161"/>
            <a:ext cx="25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121285" imgH="154305" progId="Equation.3">
                    <p:embed/>
                  </p:oleObj>
                </mc:Choice>
                <mc:Fallback>
                  <p:oleObj name="Equation" r:id="rId7" imgW="121285" imgH="154305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9" y="3161"/>
                          <a:ext cx="25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8683" name="Line 27"/>
          <p:cNvSpPr>
            <a:spLocks noChangeShapeType="1"/>
          </p:cNvSpPr>
          <p:nvPr/>
        </p:nvSpPr>
        <p:spPr bwMode="auto">
          <a:xfrm>
            <a:off x="6010275" y="2344738"/>
            <a:ext cx="0" cy="213360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4" name="Line 28"/>
          <p:cNvSpPr>
            <a:spLocks noChangeShapeType="1"/>
          </p:cNvSpPr>
          <p:nvPr/>
        </p:nvSpPr>
        <p:spPr bwMode="auto">
          <a:xfrm flipV="1">
            <a:off x="5629275" y="2420938"/>
            <a:ext cx="0" cy="205740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5" name="Line 29"/>
          <p:cNvSpPr>
            <a:spLocks noChangeShapeType="1"/>
          </p:cNvSpPr>
          <p:nvPr/>
        </p:nvSpPr>
        <p:spPr bwMode="auto">
          <a:xfrm>
            <a:off x="5921375" y="2436813"/>
            <a:ext cx="0" cy="2016125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8703" name="Line 47"/>
          <p:cNvSpPr>
            <a:spLocks noChangeShapeType="1"/>
          </p:cNvSpPr>
          <p:nvPr/>
        </p:nvSpPr>
        <p:spPr bwMode="auto">
          <a:xfrm flipH="1">
            <a:off x="5103813" y="3235325"/>
            <a:ext cx="13716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4" name="Line 48"/>
          <p:cNvSpPr>
            <a:spLocks noChangeShapeType="1"/>
          </p:cNvSpPr>
          <p:nvPr/>
        </p:nvSpPr>
        <p:spPr bwMode="auto">
          <a:xfrm flipH="1">
            <a:off x="5484813" y="2852936"/>
            <a:ext cx="6858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5" name="Line 49"/>
          <p:cNvSpPr>
            <a:spLocks noChangeShapeType="1"/>
          </p:cNvSpPr>
          <p:nvPr/>
        </p:nvSpPr>
        <p:spPr bwMode="auto">
          <a:xfrm>
            <a:off x="5508625" y="2349500"/>
            <a:ext cx="5334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6" name="Line 50"/>
          <p:cNvSpPr>
            <a:spLocks noChangeShapeType="1"/>
          </p:cNvSpPr>
          <p:nvPr/>
        </p:nvSpPr>
        <p:spPr bwMode="auto">
          <a:xfrm flipH="1">
            <a:off x="5637213" y="2701925"/>
            <a:ext cx="3810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7" name="Line 51"/>
          <p:cNvSpPr>
            <a:spLocks noChangeShapeType="1"/>
          </p:cNvSpPr>
          <p:nvPr/>
        </p:nvSpPr>
        <p:spPr bwMode="auto">
          <a:xfrm flipV="1">
            <a:off x="5680075" y="2436813"/>
            <a:ext cx="247650" cy="7937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8708" name="Line 52"/>
          <p:cNvSpPr>
            <a:spLocks noChangeShapeType="1"/>
          </p:cNvSpPr>
          <p:nvPr/>
        </p:nvSpPr>
        <p:spPr bwMode="auto">
          <a:xfrm flipH="1" flipV="1">
            <a:off x="5092700" y="2181225"/>
            <a:ext cx="0" cy="1087438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9" name="Line 53"/>
          <p:cNvSpPr>
            <a:spLocks noChangeShapeType="1"/>
          </p:cNvSpPr>
          <p:nvPr/>
        </p:nvSpPr>
        <p:spPr bwMode="auto">
          <a:xfrm flipV="1">
            <a:off x="5484813" y="2352675"/>
            <a:ext cx="0" cy="53340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50" name="Group 55"/>
          <p:cNvGrpSpPr/>
          <p:nvPr/>
        </p:nvGrpSpPr>
        <p:grpSpPr bwMode="auto">
          <a:xfrm>
            <a:off x="6372225" y="4365625"/>
            <a:ext cx="411163" cy="519113"/>
            <a:chOff x="4614" y="3168"/>
            <a:chExt cx="259" cy="327"/>
          </a:xfrm>
        </p:grpSpPr>
        <p:graphicFrame>
          <p:nvGraphicFramePr>
            <p:cNvPr id="18452" name="Object 56"/>
            <p:cNvGraphicFramePr>
              <a:graphicFrameLocks noChangeAspect="1"/>
            </p:cNvGraphicFramePr>
            <p:nvPr/>
          </p:nvGraphicFramePr>
          <p:xfrm>
            <a:off x="4614" y="3183"/>
            <a:ext cx="25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9" imgW="121285" imgH="154305" progId="Equation.3">
                    <p:embed/>
                  </p:oleObj>
                </mc:Choice>
                <mc:Fallback>
                  <p:oleObj name="Equation" r:id="rId9" imgW="121285" imgH="154305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4" y="3183"/>
                          <a:ext cx="25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3" name="Line 57"/>
            <p:cNvSpPr>
              <a:spLocks noChangeShapeType="1"/>
            </p:cNvSpPr>
            <p:nvPr/>
          </p:nvSpPr>
          <p:spPr bwMode="auto">
            <a:xfrm>
              <a:off x="4704" y="3168"/>
              <a:ext cx="0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80808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8714" name="Line 58"/>
          <p:cNvSpPr>
            <a:spLocks noChangeShapeType="1"/>
          </p:cNvSpPr>
          <p:nvPr/>
        </p:nvSpPr>
        <p:spPr bwMode="auto">
          <a:xfrm>
            <a:off x="5121275" y="2193925"/>
            <a:ext cx="1058863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9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9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3" grpId="0" animBg="1"/>
      <p:bldP spid="198683" grpId="0" animBg="1"/>
      <p:bldP spid="198684" grpId="0" animBg="1"/>
      <p:bldP spid="198685" grpId="0" animBg="1"/>
      <p:bldP spid="198703" grpId="0" animBg="1"/>
      <p:bldP spid="198704" grpId="0" animBg="1"/>
      <p:bldP spid="198705" grpId="0" animBg="1"/>
      <p:bldP spid="198706" grpId="0" animBg="1"/>
      <p:bldP spid="198707" grpId="0" animBg="1"/>
      <p:bldP spid="198708" grpId="0" animBg="1"/>
      <p:bldP spid="198709" grpId="0" animBg="1"/>
      <p:bldP spid="1987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9519" y="519063"/>
            <a:ext cx="46630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Fixed-Point Theorem </a:t>
            </a:r>
            <a:r>
              <a:rPr lang="en-US" altLang="zh-CN" sz="20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Assume that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0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4009900" y="540586"/>
          <a:ext cx="18256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公式" r:id="rId1" imgW="977265" imgH="203200" progId="Equation.3">
                  <p:embed/>
                </p:oleObj>
              </mc:Choice>
              <mc:Fallback>
                <p:oleObj name="公式" r:id="rId1" imgW="977265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9900" y="540586"/>
                        <a:ext cx="18256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839306" y="936283"/>
          <a:ext cx="3176876" cy="35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3" imgW="1892300" imgH="203200" progId="Equation.3">
                  <p:embed/>
                </p:oleObj>
              </mc:Choice>
              <mc:Fallback>
                <p:oleObj name="公式" r:id="rId3" imgW="1892300" imgH="203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306" y="936283"/>
                        <a:ext cx="3176876" cy="351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4267196" y="907564"/>
          <a:ext cx="3402012" cy="43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5" imgW="2095500" imgH="241300" progId="Equation.3">
                  <p:embed/>
                </p:oleObj>
              </mc:Choice>
              <mc:Fallback>
                <p:oleObj name="公式" r:id="rId5" imgW="20955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196" y="907564"/>
                        <a:ext cx="3402012" cy="433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/>
        </p:nvGraphicFramePr>
        <p:xfrm>
          <a:off x="222178" y="1343193"/>
          <a:ext cx="2834676" cy="404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39014400" imgH="5486400" progId="Equation.DSMT4">
                  <p:embed/>
                </p:oleObj>
              </mc:Choice>
              <mc:Fallback>
                <p:oleObj name="Equation" r:id="rId7" imgW="39014400" imgH="5486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78" y="1343193"/>
                        <a:ext cx="2834676" cy="404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3283121" y="1351111"/>
          <a:ext cx="23923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9" imgW="32918400" imgH="6705600" progId="Equation.DSMT4">
                  <p:embed/>
                </p:oleObj>
              </mc:Choice>
              <mc:Fallback>
                <p:oleObj name="Equation" r:id="rId9" imgW="32918400" imgH="6705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3121" y="1351111"/>
                        <a:ext cx="239236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10064" y="170855"/>
          <a:ext cx="1119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1" imgW="596900" imgH="203200" progId="Equation.DSMT4">
                  <p:embed/>
                </p:oleObj>
              </mc:Choice>
              <mc:Fallback>
                <p:oleObj name="Equation" r:id="rId11" imgW="596900" imgH="203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64" y="170855"/>
                        <a:ext cx="11191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98181" y="156613"/>
          <a:ext cx="15001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3" imgW="19202400" imgH="4876800" progId="Equation.DSMT4">
                  <p:embed/>
                </p:oleObj>
              </mc:Choice>
              <mc:Fallback>
                <p:oleObj name="Equation" r:id="rId13" imgW="19202400" imgH="48768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181" y="156613"/>
                        <a:ext cx="1500188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563888" y="138828"/>
          <a:ext cx="1119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5" imgW="14325600" imgH="4876800" progId="Equation.DSMT4">
                  <p:embed/>
                </p:oleObj>
              </mc:Choice>
              <mc:Fallback>
                <p:oleObj name="Equation" r:id="rId15" imgW="14325600" imgH="48768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38828"/>
                        <a:ext cx="1119187" cy="377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732213" y="156613"/>
          <a:ext cx="15001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7" imgW="19202400" imgH="4876800" progId="Equation.DSMT4">
                  <p:embed/>
                </p:oleObj>
              </mc:Choice>
              <mc:Fallback>
                <p:oleObj name="Equation" r:id="rId17" imgW="19202400" imgH="48768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213" y="156613"/>
                        <a:ext cx="1500188" cy="377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922713" y="1769817"/>
          <a:ext cx="1119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9" imgW="596900" imgH="203200" progId="Equation.DSMT4">
                  <p:embed/>
                </p:oleObj>
              </mc:Choice>
              <mc:Fallback>
                <p:oleObj name="Equation" r:id="rId19" imgW="596900" imgH="2032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713" y="1769817"/>
                        <a:ext cx="11191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911035" y="2002930"/>
          <a:ext cx="1952898" cy="748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26822400" imgH="10363200" progId="Equation.DSMT4">
                  <p:embed/>
                </p:oleObj>
              </mc:Choice>
              <mc:Fallback>
                <p:oleObj name="Equation" r:id="rId20" imgW="26822400" imgH="103632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035" y="2002930"/>
                        <a:ext cx="1952898" cy="748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000545" y="1984042"/>
          <a:ext cx="1952898" cy="748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2" imgW="26822400" imgH="10363200" progId="Equation.DSMT4">
                  <p:embed/>
                </p:oleObj>
              </mc:Choice>
              <mc:Fallback>
                <p:oleObj name="Equation" r:id="rId22" imgW="26822400" imgH="103632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545" y="1984042"/>
                        <a:ext cx="1952898" cy="748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904396" y="64037"/>
          <a:ext cx="2049047" cy="940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4" imgW="35356800" imgH="16459200" progId="Equation.DSMT4">
                  <p:embed/>
                </p:oleObj>
              </mc:Choice>
              <mc:Fallback>
                <p:oleObj name="Equation" r:id="rId24" imgW="35356800" imgH="164592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4396" y="64037"/>
                        <a:ext cx="2049047" cy="94080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62779" y="2780928"/>
            <a:ext cx="4060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FF"/>
                </a:solidFill>
                <a:ea typeface="宋体" panose="02010600030101010101" pitchFamily="2" charset="-122"/>
              </a:rPr>
              <a:t>simple root / multiple root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9" name="Object 25"/>
          <p:cNvGraphicFramePr>
            <a:graphicFrameLocks noChangeAspect="1"/>
          </p:cNvGraphicFramePr>
          <p:nvPr/>
        </p:nvGraphicFramePr>
        <p:xfrm>
          <a:off x="3709055" y="2875389"/>
          <a:ext cx="2791341" cy="397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26" imgW="33528000" imgH="5486400" progId="Equation.DSMT4">
                  <p:embed/>
                </p:oleObj>
              </mc:Choice>
              <mc:Fallback>
                <p:oleObj name="Equation" r:id="rId26" imgW="335280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055" y="2875389"/>
                        <a:ext cx="2791341" cy="39791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5"/>
          <p:cNvGraphicFramePr>
            <a:graphicFrameLocks noChangeAspect="1"/>
          </p:cNvGraphicFramePr>
          <p:nvPr/>
        </p:nvGraphicFramePr>
        <p:xfrm>
          <a:off x="5597883" y="3885082"/>
          <a:ext cx="1928454" cy="518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8" imgW="27736800" imgH="7010400" progId="Equation.DSMT4">
                  <p:embed/>
                </p:oleObj>
              </mc:Choice>
              <mc:Fallback>
                <p:oleObj name="Equation" r:id="rId28" imgW="27736800" imgH="7010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883" y="3885082"/>
                        <a:ext cx="1928454" cy="518091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5"/>
          <p:cNvGraphicFramePr>
            <a:graphicFrameLocks noChangeAspect="1"/>
          </p:cNvGraphicFramePr>
          <p:nvPr/>
        </p:nvGraphicFramePr>
        <p:xfrm>
          <a:off x="118388" y="3333800"/>
          <a:ext cx="4000367" cy="43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0" imgW="51511200" imgH="5486400" progId="Equation.DSMT4">
                  <p:embed/>
                </p:oleObj>
              </mc:Choice>
              <mc:Fallback>
                <p:oleObj name="Equation" r:id="rId30" imgW="515112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88" y="3333800"/>
                        <a:ext cx="4000367" cy="431132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5"/>
          <p:cNvGraphicFramePr>
            <a:graphicFrameLocks noChangeAspect="1"/>
          </p:cNvGraphicFramePr>
          <p:nvPr/>
        </p:nvGraphicFramePr>
        <p:xfrm>
          <a:off x="4215479" y="3359357"/>
          <a:ext cx="1778492" cy="408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2" imgW="25298400" imgH="5486400" progId="Equation.DSMT4">
                  <p:embed/>
                </p:oleObj>
              </mc:Choice>
              <mc:Fallback>
                <p:oleObj name="Equation" r:id="rId32" imgW="252984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5479" y="3359357"/>
                        <a:ext cx="1778492" cy="408126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9"/>
          <p:cNvSpPr txBox="1">
            <a:spLocks noChangeArrowheads="1"/>
          </p:cNvSpPr>
          <p:nvPr/>
        </p:nvSpPr>
        <p:spPr bwMode="auto">
          <a:xfrm>
            <a:off x="29519" y="3818028"/>
            <a:ext cx="20976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Theorem 2.4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8" name="Object 10"/>
          <p:cNvGraphicFramePr>
            <a:graphicFrameLocks noChangeAspect="1"/>
          </p:cNvGraphicFramePr>
          <p:nvPr/>
        </p:nvGraphicFramePr>
        <p:xfrm>
          <a:off x="1945799" y="3873185"/>
          <a:ext cx="1395872" cy="370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4" imgW="21336000" imgH="5486400" progId="Equation.DSMT4">
                  <p:embed/>
                </p:oleObj>
              </mc:Choice>
              <mc:Fallback>
                <p:oleObj name="Equation" r:id="rId34" imgW="213360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799" y="3873185"/>
                        <a:ext cx="1395872" cy="370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5"/>
          <p:cNvGraphicFramePr>
            <a:graphicFrameLocks noChangeAspect="1"/>
          </p:cNvGraphicFramePr>
          <p:nvPr/>
        </p:nvGraphicFramePr>
        <p:xfrm>
          <a:off x="3428664" y="3886562"/>
          <a:ext cx="2179065" cy="370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36" imgW="30480000" imgH="4876800" progId="Equation.DSMT4">
                  <p:embed/>
                </p:oleObj>
              </mc:Choice>
              <mc:Fallback>
                <p:oleObj name="Equation" r:id="rId36" imgW="304800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664" y="3886562"/>
                        <a:ext cx="2179065" cy="37047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5"/>
          <p:cNvGraphicFramePr>
            <a:graphicFrameLocks noChangeAspect="1"/>
          </p:cNvGraphicFramePr>
          <p:nvPr/>
        </p:nvGraphicFramePr>
        <p:xfrm>
          <a:off x="6699250" y="2844178"/>
          <a:ext cx="165417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8" imgW="19202400" imgH="7010400" progId="Equation.DSMT4">
                  <p:embed/>
                </p:oleObj>
              </mc:Choice>
              <mc:Fallback>
                <p:oleObj name="Equation" r:id="rId38" imgW="19202400" imgH="7010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2844178"/>
                        <a:ext cx="1654175" cy="51593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5"/>
          <p:cNvGraphicFramePr>
            <a:graphicFrameLocks noChangeAspect="1"/>
          </p:cNvGraphicFramePr>
          <p:nvPr/>
        </p:nvGraphicFramePr>
        <p:xfrm>
          <a:off x="7489111" y="3881438"/>
          <a:ext cx="1470739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40" imgW="20116800" imgH="4876800" progId="Equation.DSMT4">
                  <p:embed/>
                </p:oleObj>
              </mc:Choice>
              <mc:Fallback>
                <p:oleObj name="Equation" r:id="rId40" imgW="201168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111" y="3881438"/>
                        <a:ext cx="1470739" cy="35242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5"/>
          <p:cNvGraphicFramePr>
            <a:graphicFrameLocks noChangeAspect="1"/>
          </p:cNvGraphicFramePr>
          <p:nvPr/>
        </p:nvGraphicFramePr>
        <p:xfrm>
          <a:off x="259037" y="4469241"/>
          <a:ext cx="8397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42" imgW="9753600" imgH="4267200" progId="Equation.DSMT4">
                  <p:embed/>
                </p:oleObj>
              </mc:Choice>
              <mc:Fallback>
                <p:oleObj name="Equation" r:id="rId42" imgW="9753600" imgH="4267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37" y="4469241"/>
                        <a:ext cx="839788" cy="31432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5"/>
          <p:cNvGraphicFramePr>
            <a:graphicFrameLocks noChangeAspect="1"/>
          </p:cNvGraphicFramePr>
          <p:nvPr/>
        </p:nvGraphicFramePr>
        <p:xfrm>
          <a:off x="1331640" y="4432795"/>
          <a:ext cx="9144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44" imgW="12801600" imgH="4876800" progId="Equation.DSMT4">
                  <p:embed/>
                </p:oleObj>
              </mc:Choice>
              <mc:Fallback>
                <p:oleObj name="Equation" r:id="rId44" imgW="128016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432795"/>
                        <a:ext cx="914400" cy="369888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5"/>
          <p:cNvGraphicFramePr>
            <a:graphicFrameLocks noChangeAspect="1"/>
          </p:cNvGraphicFramePr>
          <p:nvPr/>
        </p:nvGraphicFramePr>
        <p:xfrm>
          <a:off x="2280861" y="4365104"/>
          <a:ext cx="27686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46" imgW="38709600" imgH="6705600" progId="Equation.DSMT4">
                  <p:embed/>
                </p:oleObj>
              </mc:Choice>
              <mc:Fallback>
                <p:oleObj name="Equation" r:id="rId46" imgW="38709600" imgH="6705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861" y="4365104"/>
                        <a:ext cx="2768600" cy="50958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5"/>
          <p:cNvGraphicFramePr>
            <a:graphicFrameLocks noChangeAspect="1"/>
          </p:cNvGraphicFramePr>
          <p:nvPr/>
        </p:nvGraphicFramePr>
        <p:xfrm>
          <a:off x="5002629" y="4382272"/>
          <a:ext cx="7635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48" imgW="10668000" imgH="4876800" progId="Equation.DSMT4">
                  <p:embed/>
                </p:oleObj>
              </mc:Choice>
              <mc:Fallback>
                <p:oleObj name="Equation" r:id="rId48" imgW="106680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629" y="4382272"/>
                        <a:ext cx="763588" cy="37147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5"/>
          <p:cNvGraphicFramePr>
            <a:graphicFrameLocks noChangeAspect="1"/>
          </p:cNvGraphicFramePr>
          <p:nvPr/>
        </p:nvGraphicFramePr>
        <p:xfrm>
          <a:off x="5846427" y="4382272"/>
          <a:ext cx="4143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50" imgW="5791200" imgH="4267200" progId="Equation.DSMT4">
                  <p:embed/>
                </p:oleObj>
              </mc:Choice>
              <mc:Fallback>
                <p:oleObj name="Equation" r:id="rId50" imgW="5791200" imgH="4267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427" y="4382272"/>
                        <a:ext cx="414337" cy="323850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5"/>
          <p:cNvGraphicFramePr>
            <a:graphicFrameLocks noChangeAspect="1"/>
          </p:cNvGraphicFramePr>
          <p:nvPr/>
        </p:nvGraphicFramePr>
        <p:xfrm>
          <a:off x="179512" y="4973114"/>
          <a:ext cx="8397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52" imgW="9753600" imgH="4267200" progId="Equation.DSMT4">
                  <p:embed/>
                </p:oleObj>
              </mc:Choice>
              <mc:Fallback>
                <p:oleObj name="Equation" r:id="rId52" imgW="9753600" imgH="4267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973114"/>
                        <a:ext cx="839788" cy="31432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25"/>
          <p:cNvGraphicFramePr>
            <a:graphicFrameLocks noChangeAspect="1"/>
          </p:cNvGraphicFramePr>
          <p:nvPr/>
        </p:nvGraphicFramePr>
        <p:xfrm>
          <a:off x="1099079" y="4952966"/>
          <a:ext cx="5401318" cy="364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54" imgW="74676000" imgH="4876800" progId="Equation.DSMT4">
                  <p:embed/>
                </p:oleObj>
              </mc:Choice>
              <mc:Fallback>
                <p:oleObj name="Equation" r:id="rId54" imgW="746760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079" y="4952966"/>
                        <a:ext cx="5401318" cy="364936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5"/>
          <p:cNvGraphicFramePr>
            <a:graphicFrameLocks noChangeAspect="1"/>
          </p:cNvGraphicFramePr>
          <p:nvPr/>
        </p:nvGraphicFramePr>
        <p:xfrm>
          <a:off x="596351" y="5407468"/>
          <a:ext cx="328865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56" imgW="42367200" imgH="4876800" progId="Equation.DSMT4">
                  <p:embed/>
                </p:oleObj>
              </mc:Choice>
              <mc:Fallback>
                <p:oleObj name="Equation" r:id="rId56" imgW="423672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51" y="5407468"/>
                        <a:ext cx="3288657" cy="36988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5"/>
          <p:cNvGraphicFramePr>
            <a:graphicFrameLocks noChangeAspect="1"/>
          </p:cNvGraphicFramePr>
          <p:nvPr/>
        </p:nvGraphicFramePr>
        <p:xfrm>
          <a:off x="3938974" y="5238233"/>
          <a:ext cx="6762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58" imgW="9448800" imgH="6705600" progId="Equation.DSMT4">
                  <p:embed/>
                </p:oleObj>
              </mc:Choice>
              <mc:Fallback>
                <p:oleObj name="Equation" r:id="rId58" imgW="9448800" imgH="6705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974" y="5238233"/>
                        <a:ext cx="676275" cy="51117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5"/>
          <p:cNvGraphicFramePr>
            <a:graphicFrameLocks noChangeAspect="1"/>
          </p:cNvGraphicFramePr>
          <p:nvPr/>
        </p:nvGraphicFramePr>
        <p:xfrm>
          <a:off x="4664462" y="5424484"/>
          <a:ext cx="15621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60" imgW="20116800" imgH="4876800" progId="Equation.DSMT4">
                  <p:embed/>
                </p:oleObj>
              </mc:Choice>
              <mc:Fallback>
                <p:oleObj name="Equation" r:id="rId60" imgW="201168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462" y="5424484"/>
                        <a:ext cx="1562100" cy="36988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5"/>
          <p:cNvGraphicFramePr>
            <a:graphicFrameLocks noChangeAspect="1"/>
          </p:cNvGraphicFramePr>
          <p:nvPr/>
        </p:nvGraphicFramePr>
        <p:xfrm>
          <a:off x="6804248" y="5015054"/>
          <a:ext cx="1928454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Equation" r:id="rId62" imgW="28651200" imgH="4876800" progId="Equation.DSMT4">
                  <p:embed/>
                </p:oleObj>
              </mc:Choice>
              <mc:Fallback>
                <p:oleObj name="Equation" r:id="rId62" imgW="286512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5015054"/>
                        <a:ext cx="1928454" cy="330200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5"/>
          <p:cNvGraphicFramePr>
            <a:graphicFrameLocks noChangeAspect="1"/>
          </p:cNvGraphicFramePr>
          <p:nvPr/>
        </p:nvGraphicFramePr>
        <p:xfrm>
          <a:off x="6806082" y="5329188"/>
          <a:ext cx="984259" cy="476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64" imgW="13716000" imgH="7010400" progId="Equation.DSMT4">
                  <p:embed/>
                </p:oleObj>
              </mc:Choice>
              <mc:Fallback>
                <p:oleObj name="Equation" r:id="rId64" imgW="13716000" imgH="7010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082" y="5329188"/>
                        <a:ext cx="984259" cy="476076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5"/>
          <p:cNvGraphicFramePr>
            <a:graphicFrameLocks noChangeAspect="1"/>
          </p:cNvGraphicFramePr>
          <p:nvPr/>
        </p:nvGraphicFramePr>
        <p:xfrm>
          <a:off x="7793936" y="5343295"/>
          <a:ext cx="11461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66" imgW="18288000" imgH="4876800" progId="Equation.DSMT4">
                  <p:embed/>
                </p:oleObj>
              </mc:Choice>
              <mc:Fallback>
                <p:oleObj name="Equation" r:id="rId66" imgW="182880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3936" y="5343295"/>
                        <a:ext cx="1146175" cy="330200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2"/>
          <p:cNvSpPr>
            <a:spLocks noChangeArrowheads="1"/>
          </p:cNvSpPr>
          <p:nvPr/>
        </p:nvSpPr>
        <p:spPr bwMode="auto">
          <a:xfrm>
            <a:off x="52012" y="1894677"/>
            <a:ext cx="5667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2.3  Newton-Raphson Method</a:t>
            </a:r>
            <a:endParaRPr lang="en-US" altLang="zh-CN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10"/>
          <p:cNvGraphicFramePr>
            <a:graphicFrameLocks noChangeAspect="1"/>
          </p:cNvGraphicFramePr>
          <p:nvPr/>
        </p:nvGraphicFramePr>
        <p:xfrm>
          <a:off x="2799002" y="537304"/>
          <a:ext cx="3599720" cy="1163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159000" imgH="685800" progId="Equation.DSMT4">
                  <p:embed/>
                </p:oleObj>
              </mc:Choice>
              <mc:Fallback>
                <p:oleObj name="Equation" r:id="rId1" imgW="2159000" imgH="685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002" y="537304"/>
                        <a:ext cx="3599720" cy="1163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6"/>
          <p:cNvGraphicFramePr>
            <a:graphicFrameLocks noChangeAspect="1"/>
          </p:cNvGraphicFramePr>
          <p:nvPr/>
        </p:nvGraphicFramePr>
        <p:xfrm>
          <a:off x="167837" y="576989"/>
          <a:ext cx="2781369" cy="1148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778000" imgH="685800" progId="Equation.DSMT4">
                  <p:embed/>
                </p:oleObj>
              </mc:Choice>
              <mc:Fallback>
                <p:oleObj name="Equation" r:id="rId3" imgW="1778000" imgH="685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837" y="576989"/>
                        <a:ext cx="2781369" cy="1148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1523" y="45386"/>
            <a:ext cx="62642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9144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3716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8288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2860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7432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32004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6576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41148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Newton-Raphson Theorem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7551" y="920301"/>
            <a:ext cx="2090232" cy="78050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8777" y="1973770"/>
            <a:ext cx="1187623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9144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3716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8288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2860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7432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32004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6576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41148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charset="0"/>
                <a:ea typeface="宋体" panose="02010600030101010101" pitchFamily="2" charset="-122"/>
              </a:rPr>
              <a:t>Proof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对象 10"/>
          <p:cNvGraphicFramePr>
            <a:graphicFrameLocks noChangeAspect="1"/>
          </p:cNvGraphicFramePr>
          <p:nvPr/>
        </p:nvGraphicFramePr>
        <p:xfrm>
          <a:off x="7221244" y="188640"/>
          <a:ext cx="1514351" cy="32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" imgW="23164800" imgH="4876800" progId="Equation.DSMT4">
                  <p:embed/>
                </p:oleObj>
              </mc:Choice>
              <mc:Fallback>
                <p:oleObj name="Equation" r:id="rId5" imgW="231648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1244" y="188640"/>
                        <a:ext cx="1514351" cy="32371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81137" y="1910414"/>
          <a:ext cx="2274228" cy="671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7" imgW="34747200" imgH="10363200" progId="Equation.DSMT4">
                  <p:embed/>
                </p:oleObj>
              </mc:Choice>
              <mc:Fallback>
                <p:oleObj name="Equation" r:id="rId7" imgW="34747200" imgH="103632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137" y="1910414"/>
                        <a:ext cx="2274228" cy="671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980675" y="575755"/>
          <a:ext cx="199548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9" imgW="30480000" imgH="4876800" progId="Equation.DSMT4">
                  <p:embed/>
                </p:oleObj>
              </mc:Choice>
              <mc:Fallback>
                <p:oleObj name="Equation" r:id="rId9" imgW="304800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675" y="575755"/>
                        <a:ext cx="1995488" cy="3175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770469" y="975740"/>
          <a:ext cx="22542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1" imgW="34442400" imgH="4876800" progId="Equation.DSMT4">
                  <p:embed/>
                </p:oleObj>
              </mc:Choice>
              <mc:Fallback>
                <p:oleObj name="Equation" r:id="rId11" imgW="344424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469" y="975740"/>
                        <a:ext cx="2254250" cy="31591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656822" y="1346116"/>
          <a:ext cx="34131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3" imgW="52120800" imgH="5791200" progId="Equation.DSMT4">
                  <p:embed/>
                </p:oleObj>
              </mc:Choice>
              <mc:Fallback>
                <p:oleObj name="Equation" r:id="rId13" imgW="52120800" imgH="57912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822" y="1346116"/>
                        <a:ext cx="3413125" cy="376237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004048" y="1776817"/>
          <a:ext cx="40274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5" imgW="61569600" imgH="4876800" progId="Equation.DSMT4">
                  <p:embed/>
                </p:oleObj>
              </mc:Choice>
              <mc:Fallback>
                <p:oleObj name="Equation" r:id="rId15" imgW="615696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776817"/>
                        <a:ext cx="4027487" cy="3159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6"/>
          <p:cNvGraphicFramePr>
            <a:graphicFrameLocks noChangeAspect="1"/>
          </p:cNvGraphicFramePr>
          <p:nvPr/>
        </p:nvGraphicFramePr>
        <p:xfrm>
          <a:off x="134447" y="2622327"/>
          <a:ext cx="12350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7" imgW="19812000" imgH="4876800" progId="Equation.DSMT4">
                  <p:embed/>
                </p:oleObj>
              </mc:Choice>
              <mc:Fallback>
                <p:oleObj name="Equation" r:id="rId17" imgW="198120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47" y="2622327"/>
                        <a:ext cx="123507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10"/>
          <p:cNvGraphicFramePr>
            <a:graphicFrameLocks noChangeAspect="1"/>
          </p:cNvGraphicFramePr>
          <p:nvPr/>
        </p:nvGraphicFramePr>
        <p:xfrm>
          <a:off x="1510037" y="2593910"/>
          <a:ext cx="9096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9" imgW="13106400" imgH="5486400" progId="Equation.DSMT4">
                  <p:embed/>
                </p:oleObj>
              </mc:Choice>
              <mc:Fallback>
                <p:oleObj name="Equation" r:id="rId19" imgW="13106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037" y="2593910"/>
                        <a:ext cx="90963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10"/>
          <p:cNvGraphicFramePr>
            <a:graphicFrameLocks noChangeAspect="1"/>
          </p:cNvGraphicFramePr>
          <p:nvPr/>
        </p:nvGraphicFramePr>
        <p:xfrm>
          <a:off x="2424113" y="2587385"/>
          <a:ext cx="21780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1" imgW="32918400" imgH="5486400" progId="Equation.DSMT4">
                  <p:embed/>
                </p:oleObj>
              </mc:Choice>
              <mc:Fallback>
                <p:oleObj name="Equation" r:id="rId21" imgW="32918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587385"/>
                        <a:ext cx="217805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10"/>
          <p:cNvGraphicFramePr>
            <a:graphicFrameLocks noChangeAspect="1"/>
          </p:cNvGraphicFramePr>
          <p:nvPr/>
        </p:nvGraphicFramePr>
        <p:xfrm>
          <a:off x="4746625" y="2622310"/>
          <a:ext cx="1008063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3" imgW="15240000" imgH="4876800" progId="Equation.DSMT4">
                  <p:embed/>
                </p:oleObj>
              </mc:Choice>
              <mc:Fallback>
                <p:oleObj name="Equation" r:id="rId23" imgW="152400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25" y="2622310"/>
                        <a:ext cx="1008063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081137" y="3157258"/>
          <a:ext cx="7985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5" imgW="12192000" imgH="4876800" progId="Equation.DSMT4">
                  <p:embed/>
                </p:oleObj>
              </mc:Choice>
              <mc:Fallback>
                <p:oleObj name="Equation" r:id="rId25" imgW="121920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137" y="3157258"/>
                        <a:ext cx="7985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908176" y="2975302"/>
          <a:ext cx="2693987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7" imgW="41148000" imgH="10668000" progId="Equation.DSMT4">
                  <p:embed/>
                </p:oleObj>
              </mc:Choice>
              <mc:Fallback>
                <p:oleObj name="Equation" r:id="rId27" imgW="41148000" imgH="106680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6" y="2975302"/>
                        <a:ext cx="2693987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629969" y="3031314"/>
          <a:ext cx="15367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9" imgW="23469600" imgH="10363200" progId="Equation.DSMT4">
                  <p:embed/>
                </p:oleObj>
              </mc:Choice>
              <mc:Fallback>
                <p:oleObj name="Equation" r:id="rId29" imgW="23469600" imgH="103632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969" y="3031314"/>
                        <a:ext cx="15367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326187" y="3193492"/>
          <a:ext cx="159896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1" imgW="22555200" imgH="4267200" progId="Equation.DSMT4">
                  <p:embed/>
                </p:oleObj>
              </mc:Choice>
              <mc:Fallback>
                <p:oleObj name="Equation" r:id="rId31" imgW="22555200" imgH="4267200" progId="Equation.DSMT4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326187" y="3193492"/>
                        <a:ext cx="1598967" cy="315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124511" y="3702827"/>
          <a:ext cx="7985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33" imgW="12192000" imgH="4876800" progId="Equation.DSMT4">
                  <p:embed/>
                </p:oleObj>
              </mc:Choice>
              <mc:Fallback>
                <p:oleObj name="Equation" r:id="rId33" imgW="12192000" imgH="48768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11" y="3702827"/>
                        <a:ext cx="7985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99592" y="3728839"/>
          <a:ext cx="20002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5" imgW="3048000" imgH="4267200" progId="Equation.DSMT4">
                  <p:embed/>
                </p:oleObj>
              </mc:Choice>
              <mc:Fallback>
                <p:oleObj name="Equation" r:id="rId35" imgW="3048000" imgH="42672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728839"/>
                        <a:ext cx="20002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6"/>
          <p:cNvGraphicFramePr>
            <a:graphicFrameLocks noChangeAspect="1"/>
          </p:cNvGraphicFramePr>
          <p:nvPr/>
        </p:nvGraphicFramePr>
        <p:xfrm>
          <a:off x="1115616" y="3755190"/>
          <a:ext cx="303213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37" imgW="4876800" imgH="3352800" progId="Equation.DSMT4">
                  <p:embed/>
                </p:oleObj>
              </mc:Choice>
              <mc:Fallback>
                <p:oleObj name="Equation" r:id="rId37" imgW="4876800" imgH="3352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755190"/>
                        <a:ext cx="303213" cy="22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10"/>
          <p:cNvGraphicFramePr>
            <a:graphicFrameLocks noChangeAspect="1"/>
          </p:cNvGraphicFramePr>
          <p:nvPr/>
        </p:nvGraphicFramePr>
        <p:xfrm>
          <a:off x="3211263" y="3674717"/>
          <a:ext cx="907334" cy="386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9" imgW="13106400" imgH="5486400" progId="Equation.DSMT4">
                  <p:embed/>
                </p:oleObj>
              </mc:Choice>
              <mc:Fallback>
                <p:oleObj name="Equation" r:id="rId39" imgW="13106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263" y="3674717"/>
                        <a:ext cx="907334" cy="386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10"/>
          <p:cNvGraphicFramePr>
            <a:graphicFrameLocks noChangeAspect="1"/>
          </p:cNvGraphicFramePr>
          <p:nvPr/>
        </p:nvGraphicFramePr>
        <p:xfrm>
          <a:off x="4108450" y="3683894"/>
          <a:ext cx="22177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41" imgW="33528000" imgH="5486400" progId="Equation.DSMT4">
                  <p:embed/>
                </p:oleObj>
              </mc:Choice>
              <mc:Fallback>
                <p:oleObj name="Equation" r:id="rId41" imgW="335280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450" y="3683894"/>
                        <a:ext cx="221773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10"/>
          <p:cNvGraphicFramePr>
            <a:graphicFrameLocks noChangeAspect="1"/>
          </p:cNvGraphicFramePr>
          <p:nvPr/>
        </p:nvGraphicFramePr>
        <p:xfrm>
          <a:off x="1468710" y="3701751"/>
          <a:ext cx="17351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43" imgW="26212800" imgH="4876800" progId="Equation.DSMT4">
                  <p:embed/>
                </p:oleObj>
              </mc:Choice>
              <mc:Fallback>
                <p:oleObj name="Equation" r:id="rId43" imgW="262128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710" y="3701751"/>
                        <a:ext cx="1735138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6427170" y="3640632"/>
          <a:ext cx="1397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45" imgW="21336000" imgH="5791200" progId="Equation.DSMT4">
                  <p:embed/>
                </p:oleObj>
              </mc:Choice>
              <mc:Fallback>
                <p:oleObj name="Equation" r:id="rId45" imgW="21336000" imgH="57912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170" y="3640632"/>
                        <a:ext cx="13970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203525" y="4197687"/>
          <a:ext cx="22161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47" imgW="33832800" imgH="5486400" progId="Equation.DSMT4">
                  <p:embed/>
                </p:oleObj>
              </mc:Choice>
              <mc:Fallback>
                <p:oleObj name="Equation" r:id="rId47" imgW="338328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25" y="4197687"/>
                        <a:ext cx="22161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10"/>
          <p:cNvGraphicFramePr>
            <a:graphicFrameLocks noChangeAspect="1"/>
          </p:cNvGraphicFramePr>
          <p:nvPr/>
        </p:nvGraphicFramePr>
        <p:xfrm>
          <a:off x="2514600" y="4197687"/>
          <a:ext cx="20574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49" imgW="31089600" imgH="4876800" progId="Equation.DSMT4">
                  <p:embed/>
                </p:oleObj>
              </mc:Choice>
              <mc:Fallback>
                <p:oleObj name="Equation" r:id="rId49" imgW="310896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197687"/>
                        <a:ext cx="20574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10"/>
          <p:cNvGraphicFramePr>
            <a:graphicFrameLocks noChangeAspect="1"/>
          </p:cNvGraphicFramePr>
          <p:nvPr/>
        </p:nvGraphicFramePr>
        <p:xfrm>
          <a:off x="462682" y="4581128"/>
          <a:ext cx="11096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51" imgW="16764000" imgH="5791200" progId="Equation.DSMT4">
                  <p:embed/>
                </p:oleObj>
              </mc:Choice>
              <mc:Fallback>
                <p:oleObj name="Equation" r:id="rId51" imgW="167640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682" y="4581128"/>
                        <a:ext cx="11096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10"/>
          <p:cNvGraphicFramePr>
            <a:graphicFrameLocks noChangeAspect="1"/>
          </p:cNvGraphicFramePr>
          <p:nvPr/>
        </p:nvGraphicFramePr>
        <p:xfrm>
          <a:off x="6980675" y="4638862"/>
          <a:ext cx="482013" cy="326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53" imgW="6400800" imgH="4267200" progId="Equation.DSMT4">
                  <p:embed/>
                </p:oleObj>
              </mc:Choice>
              <mc:Fallback>
                <p:oleObj name="Equation" r:id="rId53" imgW="6400800" imgH="4267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675" y="4638862"/>
                        <a:ext cx="482013" cy="326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10"/>
          <p:cNvGraphicFramePr>
            <a:graphicFrameLocks noChangeAspect="1"/>
          </p:cNvGraphicFramePr>
          <p:nvPr/>
        </p:nvGraphicFramePr>
        <p:xfrm>
          <a:off x="1568167" y="4608417"/>
          <a:ext cx="16144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55" imgW="24384000" imgH="5791200" progId="Equation.DSMT4">
                  <p:embed/>
                </p:oleObj>
              </mc:Choice>
              <mc:Fallback>
                <p:oleObj name="Equation" r:id="rId55" imgW="243840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167" y="4608417"/>
                        <a:ext cx="16144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10"/>
          <p:cNvGraphicFramePr>
            <a:graphicFrameLocks noChangeAspect="1"/>
          </p:cNvGraphicFramePr>
          <p:nvPr/>
        </p:nvGraphicFramePr>
        <p:xfrm>
          <a:off x="3182655" y="4639140"/>
          <a:ext cx="16541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57" imgW="24993600" imgH="5791200" progId="Equation.DSMT4">
                  <p:embed/>
                </p:oleObj>
              </mc:Choice>
              <mc:Fallback>
                <p:oleObj name="Equation" r:id="rId57" imgW="249936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655" y="4639140"/>
                        <a:ext cx="16541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10"/>
          <p:cNvGraphicFramePr>
            <a:graphicFrameLocks noChangeAspect="1"/>
          </p:cNvGraphicFramePr>
          <p:nvPr/>
        </p:nvGraphicFramePr>
        <p:xfrm>
          <a:off x="4868694" y="4626827"/>
          <a:ext cx="11303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59" imgW="17068800" imgH="5791200" progId="Equation.DSMT4">
                  <p:embed/>
                </p:oleObj>
              </mc:Choice>
              <mc:Fallback>
                <p:oleObj name="Equation" r:id="rId59" imgW="170688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694" y="4626827"/>
                        <a:ext cx="11303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10"/>
          <p:cNvGraphicFramePr>
            <a:graphicFrameLocks noChangeAspect="1"/>
          </p:cNvGraphicFramePr>
          <p:nvPr/>
        </p:nvGraphicFramePr>
        <p:xfrm>
          <a:off x="5998994" y="4616494"/>
          <a:ext cx="9683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61" imgW="14630400" imgH="5791200" progId="Equation.DSMT4">
                  <p:embed/>
                </p:oleObj>
              </mc:Choice>
              <mc:Fallback>
                <p:oleObj name="Equation" r:id="rId61" imgW="146304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8994" y="4616494"/>
                        <a:ext cx="9683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10"/>
          <p:cNvGraphicFramePr>
            <a:graphicFrameLocks noChangeAspect="1"/>
          </p:cNvGraphicFramePr>
          <p:nvPr/>
        </p:nvGraphicFramePr>
        <p:xfrm>
          <a:off x="176213" y="5251210"/>
          <a:ext cx="29210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Equation" r:id="rId63" imgW="42062400" imgH="5486400" progId="Equation.DSMT4">
                  <p:embed/>
                </p:oleObj>
              </mc:Choice>
              <mc:Fallback>
                <p:oleObj name="Equation" r:id="rId63" imgW="42062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3" y="5251210"/>
                        <a:ext cx="29210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10"/>
          <p:cNvGraphicFramePr>
            <a:graphicFrameLocks noChangeAspect="1"/>
          </p:cNvGraphicFramePr>
          <p:nvPr/>
        </p:nvGraphicFramePr>
        <p:xfrm>
          <a:off x="4121666" y="5091113"/>
          <a:ext cx="26273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65" imgW="37795200" imgH="10668000" progId="Equation.DSMT4">
                  <p:embed/>
                </p:oleObj>
              </mc:Choice>
              <mc:Fallback>
                <p:oleObj name="Equation" r:id="rId65" imgW="37795200" imgH="106680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666" y="5091113"/>
                        <a:ext cx="26273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10"/>
          <p:cNvGraphicFramePr>
            <a:graphicFrameLocks noChangeAspect="1"/>
          </p:cNvGraphicFramePr>
          <p:nvPr/>
        </p:nvGraphicFramePr>
        <p:xfrm>
          <a:off x="4919384" y="5052512"/>
          <a:ext cx="200977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67" imgW="28956000" imgH="11277600" progId="Equation.DSMT4">
                  <p:embed/>
                </p:oleObj>
              </mc:Choice>
              <mc:Fallback>
                <p:oleObj name="Equation" r:id="rId67" imgW="28956000" imgH="11277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384" y="5052512"/>
                        <a:ext cx="200977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10"/>
          <p:cNvGraphicFramePr>
            <a:graphicFrameLocks noChangeAspect="1"/>
          </p:cNvGraphicFramePr>
          <p:nvPr/>
        </p:nvGraphicFramePr>
        <p:xfrm>
          <a:off x="3668727" y="5251210"/>
          <a:ext cx="4445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69" imgW="6400800" imgH="6705600" progId="Equation.DSMT4">
                  <p:embed/>
                </p:oleObj>
              </mc:Choice>
              <mc:Fallback>
                <p:oleObj name="Equation" r:id="rId69" imgW="6400800" imgH="6705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27" y="5251210"/>
                        <a:ext cx="4445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10"/>
          <p:cNvGraphicFramePr>
            <a:graphicFrameLocks noChangeAspect="1"/>
          </p:cNvGraphicFramePr>
          <p:nvPr/>
        </p:nvGraphicFramePr>
        <p:xfrm>
          <a:off x="7006233" y="5305185"/>
          <a:ext cx="44608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71" imgW="6400800" imgH="3962400" progId="Equation.DSMT4">
                  <p:embed/>
                </p:oleObj>
              </mc:Choice>
              <mc:Fallback>
                <p:oleObj name="Equation" r:id="rId71" imgW="6400800" imgH="3962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233" y="5305185"/>
                        <a:ext cx="446087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323206" y="4199488"/>
          <a:ext cx="540067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3"/>
                <a:gridCol w="792088"/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+mn-ea"/>
                        </a:rPr>
                        <a:t>1.5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4288" y="57150"/>
            <a:ext cx="6462712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Find the solution of equation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  in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544513" y="495152"/>
          <a:ext cx="68738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41630" imgH="165100" progId="Equation.3">
                  <p:embed/>
                </p:oleObj>
              </mc:Choice>
              <mc:Fallback>
                <p:oleObj name="Equation" r:id="rId1" imgW="341630" imgH="165100" progId="Equation.3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495152"/>
                        <a:ext cx="687387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5259372" y="80943"/>
          <a:ext cx="2003440" cy="381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6212800" imgH="4876800" progId="Equation.DSMT4">
                  <p:embed/>
                </p:oleObj>
              </mc:Choice>
              <mc:Fallback>
                <p:oleObj name="Equation" r:id="rId3" imgW="26212800" imgH="4876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72" y="80943"/>
                        <a:ext cx="2003440" cy="381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524000" y="836712"/>
          <a:ext cx="35861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223010" imgH="143510" progId="Equation.3">
                  <p:embed/>
                </p:oleObj>
              </mc:Choice>
              <mc:Fallback>
                <p:oleObj name="Equation" r:id="rId5" imgW="1223010" imgH="14351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836712"/>
                        <a:ext cx="358616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772445" y="1800392"/>
          <a:ext cx="2181017" cy="425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26822400" imgH="5486400" progId="Equation.DSMT4">
                  <p:embed/>
                </p:oleObj>
              </mc:Choice>
              <mc:Fallback>
                <p:oleObj name="Equation" r:id="rId7" imgW="268224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45" y="1800392"/>
                        <a:ext cx="2181017" cy="425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1239838" y="404664"/>
            <a:ext cx="614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using Newton-Raphson iteration with              .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96619" name="Object 11"/>
          <p:cNvGraphicFramePr>
            <a:graphicFrameLocks noChangeAspect="1"/>
          </p:cNvGraphicFramePr>
          <p:nvPr/>
        </p:nvGraphicFramePr>
        <p:xfrm>
          <a:off x="1270177" y="2667498"/>
          <a:ext cx="29908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41148000" imgH="10972800" progId="Equation.DSMT4">
                  <p:embed/>
                </p:oleObj>
              </mc:Choice>
              <mc:Fallback>
                <p:oleObj name="Equation" r:id="rId9" imgW="41148000" imgH="10972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177" y="2667498"/>
                        <a:ext cx="29908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23" name="Rectangle 15"/>
          <p:cNvSpPr>
            <a:spLocks noChangeArrowheads="1"/>
          </p:cNvSpPr>
          <p:nvPr/>
        </p:nvSpPr>
        <p:spPr bwMode="auto">
          <a:xfrm>
            <a:off x="228600" y="2248846"/>
            <a:ext cx="8304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Newton-Raphson iterative formula: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7422" name="Object 16"/>
          <p:cNvGraphicFramePr>
            <a:graphicFrameLocks noGrp="1" noChangeAspect="1"/>
          </p:cNvGraphicFramePr>
          <p:nvPr>
            <p:ph idx="4294967295"/>
          </p:nvPr>
        </p:nvGraphicFramePr>
        <p:xfrm>
          <a:off x="6275387" y="453877"/>
          <a:ext cx="9874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11" imgW="440690" imgH="154305" progId="Equation.3">
                  <p:embed/>
                </p:oleObj>
              </mc:Choice>
              <mc:Fallback>
                <p:oleObj name="公式" r:id="rId11" imgW="440690" imgH="154305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7" y="453877"/>
                        <a:ext cx="98742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Text Box 18"/>
          <p:cNvSpPr txBox="1">
            <a:spLocks noChangeArrowheads="1"/>
          </p:cNvSpPr>
          <p:nvPr/>
        </p:nvSpPr>
        <p:spPr bwMode="auto">
          <a:xfrm>
            <a:off x="93663" y="850999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</a:rPr>
              <a:t>Solution </a:t>
            </a:r>
            <a:endParaRPr lang="en-US" altLang="zh-CN" sz="2400" b="1" dirty="0">
              <a:solidFill>
                <a:srgbClr val="990000"/>
              </a:solidFill>
              <a:latin typeface="Times New Roman" panose="02020603050405020304" charset="0"/>
            </a:endParaRPr>
          </a:p>
        </p:txBody>
      </p:sp>
      <p:sp>
        <p:nvSpPr>
          <p:cNvPr id="196633" name="Rectangle 25"/>
          <p:cNvSpPr>
            <a:spLocks noChangeArrowheads="1"/>
          </p:cNvSpPr>
          <p:nvPr/>
        </p:nvSpPr>
        <p:spPr bwMode="auto">
          <a:xfrm>
            <a:off x="84211" y="3558757"/>
            <a:ext cx="83042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 The results are listed in the following table with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9" name="Object 16"/>
          <p:cNvGraphicFramePr>
            <a:graphicFrameLocks noChangeAspect="1"/>
          </p:cNvGraphicFramePr>
          <p:nvPr/>
        </p:nvGraphicFramePr>
        <p:xfrm>
          <a:off x="6507171" y="3585745"/>
          <a:ext cx="9874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公式" r:id="rId13" imgW="440690" imgH="154305" progId="Equation.3">
                  <p:embed/>
                </p:oleObj>
              </mc:Choice>
              <mc:Fallback>
                <p:oleObj name="公式" r:id="rId13" imgW="440690" imgH="15430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71" y="3585745"/>
                        <a:ext cx="98742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/>
          <p:cNvGraphicFramePr>
            <a:graphicFrameLocks noChangeAspect="1"/>
          </p:cNvGraphicFramePr>
          <p:nvPr/>
        </p:nvGraphicFramePr>
        <p:xfrm>
          <a:off x="1503697" y="4350228"/>
          <a:ext cx="167149" cy="216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4" imgW="3048000" imgH="3352800" progId="Equation.DSMT4">
                  <p:embed/>
                </p:oleObj>
              </mc:Choice>
              <mc:Fallback>
                <p:oleObj name="Equation" r:id="rId14" imgW="3048000" imgH="3352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697" y="4350228"/>
                        <a:ext cx="167149" cy="216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1418198" y="4587459"/>
          <a:ext cx="200794" cy="35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6" imgW="4572000" imgH="5486400" progId="Equation.DSMT4">
                  <p:embed/>
                </p:oleObj>
              </mc:Choice>
              <mc:Fallback>
                <p:oleObj name="Equation" r:id="rId16" imgW="4572000" imgH="548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8198" y="4587459"/>
                        <a:ext cx="200794" cy="353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580640" y="4569037"/>
          <a:ext cx="41567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+mn-ea"/>
                        </a:rPr>
                        <a:t>1.37333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+mn-ea"/>
                        </a:rPr>
                        <a:t>1.36526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+mn-ea"/>
                        </a:rPr>
                        <a:t>1.36526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Object 3"/>
          <p:cNvGraphicFramePr>
            <a:graphicFrameLocks noChangeAspect="1"/>
          </p:cNvGraphicFramePr>
          <p:nvPr/>
        </p:nvGraphicFramePr>
        <p:xfrm>
          <a:off x="2984547" y="1818087"/>
          <a:ext cx="1819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8" imgW="24993600" imgH="4876800" progId="Equation.DSMT4">
                  <p:embed/>
                </p:oleObj>
              </mc:Choice>
              <mc:Fallback>
                <p:oleObj name="Equation" r:id="rId18" imgW="24993600" imgH="487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47" y="1818087"/>
                        <a:ext cx="18192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/>
        </p:nvGraphicFramePr>
        <p:xfrm>
          <a:off x="1270177" y="1359753"/>
          <a:ext cx="1971318" cy="397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0" imgW="22555200" imgH="4876800" progId="Equation.DSMT4">
                  <p:embed/>
                </p:oleObj>
              </mc:Choice>
              <mc:Fallback>
                <p:oleObj name="Equation" r:id="rId20" imgW="225552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177" y="1359753"/>
                        <a:ext cx="1971318" cy="397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320438" y="4930178"/>
          <a:ext cx="54006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3"/>
                <a:gridCol w="792088"/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11331" y="672872"/>
            <a:ext cx="4137764" cy="3106853"/>
          </a:xfrm>
          <a:prstGeom prst="rect">
            <a:avLst/>
          </a:prstGeom>
        </p:spPr>
      </p:pic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555776" y="4941168"/>
          <a:ext cx="41567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1.45455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1.36890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1.36524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Object 16"/>
          <p:cNvGraphicFramePr>
            <a:graphicFrameLocks noChangeAspect="1"/>
          </p:cNvGraphicFramePr>
          <p:nvPr/>
        </p:nvGraphicFramePr>
        <p:xfrm>
          <a:off x="1453101" y="4926317"/>
          <a:ext cx="200794" cy="35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3" imgW="4572000" imgH="5486400" progId="Equation.DSMT4">
                  <p:embed/>
                </p:oleObj>
              </mc:Choice>
              <mc:Fallback>
                <p:oleObj name="Equation" r:id="rId23" imgW="4572000" imgH="548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101" y="4926317"/>
                        <a:ext cx="200794" cy="353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320438" y="5324685"/>
          <a:ext cx="54006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3"/>
                <a:gridCol w="792088"/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2580640" y="5303072"/>
          <a:ext cx="4124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703"/>
                <a:gridCol w="1361643"/>
                <a:gridCol w="14396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1.37333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1.36526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Object 16"/>
          <p:cNvGraphicFramePr>
            <a:graphicFrameLocks noChangeAspect="1"/>
          </p:cNvGraphicFramePr>
          <p:nvPr/>
        </p:nvGraphicFramePr>
        <p:xfrm>
          <a:off x="1518899" y="5292703"/>
          <a:ext cx="200794" cy="35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4" imgW="4572000" imgH="5486400" progId="Equation.DSMT4">
                  <p:embed/>
                </p:oleObj>
              </mc:Choice>
              <mc:Fallback>
                <p:oleObj name="Equation" r:id="rId24" imgW="4572000" imgH="548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8899" y="5292703"/>
                        <a:ext cx="200794" cy="353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320438" y="5717505"/>
          <a:ext cx="54006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3"/>
                <a:gridCol w="792088"/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-0.25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2565753" y="5728495"/>
          <a:ext cx="41567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90"/>
                <a:gridCol w="1397714"/>
                <a:gridCol w="14204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  -5.637931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  -4.402963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  -3.626323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Object 16"/>
          <p:cNvGraphicFramePr>
            <a:graphicFrameLocks noChangeAspect="1"/>
          </p:cNvGraphicFramePr>
          <p:nvPr/>
        </p:nvGraphicFramePr>
        <p:xfrm>
          <a:off x="1467725" y="5685523"/>
          <a:ext cx="200794" cy="35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5" imgW="4572000" imgH="5486400" progId="Equation.DSMT4">
                  <p:embed/>
                </p:oleObj>
              </mc:Choice>
              <mc:Fallback>
                <p:oleObj name="Equation" r:id="rId25" imgW="4572000" imgH="548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725" y="5685523"/>
                        <a:ext cx="200794" cy="353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连接符 20"/>
          <p:cNvCxnSpPr/>
          <p:nvPr/>
        </p:nvCxnSpPr>
        <p:spPr>
          <a:xfrm>
            <a:off x="7596336" y="2667498"/>
            <a:ext cx="0" cy="8350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23" grpId="0"/>
      <p:bldP spid="1966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0"/>
          <p:cNvGraphicFramePr>
            <a:graphicFrameLocks noChangeAspect="1"/>
          </p:cNvGraphicFramePr>
          <p:nvPr/>
        </p:nvGraphicFramePr>
        <p:xfrm>
          <a:off x="1908776" y="1066255"/>
          <a:ext cx="37258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53644800" imgH="5486400" progId="Equation.DSMT4">
                  <p:embed/>
                </p:oleObj>
              </mc:Choice>
              <mc:Fallback>
                <p:oleObj name="Equation" r:id="rId1" imgW="536448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776" y="1066255"/>
                        <a:ext cx="372586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6"/>
          <p:cNvGraphicFramePr>
            <a:graphicFrameLocks noChangeAspect="1"/>
          </p:cNvGraphicFramePr>
          <p:nvPr/>
        </p:nvGraphicFramePr>
        <p:xfrm>
          <a:off x="171521" y="561197"/>
          <a:ext cx="6104278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86258400" imgH="5486400" progId="Equation.DSMT4">
                  <p:embed/>
                </p:oleObj>
              </mc:Choice>
              <mc:Fallback>
                <p:oleObj name="Equation" r:id="rId3" imgW="862584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521" y="561197"/>
                        <a:ext cx="6104278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1523" y="45386"/>
            <a:ext cx="62642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9144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3716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8288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2860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7432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32004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6576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41148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Newton-Raphson Theorem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6"/>
          <p:cNvGraphicFramePr>
            <a:graphicFrameLocks noChangeAspect="1"/>
          </p:cNvGraphicFramePr>
          <p:nvPr/>
        </p:nvGraphicFramePr>
        <p:xfrm>
          <a:off x="222112" y="1090862"/>
          <a:ext cx="143033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21945600" imgH="4876800" progId="Equation.DSMT4">
                  <p:embed/>
                </p:oleObj>
              </mc:Choice>
              <mc:Fallback>
                <p:oleObj name="Equation" r:id="rId5" imgW="219456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12" y="1090862"/>
                        <a:ext cx="143033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10"/>
          <p:cNvGraphicFramePr>
            <a:graphicFrameLocks noChangeAspect="1"/>
          </p:cNvGraphicFramePr>
          <p:nvPr/>
        </p:nvGraphicFramePr>
        <p:xfrm>
          <a:off x="724471" y="1548596"/>
          <a:ext cx="205263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29565600" imgH="10668000" progId="Equation.DSMT4">
                  <p:embed/>
                </p:oleObj>
              </mc:Choice>
              <mc:Fallback>
                <p:oleObj name="Equation" r:id="rId7" imgW="29565600" imgH="106680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471" y="1548596"/>
                        <a:ext cx="2052638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10"/>
          <p:cNvGraphicFramePr>
            <a:graphicFrameLocks noChangeAspect="1"/>
          </p:cNvGraphicFramePr>
          <p:nvPr/>
        </p:nvGraphicFramePr>
        <p:xfrm>
          <a:off x="2915816" y="1666866"/>
          <a:ext cx="13779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9" imgW="13716000" imgH="6705600" progId="Equation.DSMT4">
                  <p:embed/>
                </p:oleObj>
              </mc:Choice>
              <mc:Fallback>
                <p:oleObj name="Equation" r:id="rId9" imgW="13716000" imgH="6705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666866"/>
                        <a:ext cx="13779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6"/>
          <p:cNvGraphicFramePr>
            <a:graphicFrameLocks noChangeAspect="1"/>
          </p:cNvGraphicFramePr>
          <p:nvPr/>
        </p:nvGraphicFramePr>
        <p:xfrm>
          <a:off x="7308304" y="127121"/>
          <a:ext cx="1440160" cy="434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1" imgW="14325600" imgH="4876800" progId="Equation.DSMT4">
                  <p:embed/>
                </p:oleObj>
              </mc:Choice>
              <mc:Fallback>
                <p:oleObj name="Equation" r:id="rId11" imgW="143256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127121"/>
                        <a:ext cx="1440160" cy="43407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0"/>
          <p:cNvGraphicFramePr>
            <a:graphicFrameLocks noChangeAspect="1"/>
          </p:cNvGraphicFramePr>
          <p:nvPr/>
        </p:nvGraphicFramePr>
        <p:xfrm>
          <a:off x="6159638" y="967577"/>
          <a:ext cx="2762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3" imgW="35966400" imgH="4876800" progId="Equation.DSMT4">
                  <p:embed/>
                </p:oleObj>
              </mc:Choice>
              <mc:Fallback>
                <p:oleObj name="Equation" r:id="rId13" imgW="359664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638" y="967577"/>
                        <a:ext cx="2762250" cy="382587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111670" y="1528976"/>
          <a:ext cx="381476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5" imgW="49682400" imgH="6096000" progId="Equation.DSMT4">
                  <p:embed/>
                </p:oleObj>
              </mc:Choice>
              <mc:Fallback>
                <p:oleObj name="Equation" r:id="rId15" imgW="49682400" imgH="60960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670" y="1528976"/>
                        <a:ext cx="3814762" cy="477837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56211" y="2283499"/>
            <a:ext cx="79080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Find the solution of                  on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5846763" y="2374900"/>
          <a:ext cx="741461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7" imgW="8839200" imgH="4876800" progId="Equation.DSMT4">
                  <p:embed/>
                </p:oleObj>
              </mc:Choice>
              <mc:Fallback>
                <p:oleObj name="Equation" r:id="rId17" imgW="8839200" imgH="487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2374900"/>
                        <a:ext cx="741461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4219855" y="2411313"/>
          <a:ext cx="1117600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9" imgW="14630400" imgH="3352800" progId="Equation.DSMT4">
                  <p:embed/>
                </p:oleObj>
              </mc:Choice>
              <mc:Fallback>
                <p:oleObj name="Equation" r:id="rId19" imgW="14630400" imgH="3352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855" y="2411313"/>
                        <a:ext cx="1117600" cy="26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1510066" y="2698371"/>
            <a:ext cx="499178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using Newton-Raphson iteration .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4" name="对象 1"/>
          <p:cNvGraphicFramePr>
            <a:graphicFrameLocks noChangeAspect="1"/>
          </p:cNvGraphicFramePr>
          <p:nvPr/>
        </p:nvGraphicFramePr>
        <p:xfrm>
          <a:off x="1525542" y="3302050"/>
          <a:ext cx="25352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1" imgW="32308800" imgH="4876800" progId="Equation.DSMT4">
                  <p:embed/>
                </p:oleObj>
              </mc:Choice>
              <mc:Fallback>
                <p:oleObj name="Equation" r:id="rId21" imgW="323088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42" y="3302050"/>
                        <a:ext cx="25352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61299" y="4328629"/>
          <a:ext cx="3519488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3" imgW="43891200" imgH="15849600" progId="Equation.DSMT4">
                  <p:embed/>
                </p:oleObj>
              </mc:Choice>
              <mc:Fallback>
                <p:oleObj name="Equation" r:id="rId23" imgW="43891200" imgH="158496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99" y="4328629"/>
                        <a:ext cx="3519488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1"/>
          <p:cNvGraphicFramePr>
            <a:graphicFrameLocks noChangeAspect="1"/>
          </p:cNvGraphicFramePr>
          <p:nvPr/>
        </p:nvGraphicFramePr>
        <p:xfrm>
          <a:off x="1750790" y="3870794"/>
          <a:ext cx="19605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5" imgW="1040765" imgH="203200" progId="Equation.DSMT4">
                  <p:embed/>
                </p:oleObj>
              </mc:Choice>
              <mc:Fallback>
                <p:oleObj name="Equation" r:id="rId25" imgW="1040765" imgH="203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790" y="3870794"/>
                        <a:ext cx="196056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96779" y="5442420"/>
          <a:ext cx="102711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7" imgW="533400" imgH="406400" progId="Equation.DSMT4">
                  <p:embed/>
                </p:oleObj>
              </mc:Choice>
              <mc:Fallback>
                <p:oleObj name="Equation" r:id="rId27" imgW="533400" imgH="40640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79" y="5442420"/>
                        <a:ext cx="102711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383461" y="5646145"/>
          <a:ext cx="1409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9" imgW="812165" imgH="228600" progId="Equation.DSMT4">
                  <p:embed/>
                </p:oleObj>
              </mc:Choice>
              <mc:Fallback>
                <p:oleObj name="Equation" r:id="rId29" imgW="812165" imgH="22860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461" y="5646145"/>
                        <a:ext cx="14097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843614" y="6102188"/>
          <a:ext cx="1411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1" imgW="812165" imgH="228600" progId="Equation.DSMT4">
                  <p:embed/>
                </p:oleObj>
              </mc:Choice>
              <mc:Fallback>
                <p:oleObj name="Equation" r:id="rId31" imgW="812165" imgH="22860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614" y="6102188"/>
                        <a:ext cx="1411288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1"/>
          <p:cNvGraphicFramePr>
            <a:graphicFrameLocks noChangeAspect="1"/>
          </p:cNvGraphicFramePr>
          <p:nvPr/>
        </p:nvGraphicFramePr>
        <p:xfrm>
          <a:off x="3809938" y="3857871"/>
          <a:ext cx="51752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33" imgW="5791200" imgH="4267200" progId="Equation.DSMT4">
                  <p:embed/>
                </p:oleObj>
              </mc:Choice>
              <mc:Fallback>
                <p:oleObj name="Equation" r:id="rId33" imgW="5791200" imgH="4267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938" y="3857871"/>
                        <a:ext cx="517525" cy="350838"/>
                      </a:xfrm>
                      <a:prstGeom prst="rect">
                        <a:avLst/>
                      </a:prstGeom>
                      <a:solidFill>
                        <a:srgbClr val="FFEBC2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1"/>
          <p:cNvGraphicFramePr>
            <a:graphicFrameLocks noChangeAspect="1"/>
          </p:cNvGraphicFramePr>
          <p:nvPr/>
        </p:nvGraphicFramePr>
        <p:xfrm>
          <a:off x="194401" y="3834324"/>
          <a:ext cx="138588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5" imgW="17678400" imgH="4876800" progId="Equation.DSMT4">
                  <p:embed/>
                </p:oleObj>
              </mc:Choice>
              <mc:Fallback>
                <p:oleObj name="Equation" r:id="rId35" imgW="176784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01" y="3834324"/>
                        <a:ext cx="138588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3476883" y="6050992"/>
          <a:ext cx="13446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37" imgW="774065" imgH="228600" progId="Equation.DSMT4">
                  <p:embed/>
                </p:oleObj>
              </mc:Choice>
              <mc:Fallback>
                <p:oleObj name="Equation" r:id="rId37" imgW="774065" imgH="2286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883" y="6050992"/>
                        <a:ext cx="134461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图片 40"/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0" t="2034" r="3156"/>
          <a:stretch>
            <a:fillRect/>
          </a:stretch>
        </p:blipFill>
        <p:spPr bwMode="auto">
          <a:xfrm>
            <a:off x="4920081" y="3280840"/>
            <a:ext cx="4091698" cy="3064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91523" y="3191788"/>
            <a:ext cx="24577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Solution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35504" y="3270251"/>
            <a:ext cx="349834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4785" y="3300155"/>
          <a:ext cx="60309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80162400" imgH="6096000" progId="Equation.DSMT4">
                  <p:embed/>
                </p:oleObj>
              </mc:Choice>
              <mc:Fallback>
                <p:oleObj name="Equation" r:id="rId1" imgW="80162400" imgH="6096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" y="3300155"/>
                        <a:ext cx="603091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80963" y="146050"/>
            <a:ext cx="8874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Approximate                   using Newton-Raphson method.</a:t>
            </a:r>
            <a:endParaRPr lang="en-US" altLang="zh-CN" sz="2400" b="1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4579" name="Object 5"/>
          <p:cNvGraphicFramePr>
            <a:graphicFrameLocks noChangeAspect="1"/>
          </p:cNvGraphicFramePr>
          <p:nvPr/>
        </p:nvGraphicFramePr>
        <p:xfrm>
          <a:off x="3246438" y="203200"/>
          <a:ext cx="131921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605790" imgH="165100" progId="Equation.DSMT4">
                  <p:embed/>
                </p:oleObj>
              </mc:Choice>
              <mc:Fallback>
                <p:oleObj name="Equation" r:id="rId3" imgW="605790" imgH="165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203200"/>
                        <a:ext cx="1319212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158750" y="747713"/>
            <a:ext cx="178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CC3300"/>
                </a:solidFill>
                <a:latin typeface="Times New Roman" panose="02020603050405020304" charset="0"/>
                <a:ea typeface="宋体" panose="02010600030101010101" pitchFamily="2" charset="-122"/>
              </a:rPr>
              <a:t>Solution </a:t>
            </a:r>
            <a:endParaRPr lang="en-US" altLang="zh-CN" sz="2400" b="1">
              <a:solidFill>
                <a:srgbClr val="CC33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72391" name="Object 7"/>
          <p:cNvGraphicFramePr>
            <a:graphicFrameLocks noChangeAspect="1"/>
          </p:cNvGraphicFramePr>
          <p:nvPr/>
        </p:nvGraphicFramePr>
        <p:xfrm>
          <a:off x="1519238" y="777875"/>
          <a:ext cx="28654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38100000" imgH="5486400" progId="Equation.DSMT4">
                  <p:embed/>
                </p:oleObj>
              </mc:Choice>
              <mc:Fallback>
                <p:oleObj name="Equation" r:id="rId5" imgW="38100000" imgH="548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777875"/>
                        <a:ext cx="286543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2" name="Object 8"/>
          <p:cNvGraphicFramePr>
            <a:graphicFrameLocks noChangeAspect="1"/>
          </p:cNvGraphicFramePr>
          <p:nvPr/>
        </p:nvGraphicFramePr>
        <p:xfrm>
          <a:off x="4597559" y="724435"/>
          <a:ext cx="13747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18288000" imgH="5791200" progId="Equation.DSMT4">
                  <p:embed/>
                </p:oleObj>
              </mc:Choice>
              <mc:Fallback>
                <p:oleObj name="Equation" r:id="rId7" imgW="18288000" imgH="579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559" y="724435"/>
                        <a:ext cx="13747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3" name="Object 9"/>
          <p:cNvGraphicFramePr>
            <a:graphicFrameLocks noChangeAspect="1"/>
          </p:cNvGraphicFramePr>
          <p:nvPr/>
        </p:nvGraphicFramePr>
        <p:xfrm>
          <a:off x="1855788" y="1314252"/>
          <a:ext cx="13271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17678400" imgH="4876800" progId="Equation.DSMT4">
                  <p:embed/>
                </p:oleObj>
              </mc:Choice>
              <mc:Fallback>
                <p:oleObj name="Equation" r:id="rId9" imgW="17678400" imgH="4876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1314252"/>
                        <a:ext cx="13271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4" name="Object 10"/>
          <p:cNvGraphicFramePr>
            <a:graphicFrameLocks noChangeAspect="1"/>
          </p:cNvGraphicFramePr>
          <p:nvPr/>
        </p:nvGraphicFramePr>
        <p:xfrm>
          <a:off x="3200242" y="1332508"/>
          <a:ext cx="14192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1" imgW="18897600" imgH="4876800" progId="Equation.DSMT4">
                  <p:embed/>
                </p:oleObj>
              </mc:Choice>
              <mc:Fallback>
                <p:oleObj name="Equation" r:id="rId11" imgW="18897600" imgH="487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242" y="1332508"/>
                        <a:ext cx="14192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7" name="Object 13"/>
          <p:cNvGraphicFramePr>
            <a:graphicFrameLocks noChangeAspect="1"/>
          </p:cNvGraphicFramePr>
          <p:nvPr/>
        </p:nvGraphicFramePr>
        <p:xfrm>
          <a:off x="290513" y="1951038"/>
          <a:ext cx="316071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3" imgW="42062400" imgH="4876800" progId="Equation.DSMT4">
                  <p:embed/>
                </p:oleObj>
              </mc:Choice>
              <mc:Fallback>
                <p:oleObj name="Equation" r:id="rId13" imgW="42062400" imgH="4876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1951038"/>
                        <a:ext cx="316071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8" name="Object 14"/>
          <p:cNvGraphicFramePr>
            <a:graphicFrameLocks noChangeAspect="1"/>
          </p:cNvGraphicFramePr>
          <p:nvPr/>
        </p:nvGraphicFramePr>
        <p:xfrm>
          <a:off x="3660775" y="1685925"/>
          <a:ext cx="38735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5" imgW="48463200" imgH="10972800" progId="Equation.DSMT4">
                  <p:embed/>
                </p:oleObj>
              </mc:Choice>
              <mc:Fallback>
                <p:oleObj name="Equation" r:id="rId15" imgW="48463200" imgH="10972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1685925"/>
                        <a:ext cx="38735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9" name="Object 15"/>
          <p:cNvGraphicFramePr>
            <a:graphicFrameLocks noChangeAspect="1"/>
          </p:cNvGraphicFramePr>
          <p:nvPr/>
        </p:nvGraphicFramePr>
        <p:xfrm>
          <a:off x="1384788" y="2401629"/>
          <a:ext cx="483870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7" imgW="64312800" imgH="11582400" progId="Equation.DSMT4">
                  <p:embed/>
                </p:oleObj>
              </mc:Choice>
              <mc:Fallback>
                <p:oleObj name="Equation" r:id="rId17" imgW="64312800" imgH="11582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788" y="2401629"/>
                        <a:ext cx="4838700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1" name="Object 17"/>
          <p:cNvGraphicFramePr>
            <a:graphicFrameLocks noChangeAspect="1"/>
          </p:cNvGraphicFramePr>
          <p:nvPr/>
        </p:nvGraphicFramePr>
        <p:xfrm>
          <a:off x="292099" y="3994150"/>
          <a:ext cx="2661285" cy="40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9" imgW="32308800" imgH="5486400" progId="Equation.DSMT4">
                  <p:embed/>
                </p:oleObj>
              </mc:Choice>
              <mc:Fallback>
                <p:oleObj name="Equation" r:id="rId19" imgW="32308800" imgH="5486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99" y="3994150"/>
                        <a:ext cx="2661285" cy="4051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02" name="Rectangle 18"/>
          <p:cNvSpPr>
            <a:spLocks noChangeArrowheads="1"/>
          </p:cNvSpPr>
          <p:nvPr/>
        </p:nvSpPr>
        <p:spPr bwMode="auto">
          <a:xfrm>
            <a:off x="6241733" y="2401629"/>
            <a:ext cx="2713355" cy="4358116"/>
          </a:xfrm>
          <a:prstGeom prst="rect">
            <a:avLst/>
          </a:prstGeom>
          <a:noFill/>
          <a:ln>
            <a:solidFill>
              <a:srgbClr val="00B0F0"/>
            </a:solidFill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0    0.05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1    50.0249999999999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2    2.33333333333333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marL="342900" indent="-342900" eaLnBrk="1" hangingPunct="1">
              <a:spcBef>
                <a:spcPct val="20000"/>
              </a:spcBef>
              <a:buAutoNum type="arabicPlain" startAt="3"/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25.0624750124938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marL="342900" indent="-342900" eaLnBrk="1" hangingPunct="1">
              <a:spcBef>
                <a:spcPct val="20000"/>
              </a:spcBef>
              <a:buAutoNum type="arabicPlain" startAt="3"/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12.6309882291405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marL="342900" indent="-342900" eaLnBrk="1" hangingPunct="1">
              <a:spcBef>
                <a:spcPct val="20000"/>
              </a:spcBef>
              <a:buAutoNum type="arabicPlain" startAt="5"/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6.51342003728092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marL="342900" indent="-342900" eaLnBrk="1" hangingPunct="1">
              <a:spcBef>
                <a:spcPct val="20000"/>
              </a:spcBef>
              <a:buAutoNum type="arabicPlain" startAt="5"/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3.64053295431645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7     2.50697911823893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8     2.25070568342295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9     2.23611557644537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10   2.23606797800639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11   2.23606797749979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12   2.23606797749979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44976" y="5004789"/>
          <a:ext cx="1879624" cy="735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1" imgW="29565600" imgH="11582400" progId="Equation.DSMT4">
                  <p:embed/>
                </p:oleObj>
              </mc:Choice>
              <mc:Fallback>
                <p:oleObj name="Equation" r:id="rId21" imgW="29565600" imgH="11582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976" y="5004789"/>
                        <a:ext cx="1879624" cy="73521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68651" y="4477386"/>
          <a:ext cx="1094507" cy="40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3" imgW="14935200" imgH="5486400" progId="Equation.DSMT4">
                  <p:embed/>
                </p:oleObj>
              </mc:Choice>
              <mc:Fallback>
                <p:oleObj name="Equation" r:id="rId23" imgW="149352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51" y="4477386"/>
                        <a:ext cx="1094507" cy="4019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581302" y="4487764"/>
          <a:ext cx="7794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5" imgW="10363200" imgH="5486400" progId="Equation.DSMT4">
                  <p:embed/>
                </p:oleObj>
              </mc:Choice>
              <mc:Fallback>
                <p:oleObj name="Equation" r:id="rId25" imgW="10363200" imgH="54864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302" y="4487764"/>
                        <a:ext cx="779463" cy="412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3401432" y="4371063"/>
            <a:ext cx="2789396" cy="2031325"/>
          </a:xfrm>
          <a:prstGeom prst="rect">
            <a:avLst/>
          </a:prstGeom>
          <a:noFill/>
          <a:ln>
            <a:solidFill>
              <a:srgbClr val="00B0F0"/>
            </a:solidFill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0    2.00000000000000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1    2.25000000000000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2    2.236111111111111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3    2.23606797791580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4    2.23606797749979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5    2.23606797749979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604419" y="3729038"/>
          <a:ext cx="156051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7" imgW="20726400" imgH="5486400" progId="Equation.DSMT4">
                  <p:embed/>
                </p:oleObj>
              </mc:Choice>
              <mc:Fallback>
                <p:oleObj name="Equation" r:id="rId27" imgW="207264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419" y="3729038"/>
                        <a:ext cx="1560512" cy="4127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7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240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011" name="Object 43"/>
          <p:cNvGraphicFramePr>
            <a:graphicFrameLocks noChangeAspect="1"/>
          </p:cNvGraphicFramePr>
          <p:nvPr/>
        </p:nvGraphicFramePr>
        <p:xfrm>
          <a:off x="763587" y="4747156"/>
          <a:ext cx="6762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36855" imgH="193040" progId="Equation.DSMT4">
                  <p:embed/>
                </p:oleObj>
              </mc:Choice>
              <mc:Fallback>
                <p:oleObj name="Equation" r:id="rId1" imgW="236855" imgH="1930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" y="4747156"/>
                        <a:ext cx="676275" cy="5000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1982" name="Group 14"/>
          <p:cNvGrpSpPr/>
          <p:nvPr/>
        </p:nvGrpSpPr>
        <p:grpSpPr bwMode="auto">
          <a:xfrm>
            <a:off x="3470275" y="1209675"/>
            <a:ext cx="5486400" cy="5386388"/>
            <a:chOff x="2304" y="927"/>
            <a:chExt cx="3456" cy="3393"/>
          </a:xfrm>
        </p:grpSpPr>
        <p:sp>
          <p:nvSpPr>
            <p:cNvPr id="21534" name="Text Box 15"/>
            <p:cNvSpPr txBox="1">
              <a:spLocks noChangeArrowheads="1"/>
            </p:cNvSpPr>
            <p:nvPr/>
          </p:nvSpPr>
          <p:spPr bwMode="auto">
            <a:xfrm>
              <a:off x="2304" y="927"/>
              <a:ext cx="3456" cy="3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35" name="Line 16"/>
            <p:cNvSpPr>
              <a:spLocks noChangeShapeType="1"/>
            </p:cNvSpPr>
            <p:nvPr/>
          </p:nvSpPr>
          <p:spPr bwMode="auto">
            <a:xfrm flipV="1">
              <a:off x="3792" y="3408"/>
              <a:ext cx="0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6" name="Line 17"/>
            <p:cNvSpPr>
              <a:spLocks noChangeShapeType="1"/>
            </p:cNvSpPr>
            <p:nvPr/>
          </p:nvSpPr>
          <p:spPr bwMode="auto">
            <a:xfrm>
              <a:off x="2448" y="3456"/>
              <a:ext cx="3024" cy="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Line 18"/>
            <p:cNvSpPr>
              <a:spLocks noChangeShapeType="1"/>
            </p:cNvSpPr>
            <p:nvPr/>
          </p:nvSpPr>
          <p:spPr bwMode="auto">
            <a:xfrm flipV="1">
              <a:off x="2592" y="1296"/>
              <a:ext cx="0" cy="2784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8" name="Freeform 19"/>
            <p:cNvSpPr/>
            <p:nvPr/>
          </p:nvSpPr>
          <p:spPr bwMode="auto">
            <a:xfrm>
              <a:off x="2832" y="2112"/>
              <a:ext cx="2352" cy="1808"/>
            </a:xfrm>
            <a:custGeom>
              <a:avLst/>
              <a:gdLst>
                <a:gd name="T0" fmla="*/ 0 w 2352"/>
                <a:gd name="T1" fmla="*/ 1680 h 1808"/>
                <a:gd name="T2" fmla="*/ 432 w 2352"/>
                <a:gd name="T3" fmla="*/ 1728 h 1808"/>
                <a:gd name="T4" fmla="*/ 1104 w 2352"/>
                <a:gd name="T5" fmla="*/ 1200 h 1808"/>
                <a:gd name="T6" fmla="*/ 1728 w 2352"/>
                <a:gd name="T7" fmla="*/ 288 h 1808"/>
                <a:gd name="T8" fmla="*/ 2352 w 2352"/>
                <a:gd name="T9" fmla="*/ 0 h 18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52" h="1808">
                  <a:moveTo>
                    <a:pt x="0" y="1680"/>
                  </a:moveTo>
                  <a:cubicBezTo>
                    <a:pt x="124" y="1744"/>
                    <a:pt x="248" y="1808"/>
                    <a:pt x="432" y="1728"/>
                  </a:cubicBezTo>
                  <a:cubicBezTo>
                    <a:pt x="616" y="1648"/>
                    <a:pt x="888" y="1440"/>
                    <a:pt x="1104" y="1200"/>
                  </a:cubicBezTo>
                  <a:cubicBezTo>
                    <a:pt x="1320" y="960"/>
                    <a:pt x="1520" y="488"/>
                    <a:pt x="1728" y="288"/>
                  </a:cubicBezTo>
                  <a:cubicBezTo>
                    <a:pt x="1936" y="88"/>
                    <a:pt x="2248" y="48"/>
                    <a:pt x="2352" y="0"/>
                  </a:cubicBez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9" name="Object 20"/>
            <p:cNvGraphicFramePr>
              <a:graphicFrameLocks noChangeAspect="1"/>
            </p:cNvGraphicFramePr>
            <p:nvPr/>
          </p:nvGraphicFramePr>
          <p:xfrm>
            <a:off x="5040" y="2112"/>
            <a:ext cx="6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584200" imgH="203200" progId="Equation.3">
                    <p:embed/>
                  </p:oleObj>
                </mc:Choice>
                <mc:Fallback>
                  <p:oleObj name="Equation" r:id="rId3" imgW="584200" imgH="2032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2112"/>
                          <a:ext cx="62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8" name="Text Box 2"/>
          <p:cNvSpPr txBox="1">
            <a:spLocks noChangeArrowheads="1"/>
          </p:cNvSpPr>
          <p:nvPr/>
        </p:nvSpPr>
        <p:spPr bwMode="auto">
          <a:xfrm>
            <a:off x="95250" y="158750"/>
            <a:ext cx="8610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Geometrical Explanation for Newton’s Method </a:t>
            </a:r>
            <a:endParaRPr lang="en-US" altLang="zh-CN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211989" name="Group 21"/>
          <p:cNvGrpSpPr/>
          <p:nvPr/>
        </p:nvGrpSpPr>
        <p:grpSpPr bwMode="auto">
          <a:xfrm>
            <a:off x="4765675" y="4614863"/>
            <a:ext cx="322263" cy="609600"/>
            <a:chOff x="3120" y="3072"/>
            <a:chExt cx="203" cy="384"/>
          </a:xfrm>
        </p:grpSpPr>
        <p:sp>
          <p:nvSpPr>
            <p:cNvPr id="21532" name="Line 22"/>
            <p:cNvSpPr>
              <a:spLocks noChangeShapeType="1"/>
            </p:cNvSpPr>
            <p:nvPr/>
          </p:nvSpPr>
          <p:spPr bwMode="auto">
            <a:xfrm flipV="1">
              <a:off x="3216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3" name="Object 23"/>
            <p:cNvGraphicFramePr>
              <a:graphicFrameLocks noChangeAspect="1"/>
            </p:cNvGraphicFramePr>
            <p:nvPr/>
          </p:nvGraphicFramePr>
          <p:xfrm>
            <a:off x="3120" y="3072"/>
            <a:ext cx="20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190500" imgH="228600" progId="Equation.3">
                    <p:embed/>
                  </p:oleObj>
                </mc:Choice>
                <mc:Fallback>
                  <p:oleObj name="Equation" r:id="rId5" imgW="190500" imgH="2286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072"/>
                          <a:ext cx="20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1992" name="Line 24"/>
          <p:cNvSpPr>
            <a:spLocks noChangeShapeType="1"/>
          </p:cNvSpPr>
          <p:nvPr/>
        </p:nvSpPr>
        <p:spPr bwMode="auto">
          <a:xfrm>
            <a:off x="4918075" y="5224463"/>
            <a:ext cx="1588" cy="68580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1993" name="Group 25"/>
          <p:cNvGrpSpPr/>
          <p:nvPr/>
        </p:nvGrpSpPr>
        <p:grpSpPr bwMode="auto">
          <a:xfrm>
            <a:off x="4421188" y="5072063"/>
            <a:ext cx="2706687" cy="1362075"/>
            <a:chOff x="2903" y="3360"/>
            <a:chExt cx="1705" cy="858"/>
          </a:xfrm>
        </p:grpSpPr>
        <p:graphicFrame>
          <p:nvGraphicFramePr>
            <p:cNvPr id="21530" name="Object 26"/>
            <p:cNvGraphicFramePr>
              <a:graphicFrameLocks noChangeAspect="1"/>
            </p:cNvGraphicFramePr>
            <p:nvPr/>
          </p:nvGraphicFramePr>
          <p:xfrm>
            <a:off x="3034" y="3912"/>
            <a:ext cx="82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774065" imgH="228600" progId="Equation.3">
                    <p:embed/>
                  </p:oleObj>
                </mc:Choice>
                <mc:Fallback>
                  <p:oleObj name="Equation" r:id="rId7" imgW="774065" imgH="2286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4" y="3912"/>
                          <a:ext cx="828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1" name="Line 27"/>
            <p:cNvSpPr>
              <a:spLocks noChangeShapeType="1"/>
            </p:cNvSpPr>
            <p:nvPr/>
          </p:nvSpPr>
          <p:spPr bwMode="auto">
            <a:xfrm flipV="1">
              <a:off x="2903" y="3360"/>
              <a:ext cx="1705" cy="609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996" name="Group 28"/>
          <p:cNvGrpSpPr/>
          <p:nvPr/>
        </p:nvGrpSpPr>
        <p:grpSpPr bwMode="auto">
          <a:xfrm>
            <a:off x="6061075" y="4989513"/>
            <a:ext cx="330200" cy="458787"/>
            <a:chOff x="3936" y="3308"/>
            <a:chExt cx="208" cy="289"/>
          </a:xfrm>
        </p:grpSpPr>
        <p:graphicFrame>
          <p:nvGraphicFramePr>
            <p:cNvPr id="21528" name="Object 29"/>
            <p:cNvGraphicFramePr>
              <a:graphicFrameLocks noChangeAspect="1"/>
            </p:cNvGraphicFramePr>
            <p:nvPr/>
          </p:nvGraphicFramePr>
          <p:xfrm>
            <a:off x="3938" y="3308"/>
            <a:ext cx="20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9" imgW="190500" imgH="215900" progId="Equation.DSMT4">
                    <p:embed/>
                  </p:oleObj>
                </mc:Choice>
                <mc:Fallback>
                  <p:oleObj name="Equation" r:id="rId9" imgW="190500" imgH="2159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8" y="3308"/>
                          <a:ext cx="20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9" name="Line 30"/>
            <p:cNvSpPr>
              <a:spLocks noChangeShapeType="1"/>
            </p:cNvSpPr>
            <p:nvPr/>
          </p:nvSpPr>
          <p:spPr bwMode="auto">
            <a:xfrm flipV="1">
              <a:off x="3936" y="3312"/>
              <a:ext cx="0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999" name="Group 31"/>
          <p:cNvGrpSpPr/>
          <p:nvPr/>
        </p:nvGrpSpPr>
        <p:grpSpPr bwMode="auto">
          <a:xfrm>
            <a:off x="6518275" y="4081463"/>
            <a:ext cx="304800" cy="1525587"/>
            <a:chOff x="4224" y="2736"/>
            <a:chExt cx="192" cy="961"/>
          </a:xfrm>
        </p:grpSpPr>
        <p:graphicFrame>
          <p:nvGraphicFramePr>
            <p:cNvPr id="21526" name="Object 32"/>
            <p:cNvGraphicFramePr>
              <a:graphicFrameLocks noChangeAspect="1"/>
            </p:cNvGraphicFramePr>
            <p:nvPr/>
          </p:nvGraphicFramePr>
          <p:xfrm>
            <a:off x="4224" y="3408"/>
            <a:ext cx="19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11" imgW="177800" imgH="215900" progId="Equation.3">
                    <p:embed/>
                  </p:oleObj>
                </mc:Choice>
                <mc:Fallback>
                  <p:oleObj name="Equation" r:id="rId11" imgW="177800" imgH="2159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408"/>
                          <a:ext cx="19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7" name="Line 33"/>
            <p:cNvSpPr>
              <a:spLocks noChangeShapeType="1"/>
            </p:cNvSpPr>
            <p:nvPr/>
          </p:nvSpPr>
          <p:spPr bwMode="auto">
            <a:xfrm flipV="1">
              <a:off x="4320" y="2736"/>
              <a:ext cx="0" cy="72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2002" name="Line 34"/>
          <p:cNvSpPr>
            <a:spLocks noChangeShapeType="1"/>
          </p:cNvSpPr>
          <p:nvPr/>
        </p:nvSpPr>
        <p:spPr bwMode="auto">
          <a:xfrm flipV="1">
            <a:off x="5705475" y="2605088"/>
            <a:ext cx="1727200" cy="333375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003" name="Line 35"/>
          <p:cNvSpPr>
            <a:spLocks noChangeShapeType="1"/>
          </p:cNvSpPr>
          <p:nvPr/>
        </p:nvSpPr>
        <p:spPr bwMode="auto">
          <a:xfrm flipV="1">
            <a:off x="5283200" y="3784600"/>
            <a:ext cx="1822450" cy="21367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12010" name="Object 42"/>
          <p:cNvGraphicFramePr>
            <a:graphicFrameLocks noChangeAspect="1"/>
          </p:cNvGraphicFramePr>
          <p:nvPr/>
        </p:nvGraphicFramePr>
        <p:xfrm>
          <a:off x="187325" y="3873500"/>
          <a:ext cx="3155951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4137600" imgH="15849600" progId="Equation.DSMT4">
                  <p:embed/>
                </p:oleObj>
              </mc:Choice>
              <mc:Fallback>
                <p:oleObj name="Equation" r:id="rId13" imgW="34137600" imgH="158496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" y="3873500"/>
                        <a:ext cx="3155951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9335" y="908720"/>
          <a:ext cx="5741740" cy="459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64617600" imgH="5486400" progId="Equation.DSMT4">
                  <p:embed/>
                </p:oleObj>
              </mc:Choice>
              <mc:Fallback>
                <p:oleObj name="Equation" r:id="rId15" imgW="64617600" imgH="5486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35" y="908720"/>
                        <a:ext cx="5741740" cy="459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8702" y="1556792"/>
          <a:ext cx="3340173" cy="453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7" imgW="42976800" imgH="5486400" progId="Equation.DSMT4">
                  <p:embed/>
                </p:oleObj>
              </mc:Choice>
              <mc:Fallback>
                <p:oleObj name="Equation" r:id="rId17" imgW="429768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02" y="1556792"/>
                        <a:ext cx="3340173" cy="453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58775" y="2780928"/>
          <a:ext cx="33401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9" imgW="1597660" imgH="418465" progId="Equation.DSMT4">
                  <p:embed/>
                </p:oleObj>
              </mc:Choice>
              <mc:Fallback>
                <p:oleObj name="Equation" r:id="rId19" imgW="1597660" imgH="418465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2780928"/>
                        <a:ext cx="33401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66688" y="2198688"/>
          <a:ext cx="32305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1" imgW="34747200" imgH="4876800" progId="Equation.DSMT4">
                  <p:embed/>
                </p:oleObj>
              </mc:Choice>
              <mc:Fallback>
                <p:oleObj name="Equation" r:id="rId21" imgW="34747200" imgH="487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8" y="2198688"/>
                        <a:ext cx="32305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057651" y="1492280"/>
          <a:ext cx="2616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3" imgW="41452800" imgH="5486400" progId="Equation.DSMT4">
                  <p:embed/>
                </p:oleObj>
              </mc:Choice>
              <mc:Fallback>
                <p:oleObj name="Equation" r:id="rId23" imgW="41452800" imgH="5486400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1" y="1492280"/>
                        <a:ext cx="2616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673851" y="1541493"/>
          <a:ext cx="365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5" imgW="5791200" imgH="4267200" progId="Equation.DSMT4">
                  <p:embed/>
                </p:oleObj>
              </mc:Choice>
              <mc:Fallback>
                <p:oleObj name="Equation" r:id="rId25" imgW="5791200" imgH="426720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851" y="1541493"/>
                        <a:ext cx="3651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7224713" y="1333500"/>
          <a:ext cx="1433512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7" imgW="24688800" imgH="10668000" progId="Equation.DSMT4">
                  <p:embed/>
                </p:oleObj>
              </mc:Choice>
              <mc:Fallback>
                <p:oleObj name="Equation" r:id="rId27" imgW="24688800" imgH="106680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713" y="1333500"/>
                        <a:ext cx="1433512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010025" y="1949450"/>
          <a:ext cx="25971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9" imgW="41148000" imgH="5486400" progId="Equation.DSMT4">
                  <p:embed/>
                </p:oleObj>
              </mc:Choice>
              <mc:Fallback>
                <p:oleObj name="Equation" r:id="rId29" imgW="41148000" imgH="54864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5" y="1949450"/>
                        <a:ext cx="259715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569752" y="1981230"/>
          <a:ext cx="365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1" imgW="5791200" imgH="4267200" progId="Equation.DSMT4">
                  <p:embed/>
                </p:oleObj>
              </mc:Choice>
              <mc:Fallback>
                <p:oleObj name="Equation" r:id="rId31" imgW="5791200" imgH="426720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752" y="1981230"/>
                        <a:ext cx="3651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7245350" y="1943100"/>
          <a:ext cx="141605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33" imgW="24384000" imgH="10668000" progId="Equation.DSMT4">
                  <p:embed/>
                </p:oleObj>
              </mc:Choice>
              <mc:Fallback>
                <p:oleObj name="Equation" r:id="rId33" imgW="24384000" imgH="1066800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350" y="1943100"/>
                        <a:ext cx="1416050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6896050" y="2249470"/>
          <a:ext cx="254499" cy="640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35" imgW="1828800" imgH="4267200" progId="Equation.DSMT4">
                  <p:embed/>
                </p:oleObj>
              </mc:Choice>
              <mc:Fallback>
                <p:oleObj name="Equation" r:id="rId35" imgW="1828800" imgH="4267200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050" y="2249470"/>
                        <a:ext cx="254499" cy="640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2"/>
          <p:cNvGraphicFramePr>
            <a:graphicFrameLocks noChangeAspect="1"/>
          </p:cNvGraphicFramePr>
          <p:nvPr/>
        </p:nvGraphicFramePr>
        <p:xfrm>
          <a:off x="4628729" y="2695810"/>
          <a:ext cx="2181646" cy="716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37" imgW="28956000" imgH="10668000" progId="Equation.DSMT4">
                  <p:embed/>
                </p:oleObj>
              </mc:Choice>
              <mc:Fallback>
                <p:oleObj name="Equation" r:id="rId37" imgW="28956000" imgH="106680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8729" y="2695810"/>
                        <a:ext cx="2181646" cy="716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92" grpId="0" animBg="1"/>
      <p:bldP spid="212002" grpId="0" animBg="1"/>
      <p:bldP spid="21200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996" name="Object 4"/>
          <p:cNvGraphicFramePr>
            <a:graphicFrameLocks noChangeAspect="1"/>
          </p:cNvGraphicFramePr>
          <p:nvPr/>
        </p:nvGraphicFramePr>
        <p:xfrm>
          <a:off x="4211960" y="3068960"/>
          <a:ext cx="4155437" cy="395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773555" imgH="132080" progId="Equation.DSMT4">
                  <p:embed/>
                </p:oleObj>
              </mc:Choice>
              <mc:Fallback>
                <p:oleObj name="Equation" r:id="rId1" imgW="1773555" imgH="1320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3068960"/>
                        <a:ext cx="4155437" cy="395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5"/>
          <p:cNvGraphicFramePr>
            <a:graphicFrameLocks noChangeAspect="1"/>
          </p:cNvGraphicFramePr>
          <p:nvPr/>
        </p:nvGraphicFramePr>
        <p:xfrm>
          <a:off x="2159000" y="3645024"/>
          <a:ext cx="1980952" cy="859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815340" imgH="330200" progId="Equation.DSMT4">
                  <p:embed/>
                </p:oleObj>
              </mc:Choice>
              <mc:Fallback>
                <p:oleObj name="Equation" r:id="rId3" imgW="815340" imgH="33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3645024"/>
                        <a:ext cx="1980952" cy="859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8"/>
          <p:cNvGraphicFramePr>
            <a:graphicFrameLocks noChangeAspect="1"/>
          </p:cNvGraphicFramePr>
          <p:nvPr/>
        </p:nvGraphicFramePr>
        <p:xfrm>
          <a:off x="1763688" y="4653136"/>
          <a:ext cx="374491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724025" imgH="380365" progId="Equation.DSMT4">
                  <p:embed/>
                </p:oleObj>
              </mc:Choice>
              <mc:Fallback>
                <p:oleObj name="Equation" r:id="rId5" imgW="1724025" imgH="38036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653136"/>
                        <a:ext cx="374491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13"/>
          <p:cNvSpPr txBox="1">
            <a:spLocks noChangeArrowheads="1"/>
          </p:cNvSpPr>
          <p:nvPr/>
        </p:nvSpPr>
        <p:spPr bwMode="auto">
          <a:xfrm>
            <a:off x="160338" y="871538"/>
            <a:ext cx="86725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Consider the first Taylor polynomial for          expended about   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13007" name="Object 15"/>
          <p:cNvGraphicFramePr>
            <a:graphicFrameLocks noChangeAspect="1"/>
          </p:cNvGraphicFramePr>
          <p:nvPr/>
        </p:nvGraphicFramePr>
        <p:xfrm>
          <a:off x="206375" y="2276475"/>
          <a:ext cx="83899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91440000" imgH="5486400" progId="Equation.DSMT4">
                  <p:embed/>
                </p:oleObj>
              </mc:Choice>
              <mc:Fallback>
                <p:oleObj name="Equation" r:id="rId7" imgW="91440000" imgH="5486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2276475"/>
                        <a:ext cx="83899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2" name="Object 20"/>
          <p:cNvGraphicFramePr>
            <a:graphicFrameLocks noChangeAspect="1"/>
          </p:cNvGraphicFramePr>
          <p:nvPr/>
        </p:nvGraphicFramePr>
        <p:xfrm>
          <a:off x="4355976" y="3861048"/>
          <a:ext cx="11731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638810" imgH="176530" progId="Equation.3">
                  <p:embed/>
                </p:oleObj>
              </mc:Choice>
              <mc:Fallback>
                <p:oleObj name="Equation" r:id="rId9" imgW="638810" imgH="17653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3861048"/>
                        <a:ext cx="11731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3" name="Object 21"/>
          <p:cNvGraphicFramePr>
            <a:graphicFrameLocks noChangeAspect="1"/>
          </p:cNvGraphicFramePr>
          <p:nvPr/>
        </p:nvGraphicFramePr>
        <p:xfrm>
          <a:off x="250824" y="2996952"/>
          <a:ext cx="388912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49377600" imgH="5791200" progId="Equation.DSMT4">
                  <p:embed/>
                </p:oleObj>
              </mc:Choice>
              <mc:Fallback>
                <p:oleObj name="Equation" r:id="rId11" imgW="49377600" imgH="5791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4" y="2996952"/>
                        <a:ext cx="388912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23"/>
          <p:cNvGraphicFramePr>
            <a:graphicFrameLocks noChangeAspect="1"/>
          </p:cNvGraphicFramePr>
          <p:nvPr/>
        </p:nvGraphicFramePr>
        <p:xfrm>
          <a:off x="5456238" y="955675"/>
          <a:ext cx="6286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41630" imgH="165100" progId="Equation.3">
                  <p:embed/>
                </p:oleObj>
              </mc:Choice>
              <mc:Fallback>
                <p:oleObj name="Equation" r:id="rId13" imgW="341630" imgH="1651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238" y="955675"/>
                        <a:ext cx="6286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24"/>
          <p:cNvGraphicFramePr>
            <a:graphicFrameLocks noChangeAspect="1"/>
          </p:cNvGraphicFramePr>
          <p:nvPr/>
        </p:nvGraphicFramePr>
        <p:xfrm>
          <a:off x="8326438" y="990600"/>
          <a:ext cx="236537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99060" imgH="121285" progId="Equation.DSMT4">
                  <p:embed/>
                </p:oleObj>
              </mc:Choice>
              <mc:Fallback>
                <p:oleObj name="Equation" r:id="rId15" imgW="99060" imgH="121285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6438" y="990600"/>
                        <a:ext cx="236537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26"/>
          <p:cNvGraphicFramePr>
            <a:graphicFrameLocks noChangeAspect="1"/>
          </p:cNvGraphicFramePr>
          <p:nvPr/>
        </p:nvGraphicFramePr>
        <p:xfrm>
          <a:off x="1476375" y="1470025"/>
          <a:ext cx="52927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67970400" imgH="9753600" progId="Equation.DSMT4">
                  <p:embed/>
                </p:oleObj>
              </mc:Choice>
              <mc:Fallback>
                <p:oleObj name="Equation" r:id="rId17" imgW="67970400" imgH="9753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470025"/>
                        <a:ext cx="52927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Text Box 32"/>
          <p:cNvSpPr txBox="1">
            <a:spLocks noChangeArrowheads="1"/>
          </p:cNvSpPr>
          <p:nvPr/>
        </p:nvSpPr>
        <p:spPr bwMode="auto">
          <a:xfrm>
            <a:off x="87313" y="188913"/>
            <a:ext cx="87328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Newton’s Method from Taylor polynomial</a:t>
            </a:r>
            <a:endParaRPr lang="en-US" altLang="zh-CN" b="1">
              <a:solidFill>
                <a:srgbClr val="CC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932040" y="3007214"/>
          <a:ext cx="38893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651000" imgH="444500" progId="Equation.DSMT4">
                  <p:embed/>
                </p:oleObj>
              </mc:Choice>
              <mc:Fallback>
                <p:oleObj name="Equation" r:id="rId1" imgW="1651000" imgH="4445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007214"/>
                        <a:ext cx="3889375" cy="962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hlink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对象 3"/>
          <p:cNvGraphicFramePr>
            <a:graphicFrameLocks noChangeAspect="1"/>
          </p:cNvGraphicFramePr>
          <p:nvPr/>
        </p:nvGraphicFramePr>
        <p:xfrm>
          <a:off x="4814039" y="1268760"/>
          <a:ext cx="434022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50901600" imgH="15849600" progId="Equation.DSMT4">
                  <p:embed/>
                </p:oleObj>
              </mc:Choice>
              <mc:Fallback>
                <p:oleObj name="Equation" r:id="rId3" imgW="50901600" imgH="15849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039" y="1268760"/>
                        <a:ext cx="4340225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26750" y="133349"/>
            <a:ext cx="396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2.4 Secant  Method </a:t>
            </a:r>
            <a:endParaRPr lang="en-US" altLang="zh-CN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6574" y="1005894"/>
          <a:ext cx="4232749" cy="1367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45110400" imgH="16764000" progId="Equation.DSMT4">
                  <p:embed/>
                </p:oleObj>
              </mc:Choice>
              <mc:Fallback>
                <p:oleObj name="Equation" r:id="rId5" imgW="45110400" imgH="167640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74" y="1005894"/>
                        <a:ext cx="4232749" cy="136758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3"/>
          <p:cNvGraphicFramePr>
            <a:graphicFrameLocks noChangeAspect="1"/>
          </p:cNvGraphicFramePr>
          <p:nvPr/>
        </p:nvGraphicFramePr>
        <p:xfrm>
          <a:off x="146574" y="2850678"/>
          <a:ext cx="10652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12496800" imgH="5486400" progId="Equation.DSMT4">
                  <p:embed/>
                </p:oleObj>
              </mc:Choice>
              <mc:Fallback>
                <p:oleObj name="Equation" r:id="rId7" imgW="124968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74" y="2850678"/>
                        <a:ext cx="1065213" cy="43656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3"/>
          <p:cNvGraphicFramePr>
            <a:graphicFrameLocks noChangeAspect="1"/>
          </p:cNvGraphicFramePr>
          <p:nvPr/>
        </p:nvGraphicFramePr>
        <p:xfrm>
          <a:off x="1281113" y="3332163"/>
          <a:ext cx="4921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9" imgW="5791200" imgH="5486400" progId="Equation.DSMT4">
                  <p:embed/>
                </p:oleObj>
              </mc:Choice>
              <mc:Fallback>
                <p:oleObj name="Equation" r:id="rId9" imgW="57912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3332163"/>
                        <a:ext cx="492125" cy="43656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3"/>
          <p:cNvGraphicFramePr>
            <a:graphicFrameLocks noChangeAspect="1"/>
          </p:cNvGraphicFramePr>
          <p:nvPr/>
        </p:nvGraphicFramePr>
        <p:xfrm>
          <a:off x="1907704" y="3332163"/>
          <a:ext cx="4921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5791200" imgH="5486400" progId="Equation.DSMT4">
                  <p:embed/>
                </p:oleObj>
              </mc:Choice>
              <mc:Fallback>
                <p:oleObj name="Equation" r:id="rId11" imgW="57912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332163"/>
                        <a:ext cx="492125" cy="43656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3"/>
          <p:cNvGraphicFramePr>
            <a:graphicFrameLocks noChangeAspect="1"/>
          </p:cNvGraphicFramePr>
          <p:nvPr/>
        </p:nvGraphicFramePr>
        <p:xfrm>
          <a:off x="2530639" y="3342173"/>
          <a:ext cx="106203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12496800" imgH="5486400" progId="Equation.DSMT4">
                  <p:embed/>
                </p:oleObj>
              </mc:Choice>
              <mc:Fallback>
                <p:oleObj name="Equation" r:id="rId13" imgW="124968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639" y="3342173"/>
                        <a:ext cx="1062037" cy="43656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ct 43"/>
          <p:cNvGraphicFramePr>
            <a:graphicFrameLocks noChangeAspect="1"/>
          </p:cNvGraphicFramePr>
          <p:nvPr/>
        </p:nvGraphicFramePr>
        <p:xfrm>
          <a:off x="185707" y="4770101"/>
          <a:ext cx="13589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1887200" imgH="5486400" progId="Equation.DSMT4">
                  <p:embed/>
                </p:oleObj>
              </mc:Choice>
              <mc:Fallback>
                <p:oleObj name="Equation" r:id="rId1" imgW="11887200" imgH="54864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07" y="4770101"/>
                        <a:ext cx="1358900" cy="5143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" name="组合 86"/>
          <p:cNvGrpSpPr/>
          <p:nvPr/>
        </p:nvGrpSpPr>
        <p:grpSpPr>
          <a:xfrm>
            <a:off x="4860032" y="1022213"/>
            <a:ext cx="4104456" cy="3196902"/>
            <a:chOff x="4860032" y="1022213"/>
            <a:chExt cx="4104456" cy="3196902"/>
          </a:xfrm>
        </p:grpSpPr>
        <p:cxnSp>
          <p:nvCxnSpPr>
            <p:cNvPr id="37" name="直接箭头连接符 36"/>
            <p:cNvCxnSpPr/>
            <p:nvPr/>
          </p:nvCxnSpPr>
          <p:spPr>
            <a:xfrm>
              <a:off x="4860032" y="3068960"/>
              <a:ext cx="4104456" cy="3993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V="1">
              <a:off x="5035421" y="1022213"/>
              <a:ext cx="0" cy="3196902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 10"/>
            <p:cNvSpPr/>
            <p:nvPr/>
          </p:nvSpPr>
          <p:spPr bwMode="auto">
            <a:xfrm>
              <a:off x="5161321" y="1340768"/>
              <a:ext cx="3011079" cy="2559792"/>
            </a:xfrm>
            <a:custGeom>
              <a:avLst/>
              <a:gdLst>
                <a:gd name="T0" fmla="*/ 0 w 1359"/>
                <a:gd name="T1" fmla="*/ 3313 h 1693"/>
                <a:gd name="T2" fmla="*/ 9182 w 1359"/>
                <a:gd name="T3" fmla="*/ 3326 h 1693"/>
                <a:gd name="T4" fmla="*/ 19548 w 1359"/>
                <a:gd name="T5" fmla="*/ 3202 h 1693"/>
                <a:gd name="T6" fmla="*/ 27584 w 1359"/>
                <a:gd name="T7" fmla="*/ 2845 h 1693"/>
                <a:gd name="T8" fmla="*/ 35064 w 1359"/>
                <a:gd name="T9" fmla="*/ 2170 h 1693"/>
                <a:gd name="T10" fmla="*/ 41388 w 1359"/>
                <a:gd name="T11" fmla="*/ 942 h 1693"/>
                <a:gd name="T12" fmla="*/ 43389 w 1359"/>
                <a:gd name="T13" fmla="*/ 0 h 16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59" h="1693">
                  <a:moveTo>
                    <a:pt x="0" y="1677"/>
                  </a:moveTo>
                  <a:cubicBezTo>
                    <a:pt x="93" y="1685"/>
                    <a:pt x="186" y="1693"/>
                    <a:pt x="288" y="1683"/>
                  </a:cubicBezTo>
                  <a:cubicBezTo>
                    <a:pt x="390" y="1673"/>
                    <a:pt x="516" y="1660"/>
                    <a:pt x="612" y="1620"/>
                  </a:cubicBezTo>
                  <a:cubicBezTo>
                    <a:pt x="708" y="1580"/>
                    <a:pt x="783" y="1527"/>
                    <a:pt x="864" y="1440"/>
                  </a:cubicBezTo>
                  <a:cubicBezTo>
                    <a:pt x="945" y="1353"/>
                    <a:pt x="1026" y="1258"/>
                    <a:pt x="1098" y="1098"/>
                  </a:cubicBezTo>
                  <a:cubicBezTo>
                    <a:pt x="1170" y="938"/>
                    <a:pt x="1253" y="660"/>
                    <a:pt x="1296" y="477"/>
                  </a:cubicBezTo>
                  <a:cubicBezTo>
                    <a:pt x="1339" y="294"/>
                    <a:pt x="1346" y="85"/>
                    <a:pt x="1359" y="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86" name="对象 85"/>
            <p:cNvGraphicFramePr>
              <a:graphicFrameLocks noChangeAspect="1"/>
            </p:cNvGraphicFramePr>
            <p:nvPr/>
          </p:nvGraphicFramePr>
          <p:xfrm>
            <a:off x="8028722" y="1057141"/>
            <a:ext cx="921477" cy="289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14935200" imgH="4876800" progId="Equation.DSMT4">
                    <p:embed/>
                  </p:oleObj>
                </mc:Choice>
                <mc:Fallback>
                  <p:oleObj name="Equation" r:id="rId3" imgW="14935200" imgH="4876800" progId="Equation.DSMT4">
                    <p:embed/>
                    <p:pic>
                      <p:nvPicPr>
                        <p:cNvPr id="0" name="对象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28722" y="1057141"/>
                          <a:ext cx="921477" cy="2898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38"/>
          <p:cNvGraphicFramePr>
            <a:graphicFrameLocks noChangeAspect="1"/>
          </p:cNvGraphicFramePr>
          <p:nvPr/>
        </p:nvGraphicFramePr>
        <p:xfrm>
          <a:off x="46037" y="2058675"/>
          <a:ext cx="3995737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784985" imgH="374650" progId="Equation.DSMT4">
                  <p:embed/>
                </p:oleObj>
              </mc:Choice>
              <mc:Fallback>
                <p:oleObj name="Equation" r:id="rId5" imgW="1784985" imgH="37465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" y="2058675"/>
                        <a:ext cx="3995737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4"/>
          <p:cNvGraphicFramePr>
            <a:graphicFrameLocks noChangeAspect="1"/>
          </p:cNvGraphicFramePr>
          <p:nvPr/>
        </p:nvGraphicFramePr>
        <p:xfrm>
          <a:off x="501402" y="3955970"/>
          <a:ext cx="3638550" cy="18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1707515" imgH="793115" progId="Equation.DSMT4">
                  <p:embed/>
                </p:oleObj>
              </mc:Choice>
              <mc:Fallback>
                <p:oleObj name="Equation" r:id="rId7" imgW="1707515" imgH="79311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02" y="3955970"/>
                        <a:ext cx="3638550" cy="184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3"/>
          <p:cNvGraphicFramePr>
            <a:graphicFrameLocks noChangeAspect="1"/>
          </p:cNvGraphicFramePr>
          <p:nvPr/>
        </p:nvGraphicFramePr>
        <p:xfrm>
          <a:off x="187857" y="3076253"/>
          <a:ext cx="4233351" cy="784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2071370" imgH="385445" progId="Equation.DSMT4">
                  <p:embed/>
                </p:oleObj>
              </mc:Choice>
              <mc:Fallback>
                <p:oleObj name="Equation" r:id="rId9" imgW="2071370" imgH="385445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57" y="3076253"/>
                        <a:ext cx="4233351" cy="784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793484" y="4430681"/>
          <a:ext cx="3882972" cy="164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45110400" imgH="21945600" progId="Equation.DSMT4">
                  <p:embed/>
                </p:oleObj>
              </mc:Choice>
              <mc:Fallback>
                <p:oleObj name="Equation" r:id="rId11" imgW="45110400" imgH="21945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484" y="4430681"/>
                        <a:ext cx="3882972" cy="16433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32"/>
          <p:cNvGrpSpPr/>
          <p:nvPr/>
        </p:nvGrpSpPr>
        <p:grpSpPr bwMode="auto">
          <a:xfrm>
            <a:off x="5410200" y="1484561"/>
            <a:ext cx="2747963" cy="2376487"/>
            <a:chOff x="3408" y="597"/>
            <a:chExt cx="1731" cy="1497"/>
          </a:xfrm>
        </p:grpSpPr>
        <p:sp>
          <p:nvSpPr>
            <p:cNvPr id="47" name="Line 33"/>
            <p:cNvSpPr>
              <a:spLocks noChangeShapeType="1"/>
            </p:cNvSpPr>
            <p:nvPr/>
          </p:nvSpPr>
          <p:spPr bwMode="auto">
            <a:xfrm>
              <a:off x="3408" y="1584"/>
              <a:ext cx="2" cy="510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34"/>
            <p:cNvSpPr>
              <a:spLocks noChangeShapeType="1"/>
            </p:cNvSpPr>
            <p:nvPr/>
          </p:nvSpPr>
          <p:spPr bwMode="auto">
            <a:xfrm flipV="1">
              <a:off x="5136" y="597"/>
              <a:ext cx="3" cy="987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6236577" y="3012281"/>
          <a:ext cx="5429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190500" imgH="215900" progId="Equation.3">
                  <p:embed/>
                </p:oleObj>
              </mc:Choice>
              <mc:Fallback>
                <p:oleObj name="Equation" r:id="rId13" imgW="190500" imgH="2159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6577" y="3012281"/>
                        <a:ext cx="5429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6"/>
          <p:cNvGraphicFramePr>
            <a:graphicFrameLocks noChangeAspect="1"/>
          </p:cNvGraphicFramePr>
          <p:nvPr/>
        </p:nvGraphicFramePr>
        <p:xfrm>
          <a:off x="6808166" y="2954912"/>
          <a:ext cx="5429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5" imgW="190500" imgH="228600" progId="Equation.3">
                  <p:embed/>
                </p:oleObj>
              </mc:Choice>
              <mc:Fallback>
                <p:oleObj name="Equation" r:id="rId15" imgW="19050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166" y="2954912"/>
                        <a:ext cx="5429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Group 29"/>
          <p:cNvGrpSpPr/>
          <p:nvPr/>
        </p:nvGrpSpPr>
        <p:grpSpPr bwMode="auto">
          <a:xfrm>
            <a:off x="7750175" y="2423666"/>
            <a:ext cx="422275" cy="674687"/>
            <a:chOff x="4830" y="1854"/>
            <a:chExt cx="252" cy="393"/>
          </a:xfrm>
        </p:grpSpPr>
        <p:graphicFrame>
          <p:nvGraphicFramePr>
            <p:cNvPr id="56" name="Object 30"/>
            <p:cNvGraphicFramePr>
              <a:graphicFrameLocks noChangeAspect="1"/>
            </p:cNvGraphicFramePr>
            <p:nvPr/>
          </p:nvGraphicFramePr>
          <p:xfrm>
            <a:off x="4830" y="1854"/>
            <a:ext cx="252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Equation" r:id="rId17" imgW="190500" imgH="215900" progId="Equation.3">
                    <p:embed/>
                  </p:oleObj>
                </mc:Choice>
                <mc:Fallback>
                  <p:oleObj name="Equation" r:id="rId17" imgW="190500" imgH="2159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1854"/>
                          <a:ext cx="252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Line 31"/>
            <p:cNvSpPr>
              <a:spLocks noChangeShapeType="1"/>
            </p:cNvSpPr>
            <p:nvPr/>
          </p:nvSpPr>
          <p:spPr bwMode="auto">
            <a:xfrm flipV="1">
              <a:off x="4983" y="2151"/>
              <a:ext cx="3" cy="9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" name="Line 39"/>
          <p:cNvSpPr>
            <a:spLocks noChangeShapeType="1"/>
          </p:cNvSpPr>
          <p:nvPr/>
        </p:nvSpPr>
        <p:spPr bwMode="auto">
          <a:xfrm>
            <a:off x="7524750" y="2999928"/>
            <a:ext cx="0" cy="73025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" name="Object 22"/>
          <p:cNvGraphicFramePr>
            <a:graphicFrameLocks noChangeAspect="1"/>
          </p:cNvGraphicFramePr>
          <p:nvPr/>
        </p:nvGraphicFramePr>
        <p:xfrm>
          <a:off x="5157062" y="2468959"/>
          <a:ext cx="458136" cy="527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9" imgW="4572000" imgH="5486400" progId="Equation.DSMT4">
                  <p:embed/>
                </p:oleObj>
              </mc:Choice>
              <mc:Fallback>
                <p:oleObj name="Equation" r:id="rId19" imgW="4572000" imgH="5486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062" y="2468959"/>
                        <a:ext cx="458136" cy="527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2"/>
          <p:cNvGraphicFramePr>
            <a:graphicFrameLocks noChangeAspect="1"/>
          </p:cNvGraphicFramePr>
          <p:nvPr/>
        </p:nvGraphicFramePr>
        <p:xfrm>
          <a:off x="8150764" y="3102568"/>
          <a:ext cx="423407" cy="52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1" imgW="4267200" imgH="5486400" progId="Equation.DSMT4">
                  <p:embed/>
                </p:oleObj>
              </mc:Choice>
              <mc:Fallback>
                <p:oleObj name="Equation" r:id="rId21" imgW="4267200" imgH="5486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0764" y="3102568"/>
                        <a:ext cx="423407" cy="521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直接连接符 72"/>
          <p:cNvCxnSpPr/>
          <p:nvPr/>
        </p:nvCxnSpPr>
        <p:spPr>
          <a:xfrm flipV="1">
            <a:off x="5410200" y="1484561"/>
            <a:ext cx="2747963" cy="24159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6361181" y="3063013"/>
            <a:ext cx="0" cy="78809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48" idx="1"/>
          </p:cNvCxnSpPr>
          <p:nvPr/>
        </p:nvCxnSpPr>
        <p:spPr>
          <a:xfrm flipH="1">
            <a:off x="6321425" y="1484561"/>
            <a:ext cx="1836738" cy="23764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H="1">
            <a:off x="6321425" y="2780928"/>
            <a:ext cx="2355031" cy="105638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6948264" y="2954912"/>
            <a:ext cx="0" cy="62506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43"/>
          <p:cNvGraphicFramePr>
            <a:graphicFrameLocks noChangeAspect="1"/>
          </p:cNvGraphicFramePr>
          <p:nvPr/>
        </p:nvGraphicFramePr>
        <p:xfrm>
          <a:off x="193432" y="128982"/>
          <a:ext cx="3781909" cy="74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3" imgW="53949600" imgH="10668000" progId="Equation.DSMT4">
                  <p:embed/>
                </p:oleObj>
              </mc:Choice>
              <mc:Fallback>
                <p:oleObj name="Equation" r:id="rId23" imgW="53949600" imgH="106680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32" y="128982"/>
                        <a:ext cx="3781909" cy="74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4139952" y="302135"/>
          <a:ext cx="365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5" imgW="5791200" imgH="4267200" progId="Equation.DSMT4">
                  <p:embed/>
                </p:oleObj>
              </mc:Choice>
              <mc:Fallback>
                <p:oleObj name="Equation" r:id="rId25" imgW="5791200" imgH="426720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02135"/>
                        <a:ext cx="3651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5091978" y="113756"/>
          <a:ext cx="219392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7" imgW="37795200" imgH="11277600" progId="Equation.DSMT4">
                  <p:embed/>
                </p:oleObj>
              </mc:Choice>
              <mc:Fallback>
                <p:oleObj name="Equation" r:id="rId27" imgW="37795200" imgH="112776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978" y="113756"/>
                        <a:ext cx="219392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3"/>
          <p:cNvGraphicFramePr>
            <a:graphicFrameLocks noChangeAspect="1"/>
          </p:cNvGraphicFramePr>
          <p:nvPr/>
        </p:nvGraphicFramePr>
        <p:xfrm>
          <a:off x="131763" y="890588"/>
          <a:ext cx="38242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9" imgW="54559200" imgH="10668000" progId="Equation.DSMT4">
                  <p:embed/>
                </p:oleObj>
              </mc:Choice>
              <mc:Fallback>
                <p:oleObj name="Equation" r:id="rId29" imgW="54559200" imgH="106680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3" y="890588"/>
                        <a:ext cx="382428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098893" y="1064301"/>
          <a:ext cx="365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1" imgW="5791200" imgH="4267200" progId="Equation.DSMT4">
                  <p:embed/>
                </p:oleObj>
              </mc:Choice>
              <mc:Fallback>
                <p:oleObj name="Equation" r:id="rId31" imgW="5791200" imgH="42672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893" y="1064301"/>
                        <a:ext cx="3651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118100" y="904875"/>
          <a:ext cx="2211388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32" imgW="38100000" imgH="11277600" progId="Equation.DSMT4">
                  <p:embed/>
                </p:oleObj>
              </mc:Choice>
              <mc:Fallback>
                <p:oleObj name="Equation" r:id="rId32" imgW="38100000" imgH="11277600" progId="Equation.DSMT4">
                  <p:embed/>
                  <p:pic>
                    <p:nvPicPr>
                      <p:cNvPr id="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100" y="904875"/>
                        <a:ext cx="2211388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9512" y="260648"/>
          <a:ext cx="75961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86258400" imgH="4876800" progId="Equation.DSMT4">
                  <p:embed/>
                </p:oleObj>
              </mc:Choice>
              <mc:Fallback>
                <p:oleObj name="Equation" r:id="rId1" imgW="862584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60648"/>
                        <a:ext cx="7596187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3120" y="802485"/>
          <a:ext cx="4359276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52425600" imgH="4876800" progId="Equation.DSMT4">
                  <p:embed/>
                </p:oleObj>
              </mc:Choice>
              <mc:Fallback>
                <p:oleObj name="Equation" r:id="rId3" imgW="52425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20" y="802485"/>
                        <a:ext cx="4359276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77407" y="1142822"/>
          <a:ext cx="73564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96012000" imgH="11277600" progId="Equation.DSMT4">
                  <p:embed/>
                </p:oleObj>
              </mc:Choice>
              <mc:Fallback>
                <p:oleObj name="Equation" r:id="rId5" imgW="96012000" imgH="112776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07" y="1142822"/>
                        <a:ext cx="73564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82871" y="1969223"/>
          <a:ext cx="45402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7" imgW="2400300" imgH="304800" progId="Equation.DSMT4">
                  <p:embed/>
                </p:oleObj>
              </mc:Choice>
              <mc:Fallback>
                <p:oleObj name="Equation" r:id="rId7" imgW="2400300" imgH="304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71" y="1969223"/>
                        <a:ext cx="454025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96431" y="2741060"/>
          <a:ext cx="72786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9" imgW="92354400" imgH="5486400" progId="Equation.DSMT4">
                  <p:embed/>
                </p:oleObj>
              </mc:Choice>
              <mc:Fallback>
                <p:oleObj name="Equation" r:id="rId9" imgW="92354400" imgH="5486400" progId="Equation.DSMT4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431" y="2741060"/>
                        <a:ext cx="72786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77407" y="3569016"/>
          <a:ext cx="7697711" cy="940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68"/>
                <a:gridCol w="1184347"/>
                <a:gridCol w="1184347"/>
                <a:gridCol w="1171652"/>
                <a:gridCol w="1253694"/>
                <a:gridCol w="1096981"/>
                <a:gridCol w="1115822"/>
              </a:tblGrid>
              <a:tr h="470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70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452622" y="4039068"/>
          <a:ext cx="5822496" cy="470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4347"/>
                <a:gridCol w="1171652"/>
                <a:gridCol w="1253694"/>
                <a:gridCol w="1096981"/>
                <a:gridCol w="1115822"/>
              </a:tblGrid>
              <a:tr h="470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0.785398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0.736384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0.739058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0.730951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0.730951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矩形: 圆角 8"/>
          <p:cNvSpPr/>
          <p:nvPr/>
        </p:nvSpPr>
        <p:spPr>
          <a:xfrm>
            <a:off x="213184" y="1969223"/>
            <a:ext cx="8195304" cy="1179137"/>
          </a:xfrm>
          <a:prstGeom prst="roundRect">
            <a:avLst/>
          </a:prstGeom>
          <a:noFill/>
          <a:ln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147" name="Group 35"/>
          <p:cNvGrpSpPr/>
          <p:nvPr/>
        </p:nvGrpSpPr>
        <p:grpSpPr bwMode="auto">
          <a:xfrm>
            <a:off x="3087831" y="2811092"/>
            <a:ext cx="2484994" cy="2434175"/>
            <a:chOff x="2784" y="816"/>
            <a:chExt cx="1824" cy="1834"/>
          </a:xfrm>
          <a:solidFill>
            <a:schemeClr val="bg1"/>
          </a:solidFill>
        </p:grpSpPr>
        <p:sp>
          <p:nvSpPr>
            <p:cNvPr id="28713" name="Rectangle 36"/>
            <p:cNvSpPr>
              <a:spLocks noChangeArrowheads="1"/>
            </p:cNvSpPr>
            <p:nvPr/>
          </p:nvSpPr>
          <p:spPr bwMode="auto">
            <a:xfrm>
              <a:off x="3176" y="2357"/>
              <a:ext cx="143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4" name="Rectangle 37"/>
            <p:cNvSpPr>
              <a:spLocks noChangeArrowheads="1"/>
            </p:cNvSpPr>
            <p:nvPr/>
          </p:nvSpPr>
          <p:spPr bwMode="auto">
            <a:xfrm>
              <a:off x="2784" y="2357"/>
              <a:ext cx="39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5" name="Rectangle 38"/>
            <p:cNvSpPr>
              <a:spLocks noChangeArrowheads="1"/>
            </p:cNvSpPr>
            <p:nvPr/>
          </p:nvSpPr>
          <p:spPr bwMode="auto">
            <a:xfrm>
              <a:off x="3176" y="2056"/>
              <a:ext cx="143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6" name="Rectangle 39"/>
            <p:cNvSpPr>
              <a:spLocks noChangeArrowheads="1"/>
            </p:cNvSpPr>
            <p:nvPr/>
          </p:nvSpPr>
          <p:spPr bwMode="auto">
            <a:xfrm>
              <a:off x="2784" y="2056"/>
              <a:ext cx="39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7" name="Rectangle 40"/>
            <p:cNvSpPr>
              <a:spLocks noChangeArrowheads="1"/>
            </p:cNvSpPr>
            <p:nvPr/>
          </p:nvSpPr>
          <p:spPr bwMode="auto">
            <a:xfrm>
              <a:off x="3176" y="1745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0.7390851781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8" name="Rectangle 41"/>
            <p:cNvSpPr>
              <a:spLocks noChangeArrowheads="1"/>
            </p:cNvSpPr>
            <p:nvPr/>
          </p:nvSpPr>
          <p:spPr bwMode="auto">
            <a:xfrm>
              <a:off x="2784" y="1745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9" name="Rectangle 42"/>
            <p:cNvSpPr>
              <a:spLocks noChangeArrowheads="1"/>
            </p:cNvSpPr>
            <p:nvPr/>
          </p:nvSpPr>
          <p:spPr bwMode="auto">
            <a:xfrm>
              <a:off x="3176" y="1453"/>
              <a:ext cx="143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0.7395361337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0" name="Rectangle 43"/>
            <p:cNvSpPr>
              <a:spLocks noChangeArrowheads="1"/>
            </p:cNvSpPr>
            <p:nvPr/>
          </p:nvSpPr>
          <p:spPr bwMode="auto">
            <a:xfrm>
              <a:off x="2784" y="1453"/>
              <a:ext cx="39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1" name="Rectangle 44"/>
            <p:cNvSpPr>
              <a:spLocks noChangeArrowheads="1"/>
            </p:cNvSpPr>
            <p:nvPr/>
          </p:nvSpPr>
          <p:spPr bwMode="auto">
            <a:xfrm>
              <a:off x="3176" y="1142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2" name="Rectangle 45"/>
            <p:cNvSpPr>
              <a:spLocks noChangeArrowheads="1"/>
            </p:cNvSpPr>
            <p:nvPr/>
          </p:nvSpPr>
          <p:spPr bwMode="auto">
            <a:xfrm>
              <a:off x="2784" y="1142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3" name="Rectangle 46"/>
            <p:cNvSpPr>
              <a:spLocks noChangeArrowheads="1"/>
            </p:cNvSpPr>
            <p:nvPr/>
          </p:nvSpPr>
          <p:spPr bwMode="auto">
            <a:xfrm>
              <a:off x="3176" y="816"/>
              <a:ext cx="143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4" name="Rectangle 47"/>
            <p:cNvSpPr>
              <a:spLocks noChangeArrowheads="1"/>
            </p:cNvSpPr>
            <p:nvPr/>
          </p:nvSpPr>
          <p:spPr bwMode="auto">
            <a:xfrm>
              <a:off x="2784" y="816"/>
              <a:ext cx="39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Line 48"/>
            <p:cNvSpPr>
              <a:spLocks noChangeShapeType="1"/>
            </p:cNvSpPr>
            <p:nvPr/>
          </p:nvSpPr>
          <p:spPr bwMode="auto">
            <a:xfrm>
              <a:off x="2784" y="816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6" name="Line 49"/>
            <p:cNvSpPr>
              <a:spLocks noChangeShapeType="1"/>
            </p:cNvSpPr>
            <p:nvPr/>
          </p:nvSpPr>
          <p:spPr bwMode="auto">
            <a:xfrm>
              <a:off x="2784" y="1142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7" name="Line 50"/>
            <p:cNvSpPr>
              <a:spLocks noChangeShapeType="1"/>
            </p:cNvSpPr>
            <p:nvPr/>
          </p:nvSpPr>
          <p:spPr bwMode="auto">
            <a:xfrm>
              <a:off x="2784" y="1453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8" name="Line 51"/>
            <p:cNvSpPr>
              <a:spLocks noChangeShapeType="1"/>
            </p:cNvSpPr>
            <p:nvPr/>
          </p:nvSpPr>
          <p:spPr bwMode="auto">
            <a:xfrm>
              <a:off x="2784" y="1745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9" name="Line 52"/>
            <p:cNvSpPr>
              <a:spLocks noChangeShapeType="1"/>
            </p:cNvSpPr>
            <p:nvPr/>
          </p:nvSpPr>
          <p:spPr bwMode="auto">
            <a:xfrm>
              <a:off x="2784" y="2056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0" name="Line 53"/>
            <p:cNvSpPr>
              <a:spLocks noChangeShapeType="1"/>
            </p:cNvSpPr>
            <p:nvPr/>
          </p:nvSpPr>
          <p:spPr bwMode="auto">
            <a:xfrm>
              <a:off x="2784" y="2357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1" name="Line 54"/>
            <p:cNvSpPr>
              <a:spLocks noChangeShapeType="1"/>
            </p:cNvSpPr>
            <p:nvPr/>
          </p:nvSpPr>
          <p:spPr bwMode="auto">
            <a:xfrm>
              <a:off x="2784" y="2650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2" name="Line 55"/>
            <p:cNvSpPr>
              <a:spLocks noChangeShapeType="1"/>
            </p:cNvSpPr>
            <p:nvPr/>
          </p:nvSpPr>
          <p:spPr bwMode="auto">
            <a:xfrm>
              <a:off x="2784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3" name="Line 56"/>
            <p:cNvSpPr>
              <a:spLocks noChangeShapeType="1"/>
            </p:cNvSpPr>
            <p:nvPr/>
          </p:nvSpPr>
          <p:spPr bwMode="auto">
            <a:xfrm>
              <a:off x="3176" y="816"/>
              <a:ext cx="0" cy="183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4" name="Line 57"/>
            <p:cNvSpPr>
              <a:spLocks noChangeShapeType="1"/>
            </p:cNvSpPr>
            <p:nvPr/>
          </p:nvSpPr>
          <p:spPr bwMode="auto">
            <a:xfrm>
              <a:off x="4608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735" name="Object 58"/>
            <p:cNvGraphicFramePr>
              <a:graphicFrameLocks noChangeAspect="1"/>
            </p:cNvGraphicFramePr>
            <p:nvPr/>
          </p:nvGraphicFramePr>
          <p:xfrm>
            <a:off x="3332" y="826"/>
            <a:ext cx="78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Equation" r:id="rId1" imgW="431800" imgH="228600" progId="Equation.DSMT4">
                    <p:embed/>
                  </p:oleObj>
                </mc:Choice>
                <mc:Fallback>
                  <p:oleObj name="Equation" r:id="rId1" imgW="431800" imgH="2286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2" y="826"/>
                          <a:ext cx="78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8171" name="Group 59"/>
          <p:cNvGrpSpPr/>
          <p:nvPr/>
        </p:nvGrpSpPr>
        <p:grpSpPr bwMode="auto">
          <a:xfrm>
            <a:off x="347168" y="2678591"/>
            <a:ext cx="2576253" cy="3251671"/>
            <a:chOff x="0" y="1680"/>
            <a:chExt cx="2112" cy="2640"/>
          </a:xfrm>
          <a:noFill/>
        </p:grpSpPr>
        <p:sp>
          <p:nvSpPr>
            <p:cNvPr id="28681" name="Rectangle 60"/>
            <p:cNvSpPr>
              <a:spLocks noChangeArrowheads="1"/>
            </p:cNvSpPr>
            <p:nvPr/>
          </p:nvSpPr>
          <p:spPr bwMode="auto">
            <a:xfrm>
              <a:off x="528" y="4033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0.7361282565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Rectangle 61"/>
            <p:cNvSpPr>
              <a:spLocks noChangeArrowheads="1"/>
            </p:cNvSpPr>
            <p:nvPr/>
          </p:nvSpPr>
          <p:spPr bwMode="auto">
            <a:xfrm>
              <a:off x="0" y="4033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Rectangle 62"/>
            <p:cNvSpPr>
              <a:spLocks noChangeArrowheads="1"/>
            </p:cNvSpPr>
            <p:nvPr/>
          </p:nvSpPr>
          <p:spPr bwMode="auto">
            <a:xfrm>
              <a:off x="528" y="3746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0.7434642113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4" name="Rectangle 63"/>
            <p:cNvSpPr>
              <a:spLocks noChangeArrowheads="1"/>
            </p:cNvSpPr>
            <p:nvPr/>
          </p:nvSpPr>
          <p:spPr bwMode="auto">
            <a:xfrm>
              <a:off x="0" y="3746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5" name="Rectangle 64"/>
            <p:cNvSpPr>
              <a:spLocks noChangeArrowheads="1"/>
            </p:cNvSpPr>
            <p:nvPr/>
          </p:nvSpPr>
          <p:spPr bwMode="auto">
            <a:xfrm>
              <a:off x="528" y="3459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0.7345608446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Rectangle 65"/>
            <p:cNvSpPr>
              <a:spLocks noChangeArrowheads="1"/>
            </p:cNvSpPr>
            <p:nvPr/>
          </p:nvSpPr>
          <p:spPr bwMode="auto">
            <a:xfrm>
              <a:off x="0" y="3459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Rectangle 66"/>
            <p:cNvSpPr>
              <a:spLocks noChangeArrowheads="1"/>
            </p:cNvSpPr>
            <p:nvPr/>
          </p:nvSpPr>
          <p:spPr bwMode="auto">
            <a:xfrm>
              <a:off x="528" y="3172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0.7487198858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8" name="Rectangle 67"/>
            <p:cNvSpPr>
              <a:spLocks noChangeArrowheads="1"/>
            </p:cNvSpPr>
            <p:nvPr/>
          </p:nvSpPr>
          <p:spPr bwMode="auto">
            <a:xfrm>
              <a:off x="0" y="3172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9" name="Rectangle 68"/>
            <p:cNvSpPr>
              <a:spLocks noChangeArrowheads="1"/>
            </p:cNvSpPr>
            <p:nvPr/>
          </p:nvSpPr>
          <p:spPr bwMode="auto">
            <a:xfrm>
              <a:off x="528" y="2885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0.7246674808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Rectangle 69"/>
            <p:cNvSpPr>
              <a:spLocks noChangeArrowheads="1"/>
            </p:cNvSpPr>
            <p:nvPr/>
          </p:nvSpPr>
          <p:spPr bwMode="auto">
            <a:xfrm>
              <a:off x="0" y="2885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1" name="Rectangle 70"/>
            <p:cNvSpPr>
              <a:spLocks noChangeArrowheads="1"/>
            </p:cNvSpPr>
            <p:nvPr/>
          </p:nvSpPr>
          <p:spPr bwMode="auto">
            <a:xfrm>
              <a:off x="528" y="2598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0.7602445972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2" name="Rectangle 71"/>
            <p:cNvSpPr>
              <a:spLocks noChangeArrowheads="1"/>
            </p:cNvSpPr>
            <p:nvPr/>
          </p:nvSpPr>
          <p:spPr bwMode="auto">
            <a:xfrm>
              <a:off x="0" y="2598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Rectangle 72"/>
            <p:cNvSpPr>
              <a:spLocks noChangeArrowheads="1"/>
            </p:cNvSpPr>
            <p:nvPr/>
          </p:nvSpPr>
          <p:spPr bwMode="auto">
            <a:xfrm>
              <a:off x="528" y="2311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0.7071067810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Rectangle 73"/>
            <p:cNvSpPr>
              <a:spLocks noChangeArrowheads="1"/>
            </p:cNvSpPr>
            <p:nvPr/>
          </p:nvSpPr>
          <p:spPr bwMode="auto">
            <a:xfrm>
              <a:off x="0" y="2311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Rectangle 74"/>
            <p:cNvSpPr>
              <a:spLocks noChangeArrowheads="1"/>
            </p:cNvSpPr>
            <p:nvPr/>
          </p:nvSpPr>
          <p:spPr bwMode="auto">
            <a:xfrm>
              <a:off x="528" y="2024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Rectangle 75"/>
            <p:cNvSpPr>
              <a:spLocks noChangeArrowheads="1"/>
            </p:cNvSpPr>
            <p:nvPr/>
          </p:nvSpPr>
          <p:spPr bwMode="auto">
            <a:xfrm>
              <a:off x="0" y="2024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Rectangle 76"/>
            <p:cNvSpPr>
              <a:spLocks noChangeArrowheads="1"/>
            </p:cNvSpPr>
            <p:nvPr/>
          </p:nvSpPr>
          <p:spPr bwMode="auto">
            <a:xfrm>
              <a:off x="528" y="1698"/>
              <a:ext cx="1584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Rectangle 77"/>
            <p:cNvSpPr>
              <a:spLocks noChangeArrowheads="1"/>
            </p:cNvSpPr>
            <p:nvPr/>
          </p:nvSpPr>
          <p:spPr bwMode="auto">
            <a:xfrm>
              <a:off x="0" y="1698"/>
              <a:ext cx="528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Line 78"/>
            <p:cNvSpPr>
              <a:spLocks noChangeShapeType="1"/>
            </p:cNvSpPr>
            <p:nvPr/>
          </p:nvSpPr>
          <p:spPr bwMode="auto">
            <a:xfrm>
              <a:off x="0" y="1698"/>
              <a:ext cx="2112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0" name="Line 79"/>
            <p:cNvSpPr>
              <a:spLocks noChangeShapeType="1"/>
            </p:cNvSpPr>
            <p:nvPr/>
          </p:nvSpPr>
          <p:spPr bwMode="auto">
            <a:xfrm>
              <a:off x="0" y="2024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1" name="Line 80"/>
            <p:cNvSpPr>
              <a:spLocks noChangeShapeType="1"/>
            </p:cNvSpPr>
            <p:nvPr/>
          </p:nvSpPr>
          <p:spPr bwMode="auto">
            <a:xfrm>
              <a:off x="0" y="2311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2" name="Line 81"/>
            <p:cNvSpPr>
              <a:spLocks noChangeShapeType="1"/>
            </p:cNvSpPr>
            <p:nvPr/>
          </p:nvSpPr>
          <p:spPr bwMode="auto">
            <a:xfrm>
              <a:off x="0" y="2598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3" name="Line 82"/>
            <p:cNvSpPr>
              <a:spLocks noChangeShapeType="1"/>
            </p:cNvSpPr>
            <p:nvPr/>
          </p:nvSpPr>
          <p:spPr bwMode="auto">
            <a:xfrm>
              <a:off x="0" y="2885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4" name="Line 83"/>
            <p:cNvSpPr>
              <a:spLocks noChangeShapeType="1"/>
            </p:cNvSpPr>
            <p:nvPr/>
          </p:nvSpPr>
          <p:spPr bwMode="auto">
            <a:xfrm>
              <a:off x="0" y="3172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5" name="Line 84"/>
            <p:cNvSpPr>
              <a:spLocks noChangeShapeType="1"/>
            </p:cNvSpPr>
            <p:nvPr/>
          </p:nvSpPr>
          <p:spPr bwMode="auto">
            <a:xfrm>
              <a:off x="0" y="3459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6" name="Line 85"/>
            <p:cNvSpPr>
              <a:spLocks noChangeShapeType="1"/>
            </p:cNvSpPr>
            <p:nvPr/>
          </p:nvSpPr>
          <p:spPr bwMode="auto">
            <a:xfrm>
              <a:off x="0" y="3746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7" name="Line 86"/>
            <p:cNvSpPr>
              <a:spLocks noChangeShapeType="1"/>
            </p:cNvSpPr>
            <p:nvPr/>
          </p:nvSpPr>
          <p:spPr bwMode="auto">
            <a:xfrm>
              <a:off x="0" y="4033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8" name="Line 87"/>
            <p:cNvSpPr>
              <a:spLocks noChangeShapeType="1"/>
            </p:cNvSpPr>
            <p:nvPr/>
          </p:nvSpPr>
          <p:spPr bwMode="auto">
            <a:xfrm>
              <a:off x="0" y="4320"/>
              <a:ext cx="2112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9" name="Line 88"/>
            <p:cNvSpPr>
              <a:spLocks noChangeShapeType="1"/>
            </p:cNvSpPr>
            <p:nvPr/>
          </p:nvSpPr>
          <p:spPr bwMode="auto">
            <a:xfrm>
              <a:off x="0" y="1698"/>
              <a:ext cx="0" cy="2622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10" name="Line 89"/>
            <p:cNvSpPr>
              <a:spLocks noChangeShapeType="1"/>
            </p:cNvSpPr>
            <p:nvPr/>
          </p:nvSpPr>
          <p:spPr bwMode="auto">
            <a:xfrm>
              <a:off x="528" y="1698"/>
              <a:ext cx="0" cy="262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11" name="Line 90"/>
            <p:cNvSpPr>
              <a:spLocks noChangeShapeType="1"/>
            </p:cNvSpPr>
            <p:nvPr/>
          </p:nvSpPr>
          <p:spPr bwMode="auto">
            <a:xfrm>
              <a:off x="2112" y="1698"/>
              <a:ext cx="0" cy="2622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712" name="Object 91"/>
            <p:cNvGraphicFramePr>
              <a:graphicFrameLocks noChangeAspect="1"/>
            </p:cNvGraphicFramePr>
            <p:nvPr/>
          </p:nvGraphicFramePr>
          <p:xfrm>
            <a:off x="775" y="1680"/>
            <a:ext cx="72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393700" imgH="228600" progId="Equation.DSMT4">
                    <p:embed/>
                  </p:oleObj>
                </mc:Choice>
                <mc:Fallback>
                  <p:oleObj name="Equation" r:id="rId3" imgW="393700" imgH="228600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1680"/>
                          <a:ext cx="72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77" name="对象 1"/>
          <p:cNvGraphicFramePr>
            <a:graphicFrameLocks noChangeAspect="1"/>
          </p:cNvGraphicFramePr>
          <p:nvPr/>
        </p:nvGraphicFramePr>
        <p:xfrm>
          <a:off x="171040" y="155464"/>
          <a:ext cx="7634287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97231200" imgH="15849600" progId="Equation.DSMT4">
                  <p:embed/>
                </p:oleObj>
              </mc:Choice>
              <mc:Fallback>
                <p:oleObj name="Equation" r:id="rId5" imgW="97231200" imgH="15849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40" y="155464"/>
                        <a:ext cx="7634287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47220" y="1869206"/>
          <a:ext cx="19383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25298400" imgH="9753600" progId="Equation.DSMT4">
                  <p:embed/>
                </p:oleObj>
              </mc:Choice>
              <mc:Fallback>
                <p:oleObj name="Equation" r:id="rId7" imgW="25298400" imgH="975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7220" y="1869206"/>
                        <a:ext cx="193833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45710" y="1230379"/>
          <a:ext cx="2711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37490400" imgH="9753600" progId="Equation.DSMT4">
                  <p:embed/>
                </p:oleObj>
              </mc:Choice>
              <mc:Fallback>
                <p:oleObj name="Equation" r:id="rId9" imgW="37490400" imgH="9753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10" y="1230379"/>
                        <a:ext cx="2711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499992" y="1168565"/>
          <a:ext cx="39798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55168800" imgH="10668000" progId="Equation.DSMT4">
                  <p:embed/>
                </p:oleObj>
              </mc:Choice>
              <mc:Fallback>
                <p:oleObj name="Equation" r:id="rId11" imgW="55168800" imgH="10668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1168565"/>
                        <a:ext cx="39798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/>
          <p:cNvGraphicFramePr>
            <a:graphicFrameLocks noChangeAspect="1"/>
          </p:cNvGraphicFramePr>
          <p:nvPr/>
        </p:nvGraphicFramePr>
        <p:xfrm>
          <a:off x="160414" y="1816199"/>
          <a:ext cx="57467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3" imgW="74980800" imgH="11277600" progId="Equation.DSMT4">
                  <p:embed/>
                </p:oleObj>
              </mc:Choice>
              <mc:Fallback>
                <p:oleObj name="Equation" r:id="rId13" imgW="74980800" imgH="11277600" progId="Equation.DSMT4">
                  <p:embed/>
                  <p:pic>
                    <p:nvPicPr>
                      <p:cNvPr id="0" name="对象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14" y="1816199"/>
                        <a:ext cx="57467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8116" name="Group 4"/>
          <p:cNvGrpSpPr/>
          <p:nvPr/>
        </p:nvGrpSpPr>
        <p:grpSpPr bwMode="auto">
          <a:xfrm>
            <a:off x="5873892" y="2774746"/>
            <a:ext cx="2484994" cy="2942934"/>
            <a:chOff x="9" y="2160"/>
            <a:chExt cx="1881" cy="2178"/>
          </a:xfrm>
          <a:solidFill>
            <a:schemeClr val="bg1"/>
          </a:solidFill>
        </p:grpSpPr>
        <p:sp>
          <p:nvSpPr>
            <p:cNvPr id="28736" name="Rectangle 5"/>
            <p:cNvSpPr>
              <a:spLocks noChangeArrowheads="1"/>
            </p:cNvSpPr>
            <p:nvPr/>
          </p:nvSpPr>
          <p:spPr bwMode="auto">
            <a:xfrm>
              <a:off x="402" y="3753"/>
              <a:ext cx="1488" cy="2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  0.7390851493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8737" name="Group 6"/>
            <p:cNvGrpSpPr/>
            <p:nvPr/>
          </p:nvGrpSpPr>
          <p:grpSpPr bwMode="auto">
            <a:xfrm>
              <a:off x="9" y="2160"/>
              <a:ext cx="1872" cy="2178"/>
              <a:chOff x="18" y="2208"/>
              <a:chExt cx="1872" cy="2112"/>
            </a:xfrm>
            <a:grpFill/>
          </p:grpSpPr>
          <p:sp>
            <p:nvSpPr>
              <p:cNvPr id="28738" name="Rectangle 7"/>
              <p:cNvSpPr>
                <a:spLocks noChangeArrowheads="1"/>
              </p:cNvSpPr>
              <p:nvPr/>
            </p:nvSpPr>
            <p:spPr bwMode="auto">
              <a:xfrm>
                <a:off x="402" y="4032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0.7390851332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39" name="Rectangle 8"/>
              <p:cNvSpPr>
                <a:spLocks noChangeArrowheads="1"/>
              </p:cNvSpPr>
              <p:nvPr/>
            </p:nvSpPr>
            <p:spPr bwMode="auto">
              <a:xfrm>
                <a:off x="18" y="4032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0" name="Rectangle 9"/>
              <p:cNvSpPr>
                <a:spLocks noChangeArrowheads="1"/>
              </p:cNvSpPr>
              <p:nvPr/>
            </p:nvSpPr>
            <p:spPr bwMode="auto">
              <a:xfrm>
                <a:off x="18" y="3744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1" name="Rectangle 10"/>
              <p:cNvSpPr>
                <a:spLocks noChangeArrowheads="1"/>
              </p:cNvSpPr>
              <p:nvPr/>
            </p:nvSpPr>
            <p:spPr bwMode="auto">
              <a:xfrm>
                <a:off x="402" y="3456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 0.7390581392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2" name="Rectangle 11"/>
              <p:cNvSpPr>
                <a:spLocks noChangeArrowheads="1"/>
              </p:cNvSpPr>
              <p:nvPr/>
            </p:nvSpPr>
            <p:spPr bwMode="auto">
              <a:xfrm>
                <a:off x="18" y="3456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3" name="Rectangle 12"/>
              <p:cNvSpPr>
                <a:spLocks noChangeArrowheads="1"/>
              </p:cNvSpPr>
              <p:nvPr/>
            </p:nvSpPr>
            <p:spPr bwMode="auto">
              <a:xfrm>
                <a:off x="402" y="3120"/>
                <a:ext cx="1488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0.7363841388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4" name="Rectangle 13"/>
              <p:cNvSpPr>
                <a:spLocks noChangeArrowheads="1"/>
              </p:cNvSpPr>
              <p:nvPr/>
            </p:nvSpPr>
            <p:spPr bwMode="auto">
              <a:xfrm>
                <a:off x="18" y="3120"/>
                <a:ext cx="384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5" name="Rectangle 14"/>
              <p:cNvSpPr>
                <a:spLocks noChangeArrowheads="1"/>
              </p:cNvSpPr>
              <p:nvPr/>
            </p:nvSpPr>
            <p:spPr bwMode="auto">
              <a:xfrm>
                <a:off x="402" y="2832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0.7853981635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6" name="Rectangle 15"/>
              <p:cNvSpPr>
                <a:spLocks noChangeArrowheads="1"/>
              </p:cNvSpPr>
              <p:nvPr/>
            </p:nvSpPr>
            <p:spPr bwMode="auto">
              <a:xfrm>
                <a:off x="18" y="2832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7" name="Rectangle 16"/>
              <p:cNvSpPr>
                <a:spLocks noChangeArrowheads="1"/>
              </p:cNvSpPr>
              <p:nvPr/>
            </p:nvSpPr>
            <p:spPr bwMode="auto">
              <a:xfrm>
                <a:off x="402" y="2544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  0.5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8" name="Rectangle 17"/>
              <p:cNvSpPr>
                <a:spLocks noChangeArrowheads="1"/>
              </p:cNvSpPr>
              <p:nvPr/>
            </p:nvSpPr>
            <p:spPr bwMode="auto">
              <a:xfrm>
                <a:off x="18" y="2544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9" name="Rectangle 18"/>
              <p:cNvSpPr>
                <a:spLocks noChangeArrowheads="1"/>
              </p:cNvSpPr>
              <p:nvPr/>
            </p:nvSpPr>
            <p:spPr bwMode="auto">
              <a:xfrm>
                <a:off x="402" y="2208"/>
                <a:ext cx="1488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endParaRPr lang="zh-CN" altLang="zh-CN" sz="18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50" name="Rectangle 19"/>
              <p:cNvSpPr>
                <a:spLocks noChangeArrowheads="1"/>
              </p:cNvSpPr>
              <p:nvPr/>
            </p:nvSpPr>
            <p:spPr bwMode="auto">
              <a:xfrm>
                <a:off x="18" y="2208"/>
                <a:ext cx="384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n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51" name="Line 20"/>
              <p:cNvSpPr>
                <a:spLocks noChangeShapeType="1"/>
              </p:cNvSpPr>
              <p:nvPr/>
            </p:nvSpPr>
            <p:spPr bwMode="auto">
              <a:xfrm>
                <a:off x="18" y="2208"/>
                <a:ext cx="1872" cy="0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2" name="Line 21"/>
              <p:cNvSpPr>
                <a:spLocks noChangeShapeType="1"/>
              </p:cNvSpPr>
              <p:nvPr/>
            </p:nvSpPr>
            <p:spPr bwMode="auto">
              <a:xfrm>
                <a:off x="18" y="2544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3" name="Line 22"/>
              <p:cNvSpPr>
                <a:spLocks noChangeShapeType="1"/>
              </p:cNvSpPr>
              <p:nvPr/>
            </p:nvSpPr>
            <p:spPr bwMode="auto">
              <a:xfrm>
                <a:off x="18" y="2832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4" name="Line 23"/>
              <p:cNvSpPr>
                <a:spLocks noChangeShapeType="1"/>
              </p:cNvSpPr>
              <p:nvPr/>
            </p:nvSpPr>
            <p:spPr bwMode="auto">
              <a:xfrm>
                <a:off x="18" y="3120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5" name="Line 24"/>
              <p:cNvSpPr>
                <a:spLocks noChangeShapeType="1"/>
              </p:cNvSpPr>
              <p:nvPr/>
            </p:nvSpPr>
            <p:spPr bwMode="auto">
              <a:xfrm>
                <a:off x="18" y="3456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6" name="Line 25"/>
              <p:cNvSpPr>
                <a:spLocks noChangeShapeType="1"/>
              </p:cNvSpPr>
              <p:nvPr/>
            </p:nvSpPr>
            <p:spPr bwMode="auto">
              <a:xfrm>
                <a:off x="18" y="3744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7" name="Line 26"/>
              <p:cNvSpPr>
                <a:spLocks noChangeShapeType="1"/>
              </p:cNvSpPr>
              <p:nvPr/>
            </p:nvSpPr>
            <p:spPr bwMode="auto">
              <a:xfrm>
                <a:off x="18" y="4032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8" name="Line 27"/>
              <p:cNvSpPr>
                <a:spLocks noChangeShapeType="1"/>
              </p:cNvSpPr>
              <p:nvPr/>
            </p:nvSpPr>
            <p:spPr bwMode="auto">
              <a:xfrm>
                <a:off x="18" y="4320"/>
                <a:ext cx="1872" cy="0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9" name="Line 28"/>
              <p:cNvSpPr>
                <a:spLocks noChangeShapeType="1"/>
              </p:cNvSpPr>
              <p:nvPr/>
            </p:nvSpPr>
            <p:spPr bwMode="auto">
              <a:xfrm>
                <a:off x="18" y="2208"/>
                <a:ext cx="0" cy="2112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60" name="Line 29"/>
              <p:cNvSpPr>
                <a:spLocks noChangeShapeType="1"/>
              </p:cNvSpPr>
              <p:nvPr/>
            </p:nvSpPr>
            <p:spPr bwMode="auto">
              <a:xfrm>
                <a:off x="402" y="2208"/>
                <a:ext cx="0" cy="211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61" name="Line 30"/>
              <p:cNvSpPr>
                <a:spLocks noChangeShapeType="1"/>
              </p:cNvSpPr>
              <p:nvPr/>
            </p:nvSpPr>
            <p:spPr bwMode="auto">
              <a:xfrm>
                <a:off x="1890" y="2208"/>
                <a:ext cx="0" cy="2112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graphicFrame>
            <p:nvGraphicFramePr>
              <p:cNvPr id="28762" name="Object 31"/>
              <p:cNvGraphicFramePr>
                <a:graphicFrameLocks noChangeAspect="1"/>
              </p:cNvGraphicFramePr>
              <p:nvPr/>
            </p:nvGraphicFramePr>
            <p:xfrm>
              <a:off x="579" y="2226"/>
              <a:ext cx="858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" name="Equation" r:id="rId15" imgW="469900" imgH="228600" progId="Equation.DSMT4">
                      <p:embed/>
                    </p:oleObj>
                  </mc:Choice>
                  <mc:Fallback>
                    <p:oleObj name="Equation" r:id="rId15" imgW="469900" imgH="22860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" y="2226"/>
                            <a:ext cx="858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" name="矩形 11"/>
          <p:cNvSpPr/>
          <p:nvPr/>
        </p:nvSpPr>
        <p:spPr>
          <a:xfrm>
            <a:off x="333740" y="5957502"/>
            <a:ext cx="2589681" cy="64633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   ⁞                  ⁞</a:t>
            </a:r>
            <a:endParaRPr lang="en-US" altLang="zh-C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  20       </a:t>
            </a:r>
            <a:r>
              <a:rPr lang="zh-CN" altLang="en-US" b="1" dirty="0">
                <a:latin typeface="Times New Roman" panose="02020603050405020304" charset="0"/>
                <a:cs typeface="Times New Roman" panose="02020603050405020304" charset="0"/>
              </a:rPr>
              <a:t>0.7391025006</a:t>
            </a:r>
            <a:endParaRPr lang="zh-CN" alt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5"/>
          <p:cNvSpPr txBox="1">
            <a:spLocks noChangeArrowheads="1"/>
          </p:cNvSpPr>
          <p:nvPr/>
        </p:nvSpPr>
        <p:spPr bwMode="auto">
          <a:xfrm>
            <a:off x="179388" y="116632"/>
            <a:ext cx="5976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2.5  Rate of Convergence</a:t>
            </a:r>
            <a:endParaRPr lang="en-US" altLang="zh-CN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7651" name="Object 9"/>
          <p:cNvGraphicFramePr>
            <a:graphicFrameLocks noChangeAspect="1"/>
          </p:cNvGraphicFramePr>
          <p:nvPr/>
        </p:nvGraphicFramePr>
        <p:xfrm>
          <a:off x="153048" y="637887"/>
          <a:ext cx="47863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56692800" imgH="6705600" progId="Equation.DSMT4">
                  <p:embed/>
                </p:oleObj>
              </mc:Choice>
              <mc:Fallback>
                <p:oleObj name="Equation" r:id="rId1" imgW="56692800" imgH="67056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48" y="637887"/>
                        <a:ext cx="478631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16"/>
          <p:cNvGraphicFramePr>
            <a:graphicFrameLocks noChangeAspect="1"/>
          </p:cNvGraphicFramePr>
          <p:nvPr/>
        </p:nvGraphicFramePr>
        <p:xfrm>
          <a:off x="299022" y="2173639"/>
          <a:ext cx="35083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841500" imgH="508000" progId="Equation.DSMT4">
                  <p:embed/>
                </p:oleObj>
              </mc:Choice>
              <mc:Fallback>
                <p:oleObj name="Equation" r:id="rId3" imgW="1841500" imgH="508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22" y="2173639"/>
                        <a:ext cx="3508375" cy="10080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66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19"/>
          <p:cNvGraphicFramePr>
            <a:graphicFrameLocks noChangeAspect="1"/>
          </p:cNvGraphicFramePr>
          <p:nvPr/>
        </p:nvGraphicFramePr>
        <p:xfrm>
          <a:off x="155320" y="1527398"/>
          <a:ext cx="59801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908300" imgH="254000" progId="Equation.DSMT4">
                  <p:embed/>
                </p:oleObj>
              </mc:Choice>
              <mc:Fallback>
                <p:oleObj name="Equation" r:id="rId5" imgW="2908300" imgH="254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320" y="1527398"/>
                        <a:ext cx="59801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20"/>
          <p:cNvGraphicFramePr>
            <a:graphicFrameLocks noChangeAspect="1"/>
          </p:cNvGraphicFramePr>
          <p:nvPr/>
        </p:nvGraphicFramePr>
        <p:xfrm>
          <a:off x="3905250" y="2535587"/>
          <a:ext cx="1568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812165" imgH="203200" progId="Equation.DSMT4">
                  <p:embed/>
                </p:oleObj>
              </mc:Choice>
              <mc:Fallback>
                <p:oleObj name="Equation" r:id="rId7" imgW="812165" imgH="20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2535587"/>
                        <a:ext cx="15684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60" name="Object 36"/>
          <p:cNvGraphicFramePr>
            <a:graphicFrameLocks noChangeAspect="1"/>
          </p:cNvGraphicFramePr>
          <p:nvPr/>
        </p:nvGraphicFramePr>
        <p:xfrm>
          <a:off x="129734" y="3636487"/>
          <a:ext cx="2559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396365" imgH="203200" progId="Equation.DSMT4">
                  <p:embed/>
                </p:oleObj>
              </mc:Choice>
              <mc:Fallback>
                <p:oleObj name="Equation" r:id="rId9" imgW="1396365" imgH="203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34" y="3636487"/>
                        <a:ext cx="2559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61" name="Object 37"/>
          <p:cNvGraphicFramePr>
            <a:graphicFrameLocks noChangeAspect="1"/>
          </p:cNvGraphicFramePr>
          <p:nvPr/>
        </p:nvGraphicFramePr>
        <p:xfrm>
          <a:off x="2838450" y="3277436"/>
          <a:ext cx="26352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1371600" imgH="508000" progId="Equation.DSMT4">
                  <p:embed/>
                </p:oleObj>
              </mc:Choice>
              <mc:Fallback>
                <p:oleObj name="Equation" r:id="rId11" imgW="1371600" imgH="5080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3277436"/>
                        <a:ext cx="26352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63" name="Object 39"/>
          <p:cNvGraphicFramePr>
            <a:graphicFrameLocks noChangeAspect="1"/>
          </p:cNvGraphicFramePr>
          <p:nvPr/>
        </p:nvGraphicFramePr>
        <p:xfrm>
          <a:off x="709612" y="4227325"/>
          <a:ext cx="49164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2590800" imgH="292100" progId="Equation.DSMT4">
                  <p:embed/>
                </p:oleObj>
              </mc:Choice>
              <mc:Fallback>
                <p:oleObj name="Equation" r:id="rId13" imgW="2590800" imgH="2921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" y="4227325"/>
                        <a:ext cx="49164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对象 1"/>
          <p:cNvGraphicFramePr>
            <a:graphicFrameLocks noChangeAspect="1"/>
          </p:cNvGraphicFramePr>
          <p:nvPr/>
        </p:nvGraphicFramePr>
        <p:xfrm>
          <a:off x="215479" y="1124744"/>
          <a:ext cx="27003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333500" imgH="228600" progId="Equation.DSMT4">
                  <p:embed/>
                </p:oleObj>
              </mc:Choice>
              <mc:Fallback>
                <p:oleObj name="Equation" r:id="rId15" imgW="1333500" imgH="228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79" y="1124744"/>
                        <a:ext cx="270033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29734" y="4827012"/>
          <a:ext cx="8781615" cy="1404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3215"/>
                <a:gridCol w="1043215"/>
                <a:gridCol w="1043215"/>
                <a:gridCol w="1043215"/>
                <a:gridCol w="1043215"/>
                <a:gridCol w="1043215"/>
                <a:gridCol w="1043215"/>
                <a:gridCol w="398990"/>
                <a:gridCol w="1080120"/>
              </a:tblGrid>
              <a:tr h="468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2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3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4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5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…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5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8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-2.400000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-2.076190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-2.003596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-2.000009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5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1.200000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1.103030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1.052356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1.026401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1.013258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1.006643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1.000208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353417" y="152209"/>
          <a:ext cx="3600400" cy="2547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328"/>
                <a:gridCol w="1086539"/>
                <a:gridCol w="1037792"/>
                <a:gridCol w="1037741"/>
              </a:tblGrid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n+</a:t>
                      </a:r>
                      <a:r>
                        <a:rPr lang="en-US" altLang="zh-CN" sz="1600" b="1" i="0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|/|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baseline="30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4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878320" y="496992"/>
          <a:ext cx="1046480" cy="21852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480"/>
              </a:tblGrid>
              <a:tr h="3737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0.2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0.103030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920438" y="880974"/>
          <a:ext cx="1050842" cy="1801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842"/>
              </a:tblGrid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0.515152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0.508165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0.504252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0.502171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0.501098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369109" y="2699699"/>
          <a:ext cx="3569015" cy="20670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881"/>
                <a:gridCol w="1087120"/>
                <a:gridCol w="995680"/>
                <a:gridCol w="1049334"/>
              </a:tblGrid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n+</a:t>
                      </a:r>
                      <a:r>
                        <a:rPr lang="en-US" altLang="zh-CN" sz="1600" b="1" i="0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|/|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r>
                        <a:rPr lang="en-US" altLang="zh-CN" sz="1600" b="1" i="0" baseline="30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i="1" baseline="30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-2.076190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0.076190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0.47619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-2.003596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0.003596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0.619469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7258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-2.000009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-2.000000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0.000009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0.000000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0.664277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0.666655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4"/>
          <p:cNvGraphicFramePr>
            <a:graphicFrameLocks noChangeAspect="1"/>
          </p:cNvGraphicFramePr>
          <p:nvPr/>
        </p:nvGraphicFramePr>
        <p:xfrm>
          <a:off x="80698" y="623532"/>
          <a:ext cx="8661316" cy="765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33807200" imgH="10668000" progId="Equation.DSMT4">
                  <p:embed/>
                </p:oleObj>
              </mc:Choice>
              <mc:Fallback>
                <p:oleObj name="Equation" r:id="rId1" imgW="133807200" imgH="106680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98" y="623532"/>
                        <a:ext cx="8661316" cy="765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1" name="Object 13"/>
          <p:cNvGraphicFramePr>
            <a:graphicFrameLocks noChangeAspect="1"/>
          </p:cNvGraphicFramePr>
          <p:nvPr/>
        </p:nvGraphicFramePr>
        <p:xfrm>
          <a:off x="2383292" y="2673282"/>
          <a:ext cx="4377416" cy="664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2247265" imgH="308610" progId="Equation.3">
                  <p:embed/>
                </p:oleObj>
              </mc:Choice>
              <mc:Fallback>
                <p:oleObj name="公式" r:id="rId3" imgW="2247265" imgH="30861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292" y="2673282"/>
                        <a:ext cx="4377416" cy="664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 Box 14"/>
          <p:cNvSpPr txBox="1">
            <a:spLocks noChangeArrowheads="1"/>
          </p:cNvSpPr>
          <p:nvPr/>
        </p:nvSpPr>
        <p:spPr bwMode="auto">
          <a:xfrm>
            <a:off x="129912" y="210579"/>
            <a:ext cx="7056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Rate of fixed-point iteration</a:t>
            </a:r>
            <a:endParaRPr lang="en-US" altLang="zh-CN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58063" name="Object 15"/>
          <p:cNvGraphicFramePr>
            <a:graphicFrameLocks noChangeAspect="1"/>
          </p:cNvGraphicFramePr>
          <p:nvPr/>
        </p:nvGraphicFramePr>
        <p:xfrm>
          <a:off x="994333" y="3302293"/>
          <a:ext cx="4040365" cy="72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269490" imgH="374650" progId="Equation.DSMT4">
                  <p:embed/>
                </p:oleObj>
              </mc:Choice>
              <mc:Fallback>
                <p:oleObj name="Equation" r:id="rId5" imgW="2269490" imgH="37465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333" y="3302293"/>
                        <a:ext cx="4040365" cy="721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5" name="Object 17"/>
          <p:cNvGraphicFramePr>
            <a:graphicFrameLocks noChangeAspect="1"/>
          </p:cNvGraphicFramePr>
          <p:nvPr/>
        </p:nvGraphicFramePr>
        <p:xfrm>
          <a:off x="5079686" y="3427821"/>
          <a:ext cx="1033497" cy="41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7" imgW="473710" imgH="165100" progId="Equation.3">
                  <p:embed/>
                </p:oleObj>
              </mc:Choice>
              <mc:Fallback>
                <p:oleObj name="公式" r:id="rId7" imgW="473710" imgH="16510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9686" y="3427821"/>
                        <a:ext cx="1033497" cy="41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9"/>
          <p:cNvGraphicFramePr>
            <a:graphicFrameLocks noChangeAspect="1"/>
          </p:cNvGraphicFramePr>
          <p:nvPr/>
        </p:nvGraphicFramePr>
        <p:xfrm>
          <a:off x="8262398" y="1324870"/>
          <a:ext cx="6588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972800" imgH="5486400" progId="Equation.DSMT4">
                  <p:embed/>
                </p:oleObj>
              </mc:Choice>
              <mc:Fallback>
                <p:oleObj name="Equation" r:id="rId9" imgW="109728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2398" y="1324870"/>
                        <a:ext cx="658812" cy="35401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70" name="Object 22"/>
          <p:cNvGraphicFramePr>
            <a:graphicFrameLocks noChangeAspect="1"/>
          </p:cNvGraphicFramePr>
          <p:nvPr/>
        </p:nvGraphicFramePr>
        <p:xfrm>
          <a:off x="70425" y="1297507"/>
          <a:ext cx="7525912" cy="6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121005600" imgH="10058400" progId="Equation.DSMT4">
                  <p:embed/>
                </p:oleObj>
              </mc:Choice>
              <mc:Fallback>
                <p:oleObj name="Equation" r:id="rId11" imgW="121005600" imgH="10058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5" y="1297507"/>
                        <a:ext cx="7525912" cy="6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20971" y="2812480"/>
          <a:ext cx="1261477" cy="364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7983200" imgH="4876800" progId="Equation.DSMT4">
                  <p:embed/>
                </p:oleObj>
              </mc:Choice>
              <mc:Fallback>
                <p:oleObj name="Equation" r:id="rId13" imgW="17983200" imgH="48768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71" y="2812480"/>
                        <a:ext cx="1261477" cy="36439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520529" y="2846950"/>
          <a:ext cx="55721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5" imgW="264160" imgH="154305" progId="Equation.DSMT4">
                  <p:embed/>
                </p:oleObj>
              </mc:Choice>
              <mc:Fallback>
                <p:oleObj name="Equation" r:id="rId15" imgW="264160" imgH="154305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529" y="2846950"/>
                        <a:ext cx="557213" cy="3444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0971" y="4096129"/>
          <a:ext cx="2301434" cy="342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7" imgW="35052000" imgH="4876800" progId="Equation.DSMT4">
                  <p:embed/>
                </p:oleObj>
              </mc:Choice>
              <mc:Fallback>
                <p:oleObj name="Equation" r:id="rId17" imgW="350520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71" y="4096129"/>
                        <a:ext cx="2301434" cy="34210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131612" y="4521669"/>
          <a:ext cx="444038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9" imgW="66446400" imgH="9753600" progId="Equation.DSMT4">
                  <p:embed/>
                </p:oleObj>
              </mc:Choice>
              <mc:Fallback>
                <p:oleObj name="Equation" r:id="rId19" imgW="66446400" imgH="9753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2" y="4521669"/>
                        <a:ext cx="4440387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/>
          <p:cNvGraphicFramePr>
            <a:graphicFrameLocks noChangeAspect="1"/>
          </p:cNvGraphicFramePr>
          <p:nvPr/>
        </p:nvGraphicFramePr>
        <p:xfrm>
          <a:off x="4464698" y="3957837"/>
          <a:ext cx="3613362" cy="722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1" imgW="65836800" imgH="12192000" progId="Equation.DSMT4">
                  <p:embed/>
                </p:oleObj>
              </mc:Choice>
              <mc:Fallback>
                <p:oleObj name="Equation" r:id="rId21" imgW="65836800" imgH="12192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698" y="3957837"/>
                        <a:ext cx="3613362" cy="722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8138099" y="3973163"/>
          <a:ext cx="83026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3" imgW="14630400" imgH="10058400" progId="Equation.DSMT4">
                  <p:embed/>
                </p:oleObj>
              </mc:Choice>
              <mc:Fallback>
                <p:oleObj name="Equation" r:id="rId23" imgW="14630400" imgH="10058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8099" y="3973163"/>
                        <a:ext cx="83026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525845" y="4096129"/>
          <a:ext cx="69691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5" imgW="9144000" imgH="4267200" progId="Equation.DSMT4">
                  <p:embed/>
                </p:oleObj>
              </mc:Choice>
              <mc:Fallback>
                <p:oleObj name="Equation" r:id="rId25" imgW="9144000" imgH="4267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845" y="4096129"/>
                        <a:ext cx="696912" cy="3444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29912" y="5213918"/>
          <a:ext cx="3713162" cy="3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7" imgW="50596800" imgH="4876800" progId="Equation.DSMT4">
                  <p:embed/>
                </p:oleObj>
              </mc:Choice>
              <mc:Fallback>
                <p:oleObj name="Equation" r:id="rId27" imgW="50596800" imgH="48768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12" y="5213918"/>
                        <a:ext cx="3713162" cy="381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046894" y="5192096"/>
          <a:ext cx="728923" cy="360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9" imgW="9144000" imgH="4267200" progId="Equation.DSMT4">
                  <p:embed/>
                </p:oleObj>
              </mc:Choice>
              <mc:Fallback>
                <p:oleObj name="Equation" r:id="rId29" imgW="9144000" imgH="42672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894" y="5192096"/>
                        <a:ext cx="728923" cy="36031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209873" y="5723073"/>
          <a:ext cx="4636300" cy="673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31" imgW="68580000" imgH="10058400" progId="Equation.DSMT4">
                  <p:embed/>
                </p:oleObj>
              </mc:Choice>
              <mc:Fallback>
                <p:oleObj name="Equation" r:id="rId31" imgW="68580000" imgH="10058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73" y="5723073"/>
                        <a:ext cx="4636300" cy="673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5"/>
          <p:cNvGraphicFramePr>
            <a:graphicFrameLocks noChangeAspect="1"/>
          </p:cNvGraphicFramePr>
          <p:nvPr/>
        </p:nvGraphicFramePr>
        <p:xfrm>
          <a:off x="5208048" y="5223137"/>
          <a:ext cx="371316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3" imgW="67665600" imgH="12192000" progId="Equation.DSMT4">
                  <p:embed/>
                </p:oleObj>
              </mc:Choice>
              <mc:Fallback>
                <p:oleObj name="Equation" r:id="rId33" imgW="67665600" imgH="12192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048" y="5223137"/>
                        <a:ext cx="3713162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5"/>
          <p:cNvGraphicFramePr>
            <a:graphicFrameLocks noChangeAspect="1"/>
          </p:cNvGraphicFramePr>
          <p:nvPr/>
        </p:nvGraphicFramePr>
        <p:xfrm>
          <a:off x="6271379" y="5860250"/>
          <a:ext cx="844221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35" imgW="14630400" imgH="10058400" progId="Equation.DSMT4">
                  <p:embed/>
                </p:oleObj>
              </mc:Choice>
              <mc:Fallback>
                <p:oleObj name="Equation" r:id="rId35" imgW="14630400" imgH="10058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1379" y="5860250"/>
                        <a:ext cx="844221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"/>
          <p:cNvGraphicFramePr>
            <a:graphicFrameLocks noChangeAspect="1"/>
          </p:cNvGraphicFramePr>
          <p:nvPr/>
        </p:nvGraphicFramePr>
        <p:xfrm>
          <a:off x="4930574" y="126995"/>
          <a:ext cx="210118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37" imgW="20116800" imgH="5486400" progId="Equation.DSMT4">
                  <p:embed/>
                </p:oleObj>
              </mc:Choice>
              <mc:Fallback>
                <p:oleObj name="Equation" r:id="rId37" imgW="201168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574" y="126995"/>
                        <a:ext cx="2101180" cy="5000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/>
        </p:nvGraphicFramePr>
        <p:xfrm>
          <a:off x="7308850" y="140854"/>
          <a:ext cx="15605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9" imgW="14935200" imgH="4876800" progId="Equation.DSMT4">
                  <p:embed/>
                </p:oleObj>
              </mc:Choice>
              <mc:Fallback>
                <p:oleObj name="Equation" r:id="rId39" imgW="149352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40854"/>
                        <a:ext cx="1560513" cy="4445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/>
          <p:cNvCxnSpPr/>
          <p:nvPr/>
        </p:nvCxnSpPr>
        <p:spPr>
          <a:xfrm flipV="1">
            <a:off x="6962974" y="1352373"/>
            <a:ext cx="1700853" cy="19466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Object 22"/>
          <p:cNvGraphicFramePr>
            <a:graphicFrameLocks noChangeAspect="1"/>
          </p:cNvGraphicFramePr>
          <p:nvPr/>
        </p:nvGraphicFramePr>
        <p:xfrm>
          <a:off x="70425" y="1966380"/>
          <a:ext cx="8318000" cy="7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41" imgW="113690400" imgH="10058400" progId="Equation.DSMT4">
                  <p:embed/>
                </p:oleObj>
              </mc:Choice>
              <mc:Fallback>
                <p:oleObj name="Equation" r:id="rId41" imgW="113690400" imgH="10058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5" y="1966380"/>
                        <a:ext cx="8318000" cy="7540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5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15200" y="103378"/>
            <a:ext cx="20976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Theorem 2.7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1925159" y="148269"/>
          <a:ext cx="1436006" cy="391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159" y="148269"/>
                        <a:ext cx="1436006" cy="391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3410699" y="148269"/>
          <a:ext cx="1224136" cy="479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7678400" imgH="6705600" progId="Equation.DSMT4">
                  <p:embed/>
                </p:oleObj>
              </mc:Choice>
              <mc:Fallback>
                <p:oleObj name="Equation" r:id="rId3" imgW="17678400" imgH="6705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0699" y="148269"/>
                        <a:ext cx="1224136" cy="479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4860032" y="138153"/>
          <a:ext cx="40147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57912000" imgH="5486400" progId="Equation.DSMT4">
                  <p:embed/>
                </p:oleObj>
              </mc:Choice>
              <mc:Fallback>
                <p:oleObj name="Equation" r:id="rId5" imgW="579120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138153"/>
                        <a:ext cx="40147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07367" y="655512"/>
          <a:ext cx="2514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36271200" imgH="5486400" progId="Equation.DSMT4">
                  <p:embed/>
                </p:oleObj>
              </mc:Choice>
              <mc:Fallback>
                <p:oleObj name="Equation" r:id="rId7" imgW="362712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67" y="655512"/>
                        <a:ext cx="25146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3464773" y="655512"/>
          <a:ext cx="46847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67665600" imgH="5791200" progId="Equation.DSMT4">
                  <p:embed/>
                </p:oleObj>
              </mc:Choice>
              <mc:Fallback>
                <p:oleObj name="Equation" r:id="rId9" imgW="67665600" imgH="579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4773" y="655512"/>
                        <a:ext cx="468471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1799" y="1143310"/>
            <a:ext cx="7634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9144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3716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8288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2860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7432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32004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6576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41148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Rate of Newton-Raphson method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5" name="Object 21"/>
          <p:cNvGraphicFramePr>
            <a:graphicFrameLocks noChangeAspect="1"/>
          </p:cNvGraphicFramePr>
          <p:nvPr/>
        </p:nvGraphicFramePr>
        <p:xfrm>
          <a:off x="179792" y="1586644"/>
          <a:ext cx="3710472" cy="78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51511200" imgH="11582400" progId="Equation.DSMT4">
                  <p:embed/>
                </p:oleObj>
              </mc:Choice>
              <mc:Fallback>
                <p:oleObj name="Equation" r:id="rId11" imgW="51511200" imgH="11582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2" y="1586644"/>
                        <a:ext cx="3710472" cy="785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1"/>
          <p:cNvGraphicFramePr>
            <a:graphicFrameLocks noChangeAspect="1"/>
          </p:cNvGraphicFramePr>
          <p:nvPr/>
        </p:nvGraphicFramePr>
        <p:xfrm>
          <a:off x="3890264" y="1673101"/>
          <a:ext cx="1559142" cy="70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3" imgW="21640800" imgH="10363200" progId="Equation.DSMT4">
                  <p:embed/>
                </p:oleObj>
              </mc:Choice>
              <mc:Fallback>
                <p:oleObj name="Equation" r:id="rId13" imgW="21640800" imgH="10363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264" y="1673101"/>
                        <a:ext cx="1559142" cy="702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5760931" y="1223775"/>
          <a:ext cx="23415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5" imgW="30480000" imgH="4876800" progId="Equation.DSMT4">
                  <p:embed/>
                </p:oleObj>
              </mc:Choice>
              <mc:Fallback>
                <p:oleObj name="Equation" r:id="rId15" imgW="30480000" imgH="487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0931" y="1223775"/>
                        <a:ext cx="2341563" cy="3429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/>
          <p:cNvGraphicFramePr>
            <a:graphicFrameLocks noChangeAspect="1"/>
          </p:cNvGraphicFramePr>
          <p:nvPr/>
        </p:nvGraphicFramePr>
        <p:xfrm>
          <a:off x="6216170" y="1613534"/>
          <a:ext cx="1816615" cy="70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7" imgW="1117600" imgH="431800" progId="Equation.DSMT4">
                  <p:embed/>
                </p:oleObj>
              </mc:Choice>
              <mc:Fallback>
                <p:oleObj name="Equation" r:id="rId17" imgW="11176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170" y="1613534"/>
                        <a:ext cx="1816615" cy="70233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8272012" y="1235385"/>
          <a:ext cx="7461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9" imgW="9144000" imgH="4267200" progId="Equation.DSMT4">
                  <p:embed/>
                </p:oleObj>
              </mc:Choice>
              <mc:Fallback>
                <p:oleObj name="Equation" r:id="rId19" imgW="9144000" imgH="426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2012" y="1235385"/>
                        <a:ext cx="746125" cy="3651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/>
        </p:nvGraphicFramePr>
        <p:xfrm>
          <a:off x="179792" y="2708920"/>
          <a:ext cx="12731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1" imgW="14935200" imgH="4876800" progId="Equation.DSMT4">
                  <p:embed/>
                </p:oleObj>
              </mc:Choice>
              <mc:Fallback>
                <p:oleObj name="Equation" r:id="rId21" imgW="14935200" imgH="487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2" y="2708920"/>
                        <a:ext cx="1273175" cy="3794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1774912" y="2510651"/>
          <a:ext cx="1517298" cy="89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3" imgW="694055" imgH="396875" progId="Equation.DSMT4">
                  <p:embed/>
                </p:oleObj>
              </mc:Choice>
              <mc:Fallback>
                <p:oleObj name="Equation" r:id="rId23" imgW="694055" imgH="39687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912" y="2510651"/>
                        <a:ext cx="1517298" cy="894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3"/>
          <p:cNvGraphicFramePr>
            <a:graphicFrameLocks noChangeAspect="1"/>
          </p:cNvGraphicFramePr>
          <p:nvPr/>
        </p:nvGraphicFramePr>
        <p:xfrm>
          <a:off x="3312036" y="2516666"/>
          <a:ext cx="1066774" cy="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公式" r:id="rId25" imgW="473710" imgH="341630" progId="Equation.3">
                  <p:embed/>
                </p:oleObj>
              </mc:Choice>
              <mc:Fallback>
                <p:oleObj name="公式" r:id="rId25" imgW="473710" imgH="34163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036" y="2516666"/>
                        <a:ext cx="1066774" cy="783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5"/>
          <p:cNvGraphicFramePr>
            <a:graphicFrameLocks noChangeAspect="1"/>
          </p:cNvGraphicFramePr>
          <p:nvPr/>
        </p:nvGraphicFramePr>
        <p:xfrm>
          <a:off x="4413449" y="2471181"/>
          <a:ext cx="1224457" cy="827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27" imgW="550545" imgH="363855" progId="Equation.DSMT4">
                  <p:embed/>
                </p:oleObj>
              </mc:Choice>
              <mc:Fallback>
                <p:oleObj name="Equation" r:id="rId27" imgW="550545" imgH="363855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449" y="2471181"/>
                        <a:ext cx="1224457" cy="827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6"/>
          <p:cNvGraphicFramePr>
            <a:graphicFrameLocks noChangeAspect="1"/>
          </p:cNvGraphicFramePr>
          <p:nvPr/>
        </p:nvGraphicFramePr>
        <p:xfrm>
          <a:off x="6156176" y="2391483"/>
          <a:ext cx="2305835" cy="812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9" imgW="33528000" imgH="11277600" progId="Equation.DSMT4">
                  <p:embed/>
                </p:oleObj>
              </mc:Choice>
              <mc:Fallback>
                <p:oleObj name="Equation" r:id="rId29" imgW="33528000" imgH="11277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2391483"/>
                        <a:ext cx="2305835" cy="812654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/>
        </p:nvGraphicFramePr>
        <p:xfrm>
          <a:off x="108422" y="3664395"/>
          <a:ext cx="25908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1" imgW="33832800" imgH="5486400" progId="Equation.DSMT4">
                  <p:embed/>
                </p:oleObj>
              </mc:Choice>
              <mc:Fallback>
                <p:oleObj name="Equation" r:id="rId31" imgW="33832800" imgH="548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2" y="3664395"/>
                        <a:ext cx="2590800" cy="4206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"/>
          <p:cNvGraphicFramePr>
            <a:graphicFrameLocks noChangeAspect="1"/>
          </p:cNvGraphicFramePr>
          <p:nvPr/>
        </p:nvGraphicFramePr>
        <p:xfrm>
          <a:off x="2909129" y="3666771"/>
          <a:ext cx="238283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3" imgW="31089600" imgH="7010400" progId="Equation.DSMT4">
                  <p:embed/>
                </p:oleObj>
              </mc:Choice>
              <mc:Fallback>
                <p:oleObj name="Equation" r:id="rId33" imgW="31089600" imgH="7010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129" y="3666771"/>
                        <a:ext cx="238283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8"/>
          <p:cNvGraphicFramePr>
            <a:graphicFrameLocks noChangeAspect="1"/>
          </p:cNvGraphicFramePr>
          <p:nvPr/>
        </p:nvGraphicFramePr>
        <p:xfrm>
          <a:off x="127815" y="4188708"/>
          <a:ext cx="51800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35" imgW="68884800" imgH="10668000" progId="Equation.DSMT4">
                  <p:embed/>
                </p:oleObj>
              </mc:Choice>
              <mc:Fallback>
                <p:oleObj name="Equation" r:id="rId35" imgW="68884800" imgH="10668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15" y="4188708"/>
                        <a:ext cx="5180013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9"/>
          <p:cNvGraphicFramePr>
            <a:graphicFrameLocks noChangeAspect="1"/>
          </p:cNvGraphicFramePr>
          <p:nvPr/>
        </p:nvGraphicFramePr>
        <p:xfrm>
          <a:off x="5339634" y="4241270"/>
          <a:ext cx="33464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公式" r:id="rId37" imgW="1854200" imgH="431800" progId="Equation.3">
                  <p:embed/>
                </p:oleObj>
              </mc:Choice>
              <mc:Fallback>
                <p:oleObj name="公式" r:id="rId37" imgW="18542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9634" y="4241270"/>
                        <a:ext cx="33464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4"/>
          <p:cNvGraphicFramePr>
            <a:graphicFrameLocks noChangeAspect="1"/>
          </p:cNvGraphicFramePr>
          <p:nvPr/>
        </p:nvGraphicFramePr>
        <p:xfrm>
          <a:off x="5637906" y="3653864"/>
          <a:ext cx="7207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39" imgW="8839200" imgH="4267200" progId="Equation.DSMT4">
                  <p:embed/>
                </p:oleObj>
              </mc:Choice>
              <mc:Fallback>
                <p:oleObj name="Equation" r:id="rId39" imgW="8839200" imgH="426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906" y="3653864"/>
                        <a:ext cx="720725" cy="3651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174382" y="5186760"/>
          <a:ext cx="9175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公式" r:id="rId41" imgW="508000" imgH="203200" progId="Equation.3">
                  <p:embed/>
                </p:oleObj>
              </mc:Choice>
              <mc:Fallback>
                <p:oleObj name="公式" r:id="rId41" imgW="5080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82" y="5186760"/>
                        <a:ext cx="917575" cy="36671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1"/>
          <p:cNvGraphicFramePr>
            <a:graphicFrameLocks noChangeAspect="1"/>
          </p:cNvGraphicFramePr>
          <p:nvPr/>
        </p:nvGraphicFramePr>
        <p:xfrm>
          <a:off x="1201601" y="5021382"/>
          <a:ext cx="77946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公式" r:id="rId43" imgW="431800" imgH="406400" progId="Equation.3">
                  <p:embed/>
                </p:oleObj>
              </mc:Choice>
              <mc:Fallback>
                <p:oleObj name="公式" r:id="rId43" imgW="431800" imgH="406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601" y="5021382"/>
                        <a:ext cx="779463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2"/>
          <p:cNvGraphicFramePr>
            <a:graphicFrameLocks noChangeAspect="1"/>
          </p:cNvGraphicFramePr>
          <p:nvPr/>
        </p:nvGraphicFramePr>
        <p:xfrm>
          <a:off x="2099281" y="5236938"/>
          <a:ext cx="43497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45" imgW="5791200" imgH="4267200" progId="Equation.DSMT4">
                  <p:embed/>
                </p:oleObj>
              </mc:Choice>
              <mc:Fallback>
                <p:oleObj name="Equation" r:id="rId45" imgW="5791200" imgH="426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9281" y="5236938"/>
                        <a:ext cx="434975" cy="32226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4"/>
          <p:cNvGraphicFramePr>
            <a:graphicFrameLocks noChangeAspect="1"/>
          </p:cNvGraphicFramePr>
          <p:nvPr/>
        </p:nvGraphicFramePr>
        <p:xfrm>
          <a:off x="2372562" y="5380255"/>
          <a:ext cx="15287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47" imgW="20421600" imgH="11582400" progId="Equation.DSMT4">
                  <p:embed/>
                </p:oleObj>
              </mc:Choice>
              <mc:Fallback>
                <p:oleObj name="Equation" r:id="rId47" imgW="20421600" imgH="11582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562" y="5380255"/>
                        <a:ext cx="15287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5"/>
          <p:cNvGraphicFramePr>
            <a:graphicFrameLocks noChangeAspect="1"/>
          </p:cNvGraphicFramePr>
          <p:nvPr/>
        </p:nvGraphicFramePr>
        <p:xfrm>
          <a:off x="3940379" y="5634215"/>
          <a:ext cx="1050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公式" r:id="rId49" imgW="473710" imgH="165100" progId="Equation.3">
                  <p:embed/>
                </p:oleObj>
              </mc:Choice>
              <mc:Fallback>
                <p:oleObj name="公式" r:id="rId49" imgW="473710" imgH="165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379" y="5634215"/>
                        <a:ext cx="10509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1"/>
          <p:cNvGraphicFramePr>
            <a:graphicFrameLocks noChangeAspect="1"/>
          </p:cNvGraphicFramePr>
          <p:nvPr/>
        </p:nvGraphicFramePr>
        <p:xfrm>
          <a:off x="4939035" y="5476127"/>
          <a:ext cx="2073824" cy="777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51" imgW="26517600" imgH="9753600" progId="Equation.DSMT4">
                  <p:embed/>
                </p:oleObj>
              </mc:Choice>
              <mc:Fallback>
                <p:oleObj name="Equation" r:id="rId51" imgW="26517600" imgH="9753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9035" y="5476127"/>
                        <a:ext cx="2073824" cy="777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2"/>
          <p:cNvGraphicFramePr>
            <a:graphicFrameLocks noChangeAspect="1"/>
          </p:cNvGraphicFramePr>
          <p:nvPr/>
        </p:nvGraphicFramePr>
        <p:xfrm>
          <a:off x="7233281" y="5413245"/>
          <a:ext cx="1738426" cy="679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53" imgW="25908000" imgH="9753600" progId="Equation.DSMT4">
                  <p:embed/>
                </p:oleObj>
              </mc:Choice>
              <mc:Fallback>
                <p:oleObj name="Equation" r:id="rId53" imgW="25908000" imgH="9753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3281" y="5413245"/>
                        <a:ext cx="1738426" cy="679948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直接连接符 56"/>
          <p:cNvCxnSpPr/>
          <p:nvPr/>
        </p:nvCxnSpPr>
        <p:spPr>
          <a:xfrm flipV="1">
            <a:off x="174382" y="3429000"/>
            <a:ext cx="8574082" cy="72008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/>
          <p:cNvSpPr txBox="1">
            <a:spLocks noChangeArrowheads="1"/>
          </p:cNvSpPr>
          <p:nvPr/>
        </p:nvSpPr>
        <p:spPr bwMode="auto">
          <a:xfrm>
            <a:off x="505271" y="2607295"/>
            <a:ext cx="71439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If       is a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simple root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, convergence is </a:t>
            </a:r>
            <a:r>
              <a:rPr lang="en-US" altLang="zh-CN" sz="2400" b="1" u="sng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quadratic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and           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4821" name="Object 6"/>
          <p:cNvGraphicFramePr>
            <a:graphicFrameLocks noChangeAspect="1"/>
          </p:cNvGraphicFramePr>
          <p:nvPr/>
        </p:nvGraphicFramePr>
        <p:xfrm>
          <a:off x="1717718" y="2116659"/>
          <a:ext cx="3070305" cy="378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7185600" imgH="4876800" progId="Equation.DSMT4">
                  <p:embed/>
                </p:oleObj>
              </mc:Choice>
              <mc:Fallback>
                <p:oleObj name="Equation" r:id="rId1" imgW="37185600" imgH="48768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718" y="2116659"/>
                        <a:ext cx="3070305" cy="378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 Box 7"/>
          <p:cNvSpPr txBox="1">
            <a:spLocks noChangeArrowheads="1"/>
          </p:cNvSpPr>
          <p:nvPr/>
        </p:nvSpPr>
        <p:spPr bwMode="auto">
          <a:xfrm>
            <a:off x="649287" y="4047455"/>
            <a:ext cx="8531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If       is a root of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multiplicity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, convergence is </a:t>
            </a:r>
            <a:r>
              <a:rPr lang="en-US" altLang="zh-CN" sz="2400" b="1" u="sng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linear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and           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4823" name="Object 8"/>
          <p:cNvGraphicFramePr>
            <a:graphicFrameLocks noChangeAspect="1"/>
          </p:cNvGraphicFramePr>
          <p:nvPr/>
        </p:nvGraphicFramePr>
        <p:xfrm>
          <a:off x="1074063" y="4124579"/>
          <a:ext cx="34131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152400" imgH="165100" progId="Equation.3">
                  <p:embed/>
                </p:oleObj>
              </mc:Choice>
              <mc:Fallback>
                <p:oleObj name="公式" r:id="rId3" imgW="152400" imgH="1651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063" y="4124579"/>
                        <a:ext cx="34131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9"/>
          <p:cNvGraphicFramePr>
            <a:graphicFrameLocks noChangeAspect="1"/>
          </p:cNvGraphicFramePr>
          <p:nvPr/>
        </p:nvGraphicFramePr>
        <p:xfrm>
          <a:off x="956896" y="2681776"/>
          <a:ext cx="3413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152400" imgH="165100" progId="Equation.3">
                  <p:embed/>
                </p:oleObj>
              </mc:Choice>
              <mc:Fallback>
                <p:oleObj name="公式" r:id="rId5" imgW="152400" imgH="1651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896" y="2681776"/>
                        <a:ext cx="34131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10"/>
          <p:cNvGraphicFramePr>
            <a:graphicFrameLocks noChangeAspect="1"/>
          </p:cNvGraphicFramePr>
          <p:nvPr/>
        </p:nvGraphicFramePr>
        <p:xfrm>
          <a:off x="1097307" y="3085349"/>
          <a:ext cx="1948060" cy="95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6" imgW="24993600" imgH="12192000" progId="Equation.DSMT4">
                  <p:embed/>
                </p:oleObj>
              </mc:Choice>
              <mc:Fallback>
                <p:oleObj name="Equation" r:id="rId6" imgW="24993600" imgH="12192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307" y="3085349"/>
                        <a:ext cx="1948060" cy="956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Text Box 11"/>
          <p:cNvSpPr txBox="1">
            <a:spLocks noChangeArrowheads="1"/>
          </p:cNvSpPr>
          <p:nvPr/>
        </p:nvSpPr>
        <p:spPr bwMode="auto">
          <a:xfrm>
            <a:off x="3310136" y="3327637"/>
            <a:ext cx="374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for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sufficiently large.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4827" name="Object 12"/>
          <p:cNvGraphicFramePr>
            <a:graphicFrameLocks noChangeAspect="1"/>
          </p:cNvGraphicFramePr>
          <p:nvPr/>
        </p:nvGraphicFramePr>
        <p:xfrm>
          <a:off x="1292820" y="4556496"/>
          <a:ext cx="1588716" cy="883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8" imgW="21336000" imgH="11582400" progId="Equation.DSMT4">
                  <p:embed/>
                </p:oleObj>
              </mc:Choice>
              <mc:Fallback>
                <p:oleObj name="Equation" r:id="rId8" imgW="21336000" imgH="11582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820" y="4556496"/>
                        <a:ext cx="1588716" cy="883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Text Box 13"/>
          <p:cNvSpPr txBox="1">
            <a:spLocks noChangeArrowheads="1"/>
          </p:cNvSpPr>
          <p:nvPr/>
        </p:nvSpPr>
        <p:spPr bwMode="auto">
          <a:xfrm>
            <a:off x="3170112" y="4690151"/>
            <a:ext cx="374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for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sufficiently large.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4829" name="Object 14"/>
          <p:cNvGraphicFramePr>
            <a:graphicFrameLocks noChangeAspect="1"/>
          </p:cNvGraphicFramePr>
          <p:nvPr/>
        </p:nvGraphicFramePr>
        <p:xfrm>
          <a:off x="729272" y="5492011"/>
          <a:ext cx="276383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0" imgW="32004000" imgH="5486400" progId="Equation.DSMT4">
                  <p:embed/>
                </p:oleObj>
              </mc:Choice>
              <mc:Fallback>
                <p:oleObj name="Equation" r:id="rId10" imgW="32004000" imgH="5486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272" y="5492011"/>
                        <a:ext cx="276383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8244" y="92671"/>
            <a:ext cx="2332949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Conclusions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9497" y="519063"/>
            <a:ext cx="3233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Theorem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6" name="Object 28"/>
          <p:cNvGraphicFramePr>
            <a:graphicFrameLocks noChangeAspect="1"/>
          </p:cNvGraphicFramePr>
          <p:nvPr/>
        </p:nvGraphicFramePr>
        <p:xfrm>
          <a:off x="6797130" y="3152143"/>
          <a:ext cx="1913607" cy="723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2" imgW="27432000" imgH="10363200" progId="Equation.DSMT4">
                  <p:embed/>
                </p:oleObj>
              </mc:Choice>
              <mc:Fallback>
                <p:oleObj name="Equation" r:id="rId12" imgW="27432000" imgH="10363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130" y="3152143"/>
                        <a:ext cx="1913607" cy="72331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8"/>
          <p:cNvGraphicFramePr>
            <a:graphicFrameLocks noChangeAspect="1"/>
          </p:cNvGraphicFramePr>
          <p:nvPr/>
        </p:nvGraphicFramePr>
        <p:xfrm>
          <a:off x="5004787" y="1926280"/>
          <a:ext cx="35067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4" imgW="50292000" imgH="10668000" progId="Equation.DSMT4">
                  <p:embed/>
                </p:oleObj>
              </mc:Choice>
              <mc:Fallback>
                <p:oleObj name="Equation" r:id="rId14" imgW="50292000" imgH="10668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787" y="1926280"/>
                        <a:ext cx="35067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/>
          <p:cNvGraphicFramePr>
            <a:graphicFrameLocks noChangeAspect="1"/>
          </p:cNvGraphicFramePr>
          <p:nvPr/>
        </p:nvGraphicFramePr>
        <p:xfrm>
          <a:off x="1835696" y="548680"/>
          <a:ext cx="55403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6" imgW="74066400" imgH="6705600" progId="Equation.DSMT4">
                  <p:embed/>
                </p:oleObj>
              </mc:Choice>
              <mc:Fallback>
                <p:oleObj name="Equation" r:id="rId16" imgW="74066400" imgH="6705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48680"/>
                        <a:ext cx="55403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1447800" y="1060450"/>
          <a:ext cx="59293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8" imgW="79248000" imgH="5486400" progId="Equation.DSMT4">
                  <p:embed/>
                </p:oleObj>
              </mc:Choice>
              <mc:Fallback>
                <p:oleObj name="Equation" r:id="rId18" imgW="79248000" imgH="5486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060450"/>
                        <a:ext cx="59293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665163" y="1482725"/>
          <a:ext cx="60229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0" imgW="64617600" imgH="5791200" progId="Equation.DSMT4">
                  <p:embed/>
                </p:oleObj>
              </mc:Choice>
              <mc:Fallback>
                <p:oleObj name="Equation" r:id="rId20" imgW="64617600" imgH="579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1482725"/>
                        <a:ext cx="60229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259497" y="2060848"/>
            <a:ext cx="1864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Theorem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22" grpId="0"/>
      <p:bldP spid="34826" grpId="0"/>
      <p:bldP spid="34828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80963" y="146050"/>
            <a:ext cx="873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  Use Newton-Raphson method to find the root of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2771" name="Object 5"/>
          <p:cNvGraphicFramePr>
            <a:graphicFrameLocks noChangeAspect="1"/>
          </p:cNvGraphicFramePr>
          <p:nvPr/>
        </p:nvGraphicFramePr>
        <p:xfrm>
          <a:off x="327934" y="758825"/>
          <a:ext cx="2024741" cy="453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8956000" imgH="5486400" progId="Equation.DSMT4">
                  <p:embed/>
                </p:oleObj>
              </mc:Choice>
              <mc:Fallback>
                <p:oleObj name="Equation" r:id="rId1" imgW="289560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34" y="758825"/>
                        <a:ext cx="2024741" cy="453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6"/>
          <p:cNvGraphicFramePr>
            <a:graphicFrameLocks noChangeAspect="1"/>
          </p:cNvGraphicFramePr>
          <p:nvPr/>
        </p:nvGraphicFramePr>
        <p:xfrm>
          <a:off x="4124325" y="808038"/>
          <a:ext cx="1139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06730" imgH="154305" progId="Equation.DSMT4">
                  <p:embed/>
                </p:oleObj>
              </mc:Choice>
              <mc:Fallback>
                <p:oleObj name="Equation" r:id="rId3" imgW="506730" imgH="15430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325" y="808038"/>
                        <a:ext cx="11398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7"/>
          <p:cNvSpPr txBox="1">
            <a:spLocks noChangeArrowheads="1"/>
          </p:cNvSpPr>
          <p:nvPr/>
        </p:nvSpPr>
        <p:spPr bwMode="auto">
          <a:xfrm>
            <a:off x="2425700" y="765175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started with 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32774" name="Text Box 8"/>
          <p:cNvSpPr txBox="1">
            <a:spLocks noChangeArrowheads="1"/>
          </p:cNvSpPr>
          <p:nvPr/>
        </p:nvSpPr>
        <p:spPr bwMode="auto">
          <a:xfrm>
            <a:off x="5291138" y="750888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and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32775" name="Object 9"/>
          <p:cNvGraphicFramePr>
            <a:graphicFrameLocks noChangeAspect="1"/>
          </p:cNvGraphicFramePr>
          <p:nvPr/>
        </p:nvGraphicFramePr>
        <p:xfrm>
          <a:off x="5967413" y="765175"/>
          <a:ext cx="981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429895" imgH="154305" progId="Equation.3">
                  <p:embed/>
                </p:oleObj>
              </mc:Choice>
              <mc:Fallback>
                <p:oleObj name="公式" r:id="rId5" imgW="429895" imgH="15430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765175"/>
                        <a:ext cx="9810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7021513" y="711200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respectively.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32777" name="Text Box 11"/>
          <p:cNvSpPr txBox="1">
            <a:spLocks noChangeArrowheads="1"/>
          </p:cNvSpPr>
          <p:nvPr/>
        </p:nvSpPr>
        <p:spPr bwMode="auto">
          <a:xfrm>
            <a:off x="179388" y="1341438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楷体_GB2312" pitchFamily="49" charset="-122"/>
              </a:rPr>
              <a:t>Solution  </a:t>
            </a:r>
            <a:endParaRPr lang="en-US" altLang="zh-CN" sz="2400" b="1" dirty="0">
              <a:solidFill>
                <a:srgbClr val="9900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32793" name="Object 12"/>
          <p:cNvGraphicFramePr>
            <a:graphicFrameLocks noChangeAspect="1"/>
          </p:cNvGraphicFramePr>
          <p:nvPr/>
        </p:nvGraphicFramePr>
        <p:xfrm>
          <a:off x="1713468" y="1341438"/>
          <a:ext cx="18081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870585" imgH="154305" progId="Equation.DSMT4">
                  <p:embed/>
                </p:oleObj>
              </mc:Choice>
              <mc:Fallback>
                <p:oleObj name="Equation" r:id="rId7" imgW="870585" imgH="15430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468" y="1341438"/>
                        <a:ext cx="180816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9" name="Text Box 14"/>
          <p:cNvSpPr txBox="1">
            <a:spLocks noChangeArrowheads="1"/>
          </p:cNvSpPr>
          <p:nvPr/>
        </p:nvSpPr>
        <p:spPr bwMode="auto">
          <a:xfrm>
            <a:off x="323528" y="2060575"/>
            <a:ext cx="5254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Newton-Raphson iterative formula: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32792" name="Object 17"/>
          <p:cNvGraphicFramePr>
            <a:graphicFrameLocks noChangeAspect="1"/>
          </p:cNvGraphicFramePr>
          <p:nvPr/>
        </p:nvGraphicFramePr>
        <p:xfrm>
          <a:off x="1979712" y="2636912"/>
          <a:ext cx="3095524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33223200" imgH="10972800" progId="Equation.DSMT4">
                  <p:embed/>
                </p:oleObj>
              </mc:Choice>
              <mc:Fallback>
                <p:oleObj name="Equation" r:id="rId9" imgW="33223200" imgH="10972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636912"/>
                        <a:ext cx="3095524" cy="86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25"/>
          <p:cNvGraphicFramePr>
            <a:graphicFrameLocks noChangeAspect="1"/>
          </p:cNvGraphicFramePr>
          <p:nvPr/>
        </p:nvGraphicFramePr>
        <p:xfrm>
          <a:off x="6084168" y="1341438"/>
          <a:ext cx="2304256" cy="87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33528000" imgH="11582400" progId="Equation.DSMT4">
                  <p:embed/>
                </p:oleObj>
              </mc:Choice>
              <mc:Fallback>
                <p:oleObj name="Equation" r:id="rId11" imgW="33528000" imgH="11582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1341438"/>
                        <a:ext cx="2304256" cy="8746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76760" y="3748261"/>
          <a:ext cx="8781615" cy="1404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3215"/>
                <a:gridCol w="1043215"/>
                <a:gridCol w="1043215"/>
                <a:gridCol w="1043215"/>
                <a:gridCol w="1043215"/>
                <a:gridCol w="1043215"/>
                <a:gridCol w="1043215"/>
                <a:gridCol w="398990"/>
                <a:gridCol w="1080120"/>
              </a:tblGrid>
              <a:tr h="468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2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3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4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5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…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 anchor="ctr"/>
                </a:tc>
              </a:tr>
              <a:tr h="46805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8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-2.400000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-2.076190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-2.003596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-2.000009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/>
                </a:tc>
              </a:tr>
              <a:tr h="46805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1.200000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1.103030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1.052356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1.026401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1.013258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1.006643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1.000208</a:t>
                      </a:r>
                      <a:endParaRPr lang="zh-CN" altLang="en-US" sz="1600" b="1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5520642" y="2389089"/>
          <a:ext cx="1190703" cy="35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6764000" imgH="4876800" progId="Equation.DSMT4">
                  <p:embed/>
                </p:oleObj>
              </mc:Choice>
              <mc:Fallback>
                <p:oleObj name="Equation" r:id="rId13" imgW="16764000" imgH="4876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642" y="2389089"/>
                        <a:ext cx="1190703" cy="35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6853445" y="2376979"/>
          <a:ext cx="1966705" cy="832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24993600" imgH="10363200" progId="Equation.DSMT4">
                  <p:embed/>
                </p:oleObj>
              </mc:Choice>
              <mc:Fallback>
                <p:oleObj name="Equation" r:id="rId15" imgW="24993600" imgH="1036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445" y="2376979"/>
                        <a:ext cx="1966705" cy="83259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9734" y="4827012"/>
          <a:ext cx="8781615" cy="1404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3215"/>
                <a:gridCol w="1043215"/>
                <a:gridCol w="1043215"/>
                <a:gridCol w="1043215"/>
                <a:gridCol w="1043215"/>
                <a:gridCol w="1043215"/>
                <a:gridCol w="1043215"/>
                <a:gridCol w="398990"/>
                <a:gridCol w="1080120"/>
              </a:tblGrid>
              <a:tr h="468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2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3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4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5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…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5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8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-2.400000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-2.076190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-2.003596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-2.000009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5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1.200000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1.103030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1.052356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1.026401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1.013258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1.006643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1.000208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933594" y="2115206"/>
          <a:ext cx="3600400" cy="2547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328"/>
                <a:gridCol w="1086539"/>
                <a:gridCol w="1037792"/>
                <a:gridCol w="1037741"/>
              </a:tblGrid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n+</a:t>
                      </a:r>
                      <a:r>
                        <a:rPr lang="en-US" altLang="zh-CN" sz="1600" b="1" i="0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|/|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baseline="30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4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9512" y="2132856"/>
          <a:ext cx="3569015" cy="20670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881"/>
                <a:gridCol w="1087120"/>
                <a:gridCol w="995680"/>
                <a:gridCol w="1049334"/>
              </a:tblGrid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n+</a:t>
                      </a:r>
                      <a:r>
                        <a:rPr lang="en-US" altLang="zh-CN" sz="1600" b="1" i="0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|/|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r>
                        <a:rPr lang="en-US" altLang="zh-CN" sz="1600" b="1" i="0" baseline="30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i="1" baseline="30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-2.076190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0.076190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0.47619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-2.003596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0.003596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0.619469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7258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-2.000009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-2.000000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0.000009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0.000000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0.664277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0.666655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0963" y="146050"/>
            <a:ext cx="873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  Use Newton-Raphson method to find the root of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63885" y="666756"/>
          <a:ext cx="1868530" cy="469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8956000" imgH="5486400" progId="Equation.DSMT4">
                  <p:embed/>
                </p:oleObj>
              </mc:Choice>
              <mc:Fallback>
                <p:oleObj name="Equation" r:id="rId1" imgW="289560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85" y="666756"/>
                        <a:ext cx="1868530" cy="469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116988" y="675933"/>
          <a:ext cx="1139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" imgW="506730" imgH="154305" progId="Equation.DSMT4">
                  <p:embed/>
                </p:oleObj>
              </mc:Choice>
              <mc:Fallback>
                <p:oleObj name="Equation" r:id="rId3" imgW="506730" imgH="15430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988" y="675933"/>
                        <a:ext cx="11398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418363" y="633070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started with 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960076" y="633070"/>
          <a:ext cx="981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公式" r:id="rId5" imgW="429895" imgH="154305" progId="Equation.3">
                  <p:embed/>
                </p:oleObj>
              </mc:Choice>
              <mc:Fallback>
                <p:oleObj name="公式" r:id="rId5" imgW="429895" imgH="15430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0076" y="633070"/>
                        <a:ext cx="9810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7014176" y="579095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respectively.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13" name="Object 25"/>
          <p:cNvGraphicFramePr>
            <a:graphicFrameLocks noChangeAspect="1"/>
          </p:cNvGraphicFramePr>
          <p:nvPr/>
        </p:nvGraphicFramePr>
        <p:xfrm>
          <a:off x="5138544" y="1127585"/>
          <a:ext cx="36052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7" imgW="53949600" imgH="5486400" progId="Equation.DSMT4">
                  <p:embed/>
                </p:oleObj>
              </mc:Choice>
              <mc:Fallback>
                <p:oleObj name="Equation" r:id="rId7" imgW="539496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544" y="1127585"/>
                        <a:ext cx="3605213" cy="377825"/>
                      </a:xfrm>
                      <a:prstGeom prst="rect">
                        <a:avLst/>
                      </a:prstGeom>
                      <a:noFill/>
                      <a:ln w="12700" cmpd="dbl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456186" y="2472167"/>
          <a:ext cx="1046480" cy="21852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480"/>
              </a:tblGrid>
              <a:tr h="3737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0.2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0.103030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6500140" y="2842994"/>
          <a:ext cx="1050842" cy="1801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842"/>
              </a:tblGrid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0.515152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0.508165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0.504252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0.502171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0.501098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5253591" y="606240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and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18" name="Object 25"/>
          <p:cNvGraphicFramePr>
            <a:graphicFrameLocks noChangeAspect="1"/>
          </p:cNvGraphicFramePr>
          <p:nvPr/>
        </p:nvGraphicFramePr>
        <p:xfrm>
          <a:off x="2332415" y="1244952"/>
          <a:ext cx="1495091" cy="796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9" imgW="19507200" imgH="11277600" progId="Equation.DSMT4">
                  <p:embed/>
                </p:oleObj>
              </mc:Choice>
              <mc:Fallback>
                <p:oleObj name="Equation" r:id="rId9" imgW="19507200" imgH="11277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415" y="1244952"/>
                        <a:ext cx="1495091" cy="796528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7606582" y="2591816"/>
          <a:ext cx="1213568" cy="7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1" imgW="16459200" imgH="9753600" progId="Equation.DSMT4">
                  <p:embed/>
                </p:oleObj>
              </mc:Choice>
              <mc:Fallback>
                <p:oleObj name="Equation" r:id="rId11" imgW="16459200" imgH="9753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6582" y="2591816"/>
                        <a:ext cx="1213568" cy="73365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/>
          <p:cNvSpPr txBox="1">
            <a:spLocks noChangeArrowheads="1"/>
          </p:cNvSpPr>
          <p:nvPr/>
        </p:nvSpPr>
        <p:spPr bwMode="auto">
          <a:xfrm>
            <a:off x="250825" y="188913"/>
            <a:ext cx="6913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Convergence of the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Secand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Method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7892" name="Text Box 6"/>
          <p:cNvSpPr txBox="1">
            <a:spLocks noChangeArrowheads="1"/>
          </p:cNvSpPr>
          <p:nvPr/>
        </p:nvSpPr>
        <p:spPr bwMode="auto">
          <a:xfrm>
            <a:off x="323850" y="765175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Theorem</a:t>
            </a:r>
            <a:endParaRPr lang="en-US" altLang="zh-CN" sz="2400" b="1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7893" name="Object 7"/>
          <p:cNvGraphicFramePr>
            <a:graphicFrameLocks noChangeAspect="1"/>
          </p:cNvGraphicFramePr>
          <p:nvPr/>
        </p:nvGraphicFramePr>
        <p:xfrm>
          <a:off x="1736725" y="815975"/>
          <a:ext cx="710088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公式" r:id="rId1" imgW="3784600" imgH="203200" progId="Equation.3">
                  <p:embed/>
                </p:oleObj>
              </mc:Choice>
              <mc:Fallback>
                <p:oleObj name="公式" r:id="rId1" imgW="37846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815975"/>
                        <a:ext cx="710088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8"/>
          <p:cNvGraphicFramePr>
            <a:graphicFrameLocks noChangeAspect="1"/>
          </p:cNvGraphicFramePr>
          <p:nvPr/>
        </p:nvGraphicFramePr>
        <p:xfrm>
          <a:off x="900113" y="1341438"/>
          <a:ext cx="71072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3898900" imgH="203200" progId="Equation.3">
                  <p:embed/>
                </p:oleObj>
              </mc:Choice>
              <mc:Fallback>
                <p:oleObj name="公式" r:id="rId3" imgW="38989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341438"/>
                        <a:ext cx="71072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9"/>
          <p:cNvGraphicFramePr>
            <a:graphicFrameLocks noChangeAspect="1"/>
          </p:cNvGraphicFramePr>
          <p:nvPr/>
        </p:nvGraphicFramePr>
        <p:xfrm>
          <a:off x="971550" y="1700213"/>
          <a:ext cx="5554663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3048000" imgH="685800" progId="Equation.3">
                  <p:embed/>
                </p:oleObj>
              </mc:Choice>
              <mc:Fallback>
                <p:oleObj name="公式" r:id="rId5" imgW="3048000" imgH="685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700213"/>
                        <a:ext cx="5554663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11"/>
          <p:cNvGraphicFramePr>
            <a:graphicFrameLocks noChangeAspect="1"/>
          </p:cNvGraphicFramePr>
          <p:nvPr/>
        </p:nvGraphicFramePr>
        <p:xfrm>
          <a:off x="1042988" y="2781300"/>
          <a:ext cx="6815137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7" imgW="3416300" imgH="647700" progId="Equation.3">
                  <p:embed/>
                </p:oleObj>
              </mc:Choice>
              <mc:Fallback>
                <p:oleObj name="公式" r:id="rId7" imgW="3416300" imgH="6477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781300"/>
                        <a:ext cx="6815137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12"/>
          <p:cNvGraphicFramePr>
            <a:graphicFrameLocks noChangeAspect="1"/>
          </p:cNvGraphicFramePr>
          <p:nvPr/>
        </p:nvGraphicFramePr>
        <p:xfrm>
          <a:off x="1187450" y="4076700"/>
          <a:ext cx="5545138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78028800" imgH="15544800" progId="Equation.DSMT4">
                  <p:embed/>
                </p:oleObj>
              </mc:Choice>
              <mc:Fallback>
                <p:oleObj name="Equation" r:id="rId9" imgW="78028800" imgH="15544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76700"/>
                        <a:ext cx="5545138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147" name="Group 35"/>
          <p:cNvGrpSpPr/>
          <p:nvPr/>
        </p:nvGrpSpPr>
        <p:grpSpPr bwMode="auto">
          <a:xfrm>
            <a:off x="3071052" y="2715051"/>
            <a:ext cx="2484994" cy="2434175"/>
            <a:chOff x="2784" y="816"/>
            <a:chExt cx="1824" cy="1834"/>
          </a:xfrm>
          <a:solidFill>
            <a:schemeClr val="bg1"/>
          </a:solidFill>
        </p:grpSpPr>
        <p:sp>
          <p:nvSpPr>
            <p:cNvPr id="28713" name="Rectangle 36"/>
            <p:cNvSpPr>
              <a:spLocks noChangeArrowheads="1"/>
            </p:cNvSpPr>
            <p:nvPr/>
          </p:nvSpPr>
          <p:spPr bwMode="auto">
            <a:xfrm>
              <a:off x="3176" y="2357"/>
              <a:ext cx="143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4" name="Rectangle 37"/>
            <p:cNvSpPr>
              <a:spLocks noChangeArrowheads="1"/>
            </p:cNvSpPr>
            <p:nvPr/>
          </p:nvSpPr>
          <p:spPr bwMode="auto">
            <a:xfrm>
              <a:off x="2784" y="2357"/>
              <a:ext cx="39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5" name="Rectangle 38"/>
            <p:cNvSpPr>
              <a:spLocks noChangeArrowheads="1"/>
            </p:cNvSpPr>
            <p:nvPr/>
          </p:nvSpPr>
          <p:spPr bwMode="auto">
            <a:xfrm>
              <a:off x="3176" y="2056"/>
              <a:ext cx="143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6" name="Rectangle 39"/>
            <p:cNvSpPr>
              <a:spLocks noChangeArrowheads="1"/>
            </p:cNvSpPr>
            <p:nvPr/>
          </p:nvSpPr>
          <p:spPr bwMode="auto">
            <a:xfrm>
              <a:off x="2784" y="2056"/>
              <a:ext cx="39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7" name="Rectangle 40"/>
            <p:cNvSpPr>
              <a:spLocks noChangeArrowheads="1"/>
            </p:cNvSpPr>
            <p:nvPr/>
          </p:nvSpPr>
          <p:spPr bwMode="auto">
            <a:xfrm>
              <a:off x="3176" y="1745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0.7390851781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8" name="Rectangle 41"/>
            <p:cNvSpPr>
              <a:spLocks noChangeArrowheads="1"/>
            </p:cNvSpPr>
            <p:nvPr/>
          </p:nvSpPr>
          <p:spPr bwMode="auto">
            <a:xfrm>
              <a:off x="2784" y="1745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9" name="Rectangle 42"/>
            <p:cNvSpPr>
              <a:spLocks noChangeArrowheads="1"/>
            </p:cNvSpPr>
            <p:nvPr/>
          </p:nvSpPr>
          <p:spPr bwMode="auto">
            <a:xfrm>
              <a:off x="3176" y="1453"/>
              <a:ext cx="143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0.7395361337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0" name="Rectangle 43"/>
            <p:cNvSpPr>
              <a:spLocks noChangeArrowheads="1"/>
            </p:cNvSpPr>
            <p:nvPr/>
          </p:nvSpPr>
          <p:spPr bwMode="auto">
            <a:xfrm>
              <a:off x="2784" y="1453"/>
              <a:ext cx="39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1" name="Rectangle 44"/>
            <p:cNvSpPr>
              <a:spLocks noChangeArrowheads="1"/>
            </p:cNvSpPr>
            <p:nvPr/>
          </p:nvSpPr>
          <p:spPr bwMode="auto">
            <a:xfrm>
              <a:off x="3176" y="1142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2" name="Rectangle 45"/>
            <p:cNvSpPr>
              <a:spLocks noChangeArrowheads="1"/>
            </p:cNvSpPr>
            <p:nvPr/>
          </p:nvSpPr>
          <p:spPr bwMode="auto">
            <a:xfrm>
              <a:off x="2784" y="1142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3" name="Rectangle 46"/>
            <p:cNvSpPr>
              <a:spLocks noChangeArrowheads="1"/>
            </p:cNvSpPr>
            <p:nvPr/>
          </p:nvSpPr>
          <p:spPr bwMode="auto">
            <a:xfrm>
              <a:off x="3176" y="816"/>
              <a:ext cx="143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4" name="Rectangle 47"/>
            <p:cNvSpPr>
              <a:spLocks noChangeArrowheads="1"/>
            </p:cNvSpPr>
            <p:nvPr/>
          </p:nvSpPr>
          <p:spPr bwMode="auto">
            <a:xfrm>
              <a:off x="2784" y="816"/>
              <a:ext cx="39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Line 48"/>
            <p:cNvSpPr>
              <a:spLocks noChangeShapeType="1"/>
            </p:cNvSpPr>
            <p:nvPr/>
          </p:nvSpPr>
          <p:spPr bwMode="auto">
            <a:xfrm>
              <a:off x="2784" y="816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6" name="Line 49"/>
            <p:cNvSpPr>
              <a:spLocks noChangeShapeType="1"/>
            </p:cNvSpPr>
            <p:nvPr/>
          </p:nvSpPr>
          <p:spPr bwMode="auto">
            <a:xfrm>
              <a:off x="2784" y="1142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7" name="Line 50"/>
            <p:cNvSpPr>
              <a:spLocks noChangeShapeType="1"/>
            </p:cNvSpPr>
            <p:nvPr/>
          </p:nvSpPr>
          <p:spPr bwMode="auto">
            <a:xfrm>
              <a:off x="2784" y="1453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8" name="Line 51"/>
            <p:cNvSpPr>
              <a:spLocks noChangeShapeType="1"/>
            </p:cNvSpPr>
            <p:nvPr/>
          </p:nvSpPr>
          <p:spPr bwMode="auto">
            <a:xfrm>
              <a:off x="2784" y="1745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9" name="Line 52"/>
            <p:cNvSpPr>
              <a:spLocks noChangeShapeType="1"/>
            </p:cNvSpPr>
            <p:nvPr/>
          </p:nvSpPr>
          <p:spPr bwMode="auto">
            <a:xfrm>
              <a:off x="2784" y="2056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0" name="Line 53"/>
            <p:cNvSpPr>
              <a:spLocks noChangeShapeType="1"/>
            </p:cNvSpPr>
            <p:nvPr/>
          </p:nvSpPr>
          <p:spPr bwMode="auto">
            <a:xfrm>
              <a:off x="2784" y="2357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1" name="Line 54"/>
            <p:cNvSpPr>
              <a:spLocks noChangeShapeType="1"/>
            </p:cNvSpPr>
            <p:nvPr/>
          </p:nvSpPr>
          <p:spPr bwMode="auto">
            <a:xfrm>
              <a:off x="2784" y="2650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2" name="Line 55"/>
            <p:cNvSpPr>
              <a:spLocks noChangeShapeType="1"/>
            </p:cNvSpPr>
            <p:nvPr/>
          </p:nvSpPr>
          <p:spPr bwMode="auto">
            <a:xfrm>
              <a:off x="2784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3" name="Line 56"/>
            <p:cNvSpPr>
              <a:spLocks noChangeShapeType="1"/>
            </p:cNvSpPr>
            <p:nvPr/>
          </p:nvSpPr>
          <p:spPr bwMode="auto">
            <a:xfrm>
              <a:off x="3176" y="816"/>
              <a:ext cx="0" cy="183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4" name="Line 57"/>
            <p:cNvSpPr>
              <a:spLocks noChangeShapeType="1"/>
            </p:cNvSpPr>
            <p:nvPr/>
          </p:nvSpPr>
          <p:spPr bwMode="auto">
            <a:xfrm>
              <a:off x="4608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735" name="Object 58"/>
            <p:cNvGraphicFramePr>
              <a:graphicFrameLocks noChangeAspect="1"/>
            </p:cNvGraphicFramePr>
            <p:nvPr/>
          </p:nvGraphicFramePr>
          <p:xfrm>
            <a:off x="3332" y="826"/>
            <a:ext cx="78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Equation" r:id="rId1" imgW="431800" imgH="228600" progId="Equation.DSMT4">
                    <p:embed/>
                  </p:oleObj>
                </mc:Choice>
                <mc:Fallback>
                  <p:oleObj name="Equation" r:id="rId1" imgW="431800" imgH="2286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2" y="826"/>
                          <a:ext cx="78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8171" name="Group 59"/>
          <p:cNvGrpSpPr/>
          <p:nvPr/>
        </p:nvGrpSpPr>
        <p:grpSpPr bwMode="auto">
          <a:xfrm>
            <a:off x="347168" y="2678591"/>
            <a:ext cx="2576253" cy="3251671"/>
            <a:chOff x="0" y="1680"/>
            <a:chExt cx="2112" cy="2640"/>
          </a:xfrm>
          <a:noFill/>
        </p:grpSpPr>
        <p:sp>
          <p:nvSpPr>
            <p:cNvPr id="28681" name="Rectangle 60"/>
            <p:cNvSpPr>
              <a:spLocks noChangeArrowheads="1"/>
            </p:cNvSpPr>
            <p:nvPr/>
          </p:nvSpPr>
          <p:spPr bwMode="auto">
            <a:xfrm>
              <a:off x="528" y="4033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0.7361282565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Rectangle 61"/>
            <p:cNvSpPr>
              <a:spLocks noChangeArrowheads="1"/>
            </p:cNvSpPr>
            <p:nvPr/>
          </p:nvSpPr>
          <p:spPr bwMode="auto">
            <a:xfrm>
              <a:off x="0" y="4033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Rectangle 62"/>
            <p:cNvSpPr>
              <a:spLocks noChangeArrowheads="1"/>
            </p:cNvSpPr>
            <p:nvPr/>
          </p:nvSpPr>
          <p:spPr bwMode="auto">
            <a:xfrm>
              <a:off x="528" y="3746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0.7434642113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4" name="Rectangle 63"/>
            <p:cNvSpPr>
              <a:spLocks noChangeArrowheads="1"/>
            </p:cNvSpPr>
            <p:nvPr/>
          </p:nvSpPr>
          <p:spPr bwMode="auto">
            <a:xfrm>
              <a:off x="0" y="3746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5" name="Rectangle 64"/>
            <p:cNvSpPr>
              <a:spLocks noChangeArrowheads="1"/>
            </p:cNvSpPr>
            <p:nvPr/>
          </p:nvSpPr>
          <p:spPr bwMode="auto">
            <a:xfrm>
              <a:off x="528" y="3459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0.7345608446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Rectangle 65"/>
            <p:cNvSpPr>
              <a:spLocks noChangeArrowheads="1"/>
            </p:cNvSpPr>
            <p:nvPr/>
          </p:nvSpPr>
          <p:spPr bwMode="auto">
            <a:xfrm>
              <a:off x="0" y="3459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Rectangle 66"/>
            <p:cNvSpPr>
              <a:spLocks noChangeArrowheads="1"/>
            </p:cNvSpPr>
            <p:nvPr/>
          </p:nvSpPr>
          <p:spPr bwMode="auto">
            <a:xfrm>
              <a:off x="528" y="3172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0.7487198858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8" name="Rectangle 67"/>
            <p:cNvSpPr>
              <a:spLocks noChangeArrowheads="1"/>
            </p:cNvSpPr>
            <p:nvPr/>
          </p:nvSpPr>
          <p:spPr bwMode="auto">
            <a:xfrm>
              <a:off x="0" y="3172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9" name="Rectangle 68"/>
            <p:cNvSpPr>
              <a:spLocks noChangeArrowheads="1"/>
            </p:cNvSpPr>
            <p:nvPr/>
          </p:nvSpPr>
          <p:spPr bwMode="auto">
            <a:xfrm>
              <a:off x="528" y="2885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0.7246674808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Rectangle 69"/>
            <p:cNvSpPr>
              <a:spLocks noChangeArrowheads="1"/>
            </p:cNvSpPr>
            <p:nvPr/>
          </p:nvSpPr>
          <p:spPr bwMode="auto">
            <a:xfrm>
              <a:off x="0" y="2885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1" name="Rectangle 70"/>
            <p:cNvSpPr>
              <a:spLocks noChangeArrowheads="1"/>
            </p:cNvSpPr>
            <p:nvPr/>
          </p:nvSpPr>
          <p:spPr bwMode="auto">
            <a:xfrm>
              <a:off x="528" y="2598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0.7602445972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2" name="Rectangle 71"/>
            <p:cNvSpPr>
              <a:spLocks noChangeArrowheads="1"/>
            </p:cNvSpPr>
            <p:nvPr/>
          </p:nvSpPr>
          <p:spPr bwMode="auto">
            <a:xfrm>
              <a:off x="0" y="2598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Rectangle 72"/>
            <p:cNvSpPr>
              <a:spLocks noChangeArrowheads="1"/>
            </p:cNvSpPr>
            <p:nvPr/>
          </p:nvSpPr>
          <p:spPr bwMode="auto">
            <a:xfrm>
              <a:off x="528" y="2311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0.7071067810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Rectangle 73"/>
            <p:cNvSpPr>
              <a:spLocks noChangeArrowheads="1"/>
            </p:cNvSpPr>
            <p:nvPr/>
          </p:nvSpPr>
          <p:spPr bwMode="auto">
            <a:xfrm>
              <a:off x="0" y="2311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Rectangle 74"/>
            <p:cNvSpPr>
              <a:spLocks noChangeArrowheads="1"/>
            </p:cNvSpPr>
            <p:nvPr/>
          </p:nvSpPr>
          <p:spPr bwMode="auto">
            <a:xfrm>
              <a:off x="528" y="2024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Rectangle 75"/>
            <p:cNvSpPr>
              <a:spLocks noChangeArrowheads="1"/>
            </p:cNvSpPr>
            <p:nvPr/>
          </p:nvSpPr>
          <p:spPr bwMode="auto">
            <a:xfrm>
              <a:off x="0" y="2024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Rectangle 76"/>
            <p:cNvSpPr>
              <a:spLocks noChangeArrowheads="1"/>
            </p:cNvSpPr>
            <p:nvPr/>
          </p:nvSpPr>
          <p:spPr bwMode="auto">
            <a:xfrm>
              <a:off x="528" y="1698"/>
              <a:ext cx="1584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Rectangle 77"/>
            <p:cNvSpPr>
              <a:spLocks noChangeArrowheads="1"/>
            </p:cNvSpPr>
            <p:nvPr/>
          </p:nvSpPr>
          <p:spPr bwMode="auto">
            <a:xfrm>
              <a:off x="0" y="1698"/>
              <a:ext cx="528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Line 78"/>
            <p:cNvSpPr>
              <a:spLocks noChangeShapeType="1"/>
            </p:cNvSpPr>
            <p:nvPr/>
          </p:nvSpPr>
          <p:spPr bwMode="auto">
            <a:xfrm>
              <a:off x="0" y="1698"/>
              <a:ext cx="2112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0" name="Line 79"/>
            <p:cNvSpPr>
              <a:spLocks noChangeShapeType="1"/>
            </p:cNvSpPr>
            <p:nvPr/>
          </p:nvSpPr>
          <p:spPr bwMode="auto">
            <a:xfrm>
              <a:off x="0" y="2024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1" name="Line 80"/>
            <p:cNvSpPr>
              <a:spLocks noChangeShapeType="1"/>
            </p:cNvSpPr>
            <p:nvPr/>
          </p:nvSpPr>
          <p:spPr bwMode="auto">
            <a:xfrm>
              <a:off x="0" y="2311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2" name="Line 81"/>
            <p:cNvSpPr>
              <a:spLocks noChangeShapeType="1"/>
            </p:cNvSpPr>
            <p:nvPr/>
          </p:nvSpPr>
          <p:spPr bwMode="auto">
            <a:xfrm>
              <a:off x="0" y="2598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3" name="Line 82"/>
            <p:cNvSpPr>
              <a:spLocks noChangeShapeType="1"/>
            </p:cNvSpPr>
            <p:nvPr/>
          </p:nvSpPr>
          <p:spPr bwMode="auto">
            <a:xfrm>
              <a:off x="0" y="2885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4" name="Line 83"/>
            <p:cNvSpPr>
              <a:spLocks noChangeShapeType="1"/>
            </p:cNvSpPr>
            <p:nvPr/>
          </p:nvSpPr>
          <p:spPr bwMode="auto">
            <a:xfrm>
              <a:off x="0" y="3172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5" name="Line 84"/>
            <p:cNvSpPr>
              <a:spLocks noChangeShapeType="1"/>
            </p:cNvSpPr>
            <p:nvPr/>
          </p:nvSpPr>
          <p:spPr bwMode="auto">
            <a:xfrm>
              <a:off x="0" y="3459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6" name="Line 85"/>
            <p:cNvSpPr>
              <a:spLocks noChangeShapeType="1"/>
            </p:cNvSpPr>
            <p:nvPr/>
          </p:nvSpPr>
          <p:spPr bwMode="auto">
            <a:xfrm>
              <a:off x="0" y="3746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7" name="Line 86"/>
            <p:cNvSpPr>
              <a:spLocks noChangeShapeType="1"/>
            </p:cNvSpPr>
            <p:nvPr/>
          </p:nvSpPr>
          <p:spPr bwMode="auto">
            <a:xfrm>
              <a:off x="0" y="4033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8" name="Line 87"/>
            <p:cNvSpPr>
              <a:spLocks noChangeShapeType="1"/>
            </p:cNvSpPr>
            <p:nvPr/>
          </p:nvSpPr>
          <p:spPr bwMode="auto">
            <a:xfrm>
              <a:off x="0" y="4320"/>
              <a:ext cx="2112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9" name="Line 88"/>
            <p:cNvSpPr>
              <a:spLocks noChangeShapeType="1"/>
            </p:cNvSpPr>
            <p:nvPr/>
          </p:nvSpPr>
          <p:spPr bwMode="auto">
            <a:xfrm>
              <a:off x="0" y="1698"/>
              <a:ext cx="0" cy="2622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10" name="Line 89"/>
            <p:cNvSpPr>
              <a:spLocks noChangeShapeType="1"/>
            </p:cNvSpPr>
            <p:nvPr/>
          </p:nvSpPr>
          <p:spPr bwMode="auto">
            <a:xfrm>
              <a:off x="528" y="1698"/>
              <a:ext cx="0" cy="262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11" name="Line 90"/>
            <p:cNvSpPr>
              <a:spLocks noChangeShapeType="1"/>
            </p:cNvSpPr>
            <p:nvPr/>
          </p:nvSpPr>
          <p:spPr bwMode="auto">
            <a:xfrm>
              <a:off x="2112" y="1698"/>
              <a:ext cx="0" cy="2622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712" name="Object 91"/>
            <p:cNvGraphicFramePr>
              <a:graphicFrameLocks noChangeAspect="1"/>
            </p:cNvGraphicFramePr>
            <p:nvPr/>
          </p:nvGraphicFramePr>
          <p:xfrm>
            <a:off x="775" y="1680"/>
            <a:ext cx="72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393700" imgH="228600" progId="Equation.DSMT4">
                    <p:embed/>
                  </p:oleObj>
                </mc:Choice>
                <mc:Fallback>
                  <p:oleObj name="Equation" r:id="rId3" imgW="393700" imgH="228600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1680"/>
                          <a:ext cx="72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77" name="对象 1"/>
          <p:cNvGraphicFramePr>
            <a:graphicFrameLocks noChangeAspect="1"/>
          </p:cNvGraphicFramePr>
          <p:nvPr/>
        </p:nvGraphicFramePr>
        <p:xfrm>
          <a:off x="133350" y="95250"/>
          <a:ext cx="8542338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08813600" imgH="14935200" progId="Equation.DSMT4">
                  <p:embed/>
                </p:oleObj>
              </mc:Choice>
              <mc:Fallback>
                <p:oleObj name="Equation" r:id="rId5" imgW="108813600" imgH="14935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" y="95250"/>
                        <a:ext cx="8542338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084168" y="1878013"/>
          <a:ext cx="19383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25298400" imgH="9753600" progId="Equation.DSMT4">
                  <p:embed/>
                </p:oleObj>
              </mc:Choice>
              <mc:Fallback>
                <p:oleObj name="Equation" r:id="rId7" imgW="25298400" imgH="975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1878013"/>
                        <a:ext cx="193833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0324" y="1164473"/>
          <a:ext cx="2711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37490400" imgH="9753600" progId="Equation.DSMT4">
                  <p:embed/>
                </p:oleObj>
              </mc:Choice>
              <mc:Fallback>
                <p:oleObj name="Equation" r:id="rId9" imgW="37490400" imgH="9753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24" y="1164473"/>
                        <a:ext cx="2711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73425" y="1169988"/>
          <a:ext cx="39798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55168800" imgH="10668000" progId="Equation.DSMT4">
                  <p:embed/>
                </p:oleObj>
              </mc:Choice>
              <mc:Fallback>
                <p:oleObj name="Equation" r:id="rId11" imgW="55168800" imgH="10668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1169988"/>
                        <a:ext cx="39798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/>
          <p:cNvGraphicFramePr>
            <a:graphicFrameLocks noChangeAspect="1"/>
          </p:cNvGraphicFramePr>
          <p:nvPr/>
        </p:nvGraphicFramePr>
        <p:xfrm>
          <a:off x="178227" y="1826619"/>
          <a:ext cx="57467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3" imgW="74980800" imgH="11277600" progId="Equation.DSMT4">
                  <p:embed/>
                </p:oleObj>
              </mc:Choice>
              <mc:Fallback>
                <p:oleObj name="Equation" r:id="rId13" imgW="74980800" imgH="11277600" progId="Equation.DSMT4">
                  <p:embed/>
                  <p:pic>
                    <p:nvPicPr>
                      <p:cNvPr id="0" name="对象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27" y="1826619"/>
                        <a:ext cx="57467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8116" name="Group 4"/>
          <p:cNvGrpSpPr/>
          <p:nvPr/>
        </p:nvGrpSpPr>
        <p:grpSpPr bwMode="auto">
          <a:xfrm>
            <a:off x="5744335" y="2721668"/>
            <a:ext cx="2484994" cy="2942934"/>
            <a:chOff x="9" y="2160"/>
            <a:chExt cx="1881" cy="2178"/>
          </a:xfrm>
          <a:solidFill>
            <a:schemeClr val="bg1"/>
          </a:solidFill>
        </p:grpSpPr>
        <p:sp>
          <p:nvSpPr>
            <p:cNvPr id="28736" name="Rectangle 5"/>
            <p:cNvSpPr>
              <a:spLocks noChangeArrowheads="1"/>
            </p:cNvSpPr>
            <p:nvPr/>
          </p:nvSpPr>
          <p:spPr bwMode="auto">
            <a:xfrm>
              <a:off x="402" y="3753"/>
              <a:ext cx="1488" cy="2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  0.7390851493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8737" name="Group 6"/>
            <p:cNvGrpSpPr/>
            <p:nvPr/>
          </p:nvGrpSpPr>
          <p:grpSpPr bwMode="auto">
            <a:xfrm>
              <a:off x="9" y="2160"/>
              <a:ext cx="1872" cy="2178"/>
              <a:chOff x="18" y="2208"/>
              <a:chExt cx="1872" cy="2112"/>
            </a:xfrm>
            <a:grpFill/>
          </p:grpSpPr>
          <p:sp>
            <p:nvSpPr>
              <p:cNvPr id="28738" name="Rectangle 7"/>
              <p:cNvSpPr>
                <a:spLocks noChangeArrowheads="1"/>
              </p:cNvSpPr>
              <p:nvPr/>
            </p:nvSpPr>
            <p:spPr bwMode="auto">
              <a:xfrm>
                <a:off x="402" y="4032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0.7390851332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39" name="Rectangle 8"/>
              <p:cNvSpPr>
                <a:spLocks noChangeArrowheads="1"/>
              </p:cNvSpPr>
              <p:nvPr/>
            </p:nvSpPr>
            <p:spPr bwMode="auto">
              <a:xfrm>
                <a:off x="18" y="4032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0" name="Rectangle 9"/>
              <p:cNvSpPr>
                <a:spLocks noChangeArrowheads="1"/>
              </p:cNvSpPr>
              <p:nvPr/>
            </p:nvSpPr>
            <p:spPr bwMode="auto">
              <a:xfrm>
                <a:off x="18" y="3744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1" name="Rectangle 10"/>
              <p:cNvSpPr>
                <a:spLocks noChangeArrowheads="1"/>
              </p:cNvSpPr>
              <p:nvPr/>
            </p:nvSpPr>
            <p:spPr bwMode="auto">
              <a:xfrm>
                <a:off x="402" y="3456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 0.7390581392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2" name="Rectangle 11"/>
              <p:cNvSpPr>
                <a:spLocks noChangeArrowheads="1"/>
              </p:cNvSpPr>
              <p:nvPr/>
            </p:nvSpPr>
            <p:spPr bwMode="auto">
              <a:xfrm>
                <a:off x="18" y="3456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3" name="Rectangle 12"/>
              <p:cNvSpPr>
                <a:spLocks noChangeArrowheads="1"/>
              </p:cNvSpPr>
              <p:nvPr/>
            </p:nvSpPr>
            <p:spPr bwMode="auto">
              <a:xfrm>
                <a:off x="402" y="3120"/>
                <a:ext cx="1488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0.7363841388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4" name="Rectangle 13"/>
              <p:cNvSpPr>
                <a:spLocks noChangeArrowheads="1"/>
              </p:cNvSpPr>
              <p:nvPr/>
            </p:nvSpPr>
            <p:spPr bwMode="auto">
              <a:xfrm>
                <a:off x="18" y="3120"/>
                <a:ext cx="384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5" name="Rectangle 14"/>
              <p:cNvSpPr>
                <a:spLocks noChangeArrowheads="1"/>
              </p:cNvSpPr>
              <p:nvPr/>
            </p:nvSpPr>
            <p:spPr bwMode="auto">
              <a:xfrm>
                <a:off x="402" y="2832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0.7853981635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6" name="Rectangle 15"/>
              <p:cNvSpPr>
                <a:spLocks noChangeArrowheads="1"/>
              </p:cNvSpPr>
              <p:nvPr/>
            </p:nvSpPr>
            <p:spPr bwMode="auto">
              <a:xfrm>
                <a:off x="18" y="2832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7" name="Rectangle 16"/>
              <p:cNvSpPr>
                <a:spLocks noChangeArrowheads="1"/>
              </p:cNvSpPr>
              <p:nvPr/>
            </p:nvSpPr>
            <p:spPr bwMode="auto">
              <a:xfrm>
                <a:off x="402" y="2544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  0.5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8" name="Rectangle 17"/>
              <p:cNvSpPr>
                <a:spLocks noChangeArrowheads="1"/>
              </p:cNvSpPr>
              <p:nvPr/>
            </p:nvSpPr>
            <p:spPr bwMode="auto">
              <a:xfrm>
                <a:off x="18" y="2544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9" name="Rectangle 18"/>
              <p:cNvSpPr>
                <a:spLocks noChangeArrowheads="1"/>
              </p:cNvSpPr>
              <p:nvPr/>
            </p:nvSpPr>
            <p:spPr bwMode="auto">
              <a:xfrm>
                <a:off x="402" y="2208"/>
                <a:ext cx="1488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endParaRPr lang="zh-CN" altLang="zh-CN" sz="18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50" name="Rectangle 19"/>
              <p:cNvSpPr>
                <a:spLocks noChangeArrowheads="1"/>
              </p:cNvSpPr>
              <p:nvPr/>
            </p:nvSpPr>
            <p:spPr bwMode="auto">
              <a:xfrm>
                <a:off x="18" y="2208"/>
                <a:ext cx="384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n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51" name="Line 20"/>
              <p:cNvSpPr>
                <a:spLocks noChangeShapeType="1"/>
              </p:cNvSpPr>
              <p:nvPr/>
            </p:nvSpPr>
            <p:spPr bwMode="auto">
              <a:xfrm>
                <a:off x="18" y="2208"/>
                <a:ext cx="1872" cy="0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2" name="Line 21"/>
              <p:cNvSpPr>
                <a:spLocks noChangeShapeType="1"/>
              </p:cNvSpPr>
              <p:nvPr/>
            </p:nvSpPr>
            <p:spPr bwMode="auto">
              <a:xfrm>
                <a:off x="18" y="2544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3" name="Line 22"/>
              <p:cNvSpPr>
                <a:spLocks noChangeShapeType="1"/>
              </p:cNvSpPr>
              <p:nvPr/>
            </p:nvSpPr>
            <p:spPr bwMode="auto">
              <a:xfrm>
                <a:off x="18" y="2832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4" name="Line 23"/>
              <p:cNvSpPr>
                <a:spLocks noChangeShapeType="1"/>
              </p:cNvSpPr>
              <p:nvPr/>
            </p:nvSpPr>
            <p:spPr bwMode="auto">
              <a:xfrm>
                <a:off x="18" y="3120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5" name="Line 24"/>
              <p:cNvSpPr>
                <a:spLocks noChangeShapeType="1"/>
              </p:cNvSpPr>
              <p:nvPr/>
            </p:nvSpPr>
            <p:spPr bwMode="auto">
              <a:xfrm>
                <a:off x="18" y="3456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6" name="Line 25"/>
              <p:cNvSpPr>
                <a:spLocks noChangeShapeType="1"/>
              </p:cNvSpPr>
              <p:nvPr/>
            </p:nvSpPr>
            <p:spPr bwMode="auto">
              <a:xfrm>
                <a:off x="18" y="3744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7" name="Line 26"/>
              <p:cNvSpPr>
                <a:spLocks noChangeShapeType="1"/>
              </p:cNvSpPr>
              <p:nvPr/>
            </p:nvSpPr>
            <p:spPr bwMode="auto">
              <a:xfrm>
                <a:off x="18" y="4032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8" name="Line 27"/>
              <p:cNvSpPr>
                <a:spLocks noChangeShapeType="1"/>
              </p:cNvSpPr>
              <p:nvPr/>
            </p:nvSpPr>
            <p:spPr bwMode="auto">
              <a:xfrm>
                <a:off x="18" y="4320"/>
                <a:ext cx="1872" cy="0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9" name="Line 28"/>
              <p:cNvSpPr>
                <a:spLocks noChangeShapeType="1"/>
              </p:cNvSpPr>
              <p:nvPr/>
            </p:nvSpPr>
            <p:spPr bwMode="auto">
              <a:xfrm>
                <a:off x="18" y="2208"/>
                <a:ext cx="0" cy="2112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60" name="Line 29"/>
              <p:cNvSpPr>
                <a:spLocks noChangeShapeType="1"/>
              </p:cNvSpPr>
              <p:nvPr/>
            </p:nvSpPr>
            <p:spPr bwMode="auto">
              <a:xfrm>
                <a:off x="402" y="2208"/>
                <a:ext cx="0" cy="211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61" name="Line 30"/>
              <p:cNvSpPr>
                <a:spLocks noChangeShapeType="1"/>
              </p:cNvSpPr>
              <p:nvPr/>
            </p:nvSpPr>
            <p:spPr bwMode="auto">
              <a:xfrm>
                <a:off x="1890" y="2208"/>
                <a:ext cx="0" cy="2112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graphicFrame>
            <p:nvGraphicFramePr>
              <p:cNvPr id="28762" name="Object 31"/>
              <p:cNvGraphicFramePr>
                <a:graphicFrameLocks noChangeAspect="1"/>
              </p:cNvGraphicFramePr>
              <p:nvPr/>
            </p:nvGraphicFramePr>
            <p:xfrm>
              <a:off x="579" y="2226"/>
              <a:ext cx="858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" name="Equation" r:id="rId15" imgW="469900" imgH="228600" progId="Equation.DSMT4">
                      <p:embed/>
                    </p:oleObj>
                  </mc:Choice>
                  <mc:Fallback>
                    <p:oleObj name="Equation" r:id="rId15" imgW="469900" imgH="22860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" y="2226"/>
                            <a:ext cx="858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" name="矩形 11"/>
          <p:cNvSpPr/>
          <p:nvPr/>
        </p:nvSpPr>
        <p:spPr>
          <a:xfrm>
            <a:off x="333740" y="5957502"/>
            <a:ext cx="2589681" cy="64633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/>
              <a:t>  ⁞                        ⁞</a:t>
            </a:r>
            <a:endParaRPr lang="en-US" altLang="zh-CN" b="1" dirty="0"/>
          </a:p>
          <a:p>
            <a:r>
              <a:rPr lang="en-US" altLang="zh-CN" b="1" dirty="0"/>
              <a:t>20           </a:t>
            </a:r>
            <a:r>
              <a:rPr lang="zh-CN" altLang="en-US" b="1" dirty="0"/>
              <a:t>0.7391025006</a:t>
            </a:r>
            <a:endParaRPr lang="zh-CN" altLang="en-US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69499" y="71620"/>
            <a:ext cx="69135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Improvements on Newton-Raphson method</a:t>
            </a:r>
            <a:endParaRPr lang="en-US" altLang="zh-CN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05549" y="638501"/>
            <a:ext cx="4741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Simple Newton method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820823" y="1912069"/>
          <a:ext cx="3089974" cy="76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651000" imgH="444500" progId="Equation.DSMT4">
                  <p:embed/>
                </p:oleObj>
              </mc:Choice>
              <mc:Fallback>
                <p:oleObj name="Equation" r:id="rId1" imgW="1651000" imgH="4445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0823" y="1912069"/>
                        <a:ext cx="3089974" cy="764296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28575">
                        <a:noFill/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3"/>
          <p:cNvGraphicFramePr>
            <a:graphicFrameLocks noChangeAspect="1"/>
          </p:cNvGraphicFramePr>
          <p:nvPr/>
        </p:nvGraphicFramePr>
        <p:xfrm>
          <a:off x="5322074" y="646113"/>
          <a:ext cx="3600400" cy="1126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861820" imgH="572770" progId="Equation.DSMT4">
                  <p:embed/>
                </p:oleObj>
              </mc:Choice>
              <mc:Fallback>
                <p:oleObj name="Equation" r:id="rId3" imgW="1861820" imgH="57277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074" y="646113"/>
                        <a:ext cx="3600400" cy="112670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4"/>
          <p:cNvGraphicFramePr>
            <a:graphicFrameLocks noChangeAspect="1"/>
          </p:cNvGraphicFramePr>
          <p:nvPr/>
        </p:nvGraphicFramePr>
        <p:xfrm>
          <a:off x="5797159" y="2815618"/>
          <a:ext cx="3274878" cy="1527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45110400" imgH="21945600" progId="Equation.DSMT4">
                  <p:embed/>
                </p:oleObj>
              </mc:Choice>
              <mc:Fallback>
                <p:oleObj name="Equation" r:id="rId5" imgW="45110400" imgH="21945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159" y="2815618"/>
                        <a:ext cx="3274878" cy="1527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203848" y="1256656"/>
          <a:ext cx="19494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24993600" imgH="5486400" progId="Equation.DSMT4">
                  <p:embed/>
                </p:oleObj>
              </mc:Choice>
              <mc:Fallback>
                <p:oleObj name="Equation" r:id="rId7" imgW="249936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256656"/>
                        <a:ext cx="1949450" cy="39211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28575">
                        <a:noFill/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3"/>
          <p:cNvGraphicFramePr>
            <a:graphicFrameLocks noChangeAspect="1"/>
          </p:cNvGraphicFramePr>
          <p:nvPr/>
        </p:nvGraphicFramePr>
        <p:xfrm>
          <a:off x="467544" y="1095701"/>
          <a:ext cx="23018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30784800" imgH="16154400" progId="Equation.DSMT4">
                  <p:embed/>
                </p:oleObj>
              </mc:Choice>
              <mc:Fallback>
                <p:oleObj name="Equation" r:id="rId9" imgW="30784800" imgH="16154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095701"/>
                        <a:ext cx="23018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35"/>
          <p:cNvGrpSpPr/>
          <p:nvPr/>
        </p:nvGrpSpPr>
        <p:grpSpPr bwMode="auto">
          <a:xfrm>
            <a:off x="6763076" y="2794226"/>
            <a:ext cx="2206117" cy="2434175"/>
            <a:chOff x="2784" y="816"/>
            <a:chExt cx="1824" cy="1834"/>
          </a:xfrm>
          <a:solidFill>
            <a:schemeClr val="bg1"/>
          </a:solidFill>
        </p:grpSpPr>
        <p:sp>
          <p:nvSpPr>
            <p:cNvPr id="19" name="Rectangle 36"/>
            <p:cNvSpPr>
              <a:spLocks noChangeArrowheads="1"/>
            </p:cNvSpPr>
            <p:nvPr/>
          </p:nvSpPr>
          <p:spPr bwMode="auto">
            <a:xfrm>
              <a:off x="3176" y="2357"/>
              <a:ext cx="143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" name="Rectangle 37"/>
            <p:cNvSpPr>
              <a:spLocks noChangeArrowheads="1"/>
            </p:cNvSpPr>
            <p:nvPr/>
          </p:nvSpPr>
          <p:spPr bwMode="auto">
            <a:xfrm>
              <a:off x="2784" y="2357"/>
              <a:ext cx="39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38"/>
            <p:cNvSpPr>
              <a:spLocks noChangeArrowheads="1"/>
            </p:cNvSpPr>
            <p:nvPr/>
          </p:nvSpPr>
          <p:spPr bwMode="auto">
            <a:xfrm>
              <a:off x="3176" y="2056"/>
              <a:ext cx="143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2" name="Rectangle 39"/>
            <p:cNvSpPr>
              <a:spLocks noChangeArrowheads="1"/>
            </p:cNvSpPr>
            <p:nvPr/>
          </p:nvSpPr>
          <p:spPr bwMode="auto">
            <a:xfrm>
              <a:off x="2784" y="2056"/>
              <a:ext cx="39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40"/>
            <p:cNvSpPr>
              <a:spLocks noChangeArrowheads="1"/>
            </p:cNvSpPr>
            <p:nvPr/>
          </p:nvSpPr>
          <p:spPr bwMode="auto">
            <a:xfrm>
              <a:off x="3176" y="1745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0.7390851781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4" name="Rectangle 41"/>
            <p:cNvSpPr>
              <a:spLocks noChangeArrowheads="1"/>
            </p:cNvSpPr>
            <p:nvPr/>
          </p:nvSpPr>
          <p:spPr bwMode="auto">
            <a:xfrm>
              <a:off x="2784" y="1745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5" name="Rectangle 42"/>
            <p:cNvSpPr>
              <a:spLocks noChangeArrowheads="1"/>
            </p:cNvSpPr>
            <p:nvPr/>
          </p:nvSpPr>
          <p:spPr bwMode="auto">
            <a:xfrm>
              <a:off x="3176" y="1453"/>
              <a:ext cx="143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0.7395361337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2784" y="1453"/>
              <a:ext cx="39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" name="Rectangle 44"/>
            <p:cNvSpPr>
              <a:spLocks noChangeArrowheads="1"/>
            </p:cNvSpPr>
            <p:nvPr/>
          </p:nvSpPr>
          <p:spPr bwMode="auto">
            <a:xfrm>
              <a:off x="3176" y="1142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0.7853981633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45"/>
            <p:cNvSpPr>
              <a:spLocks noChangeArrowheads="1"/>
            </p:cNvSpPr>
            <p:nvPr/>
          </p:nvSpPr>
          <p:spPr bwMode="auto">
            <a:xfrm>
              <a:off x="2784" y="1142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3176" y="816"/>
              <a:ext cx="143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2784" y="816"/>
              <a:ext cx="39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48"/>
            <p:cNvSpPr>
              <a:spLocks noChangeShapeType="1"/>
            </p:cNvSpPr>
            <p:nvPr/>
          </p:nvSpPr>
          <p:spPr bwMode="auto">
            <a:xfrm>
              <a:off x="2784" y="816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2" name="Line 49"/>
            <p:cNvSpPr>
              <a:spLocks noChangeShapeType="1"/>
            </p:cNvSpPr>
            <p:nvPr/>
          </p:nvSpPr>
          <p:spPr bwMode="auto">
            <a:xfrm>
              <a:off x="2784" y="1142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3" name="Line 50"/>
            <p:cNvSpPr>
              <a:spLocks noChangeShapeType="1"/>
            </p:cNvSpPr>
            <p:nvPr/>
          </p:nvSpPr>
          <p:spPr bwMode="auto">
            <a:xfrm>
              <a:off x="2784" y="1453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4" name="Line 51"/>
            <p:cNvSpPr>
              <a:spLocks noChangeShapeType="1"/>
            </p:cNvSpPr>
            <p:nvPr/>
          </p:nvSpPr>
          <p:spPr bwMode="auto">
            <a:xfrm>
              <a:off x="2784" y="1745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5" name="Line 52"/>
            <p:cNvSpPr>
              <a:spLocks noChangeShapeType="1"/>
            </p:cNvSpPr>
            <p:nvPr/>
          </p:nvSpPr>
          <p:spPr bwMode="auto">
            <a:xfrm>
              <a:off x="2784" y="2056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6" name="Line 53"/>
            <p:cNvSpPr>
              <a:spLocks noChangeShapeType="1"/>
            </p:cNvSpPr>
            <p:nvPr/>
          </p:nvSpPr>
          <p:spPr bwMode="auto">
            <a:xfrm>
              <a:off x="2784" y="2357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7" name="Line 54"/>
            <p:cNvSpPr>
              <a:spLocks noChangeShapeType="1"/>
            </p:cNvSpPr>
            <p:nvPr/>
          </p:nvSpPr>
          <p:spPr bwMode="auto">
            <a:xfrm>
              <a:off x="2784" y="2650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8" name="Line 55"/>
            <p:cNvSpPr>
              <a:spLocks noChangeShapeType="1"/>
            </p:cNvSpPr>
            <p:nvPr/>
          </p:nvSpPr>
          <p:spPr bwMode="auto">
            <a:xfrm>
              <a:off x="2784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" name="Line 56"/>
            <p:cNvSpPr>
              <a:spLocks noChangeShapeType="1"/>
            </p:cNvSpPr>
            <p:nvPr/>
          </p:nvSpPr>
          <p:spPr bwMode="auto">
            <a:xfrm>
              <a:off x="3176" y="816"/>
              <a:ext cx="0" cy="183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0" name="Line 57"/>
            <p:cNvSpPr>
              <a:spLocks noChangeShapeType="1"/>
            </p:cNvSpPr>
            <p:nvPr/>
          </p:nvSpPr>
          <p:spPr bwMode="auto">
            <a:xfrm>
              <a:off x="4608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41" name="Object 58"/>
            <p:cNvGraphicFramePr>
              <a:graphicFrameLocks noChangeAspect="1"/>
            </p:cNvGraphicFramePr>
            <p:nvPr/>
          </p:nvGraphicFramePr>
          <p:xfrm>
            <a:off x="3271" y="829"/>
            <a:ext cx="1027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Equation" r:id="rId11" imgW="19507200" imgH="5486400" progId="Equation.DSMT4">
                    <p:embed/>
                  </p:oleObj>
                </mc:Choice>
                <mc:Fallback>
                  <p:oleObj name="Equation" r:id="rId11" imgW="19507200" imgH="54864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1" y="829"/>
                          <a:ext cx="1027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对象 1"/>
          <p:cNvGraphicFramePr>
            <a:graphicFrameLocks noChangeAspect="1"/>
          </p:cNvGraphicFramePr>
          <p:nvPr/>
        </p:nvGraphicFramePr>
        <p:xfrm>
          <a:off x="272739" y="2620178"/>
          <a:ext cx="4840288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64617600" imgH="9753600" progId="Equation.DSMT4">
                  <p:embed/>
                </p:oleObj>
              </mc:Choice>
              <mc:Fallback>
                <p:oleObj name="Equation" r:id="rId13" imgW="64617600" imgH="9753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9" y="2620178"/>
                        <a:ext cx="4840288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1"/>
          <p:cNvGraphicFramePr>
            <a:graphicFrameLocks noChangeAspect="1"/>
          </p:cNvGraphicFramePr>
          <p:nvPr/>
        </p:nvGraphicFramePr>
        <p:xfrm>
          <a:off x="1126500" y="3253670"/>
          <a:ext cx="20097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5" imgW="25603200" imgH="4876800" progId="Equation.DSMT4">
                  <p:embed/>
                </p:oleObj>
              </mc:Choice>
              <mc:Fallback>
                <p:oleObj name="Equation" r:id="rId15" imgW="256032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500" y="3253670"/>
                        <a:ext cx="20097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3"/>
          <p:cNvGraphicFramePr>
            <a:graphicFrameLocks noChangeAspect="1"/>
          </p:cNvGraphicFramePr>
          <p:nvPr/>
        </p:nvGraphicFramePr>
        <p:xfrm>
          <a:off x="409576" y="3681321"/>
          <a:ext cx="28940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7" imgW="38709600" imgH="10668000" progId="Equation.DSMT4">
                  <p:embed/>
                </p:oleObj>
              </mc:Choice>
              <mc:Fallback>
                <p:oleObj name="Equation" r:id="rId17" imgW="38709600" imgH="10668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6" y="3681321"/>
                        <a:ext cx="289401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3"/>
          <p:cNvGraphicFramePr>
            <a:graphicFrameLocks noChangeAspect="1"/>
          </p:cNvGraphicFramePr>
          <p:nvPr/>
        </p:nvGraphicFramePr>
        <p:xfrm>
          <a:off x="800006" y="5484045"/>
          <a:ext cx="12080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9" imgW="16154400" imgH="4876800" progId="Equation.DSMT4">
                  <p:embed/>
                </p:oleObj>
              </mc:Choice>
              <mc:Fallback>
                <p:oleObj name="Equation" r:id="rId19" imgW="161544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006" y="5484045"/>
                        <a:ext cx="12080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3"/>
          <p:cNvGraphicFramePr>
            <a:graphicFrameLocks noChangeAspect="1"/>
          </p:cNvGraphicFramePr>
          <p:nvPr/>
        </p:nvGraphicFramePr>
        <p:xfrm>
          <a:off x="382485" y="4563379"/>
          <a:ext cx="3017837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1" imgW="42367200" imgH="10668000" progId="Equation.DSMT4">
                  <p:embed/>
                </p:oleObj>
              </mc:Choice>
              <mc:Fallback>
                <p:oleObj name="Equation" r:id="rId21" imgW="42367200" imgH="10668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85" y="4563379"/>
                        <a:ext cx="3017837" cy="7588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1"/>
          <p:cNvGraphicFramePr>
            <a:graphicFrameLocks noChangeAspect="1"/>
          </p:cNvGraphicFramePr>
          <p:nvPr/>
        </p:nvGraphicFramePr>
        <p:xfrm>
          <a:off x="122488" y="2122190"/>
          <a:ext cx="49768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23" imgW="66446400" imgH="9753600" progId="Equation.DSMT4">
                  <p:embed/>
                </p:oleObj>
              </mc:Choice>
              <mc:Fallback>
                <p:oleObj name="Equation" r:id="rId23" imgW="66446400" imgH="9753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88" y="2122190"/>
                        <a:ext cx="497681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表格 48"/>
          <p:cNvGraphicFramePr>
            <a:graphicFrameLocks noGrp="1"/>
          </p:cNvGraphicFramePr>
          <p:nvPr/>
        </p:nvGraphicFramePr>
        <p:xfrm>
          <a:off x="4442004" y="2744226"/>
          <a:ext cx="221822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561"/>
                <a:gridCol w="1689668"/>
              </a:tblGrid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b="1" i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i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800" b="1" i="1" kern="1200" baseline="-250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kern="1200" baseline="-250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+mn-ea"/>
                        </a:rPr>
                        <a:t>0.7853981635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0.7395361335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0.7390939381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0.7390853060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0.7390851366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0.7390851333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0.7390851332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098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0.7390851332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9512" y="185625"/>
            <a:ext cx="4741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 downhill method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3"/>
          <p:cNvGraphicFramePr>
            <a:graphicFrameLocks noChangeAspect="1"/>
          </p:cNvGraphicFramePr>
          <p:nvPr/>
        </p:nvGraphicFramePr>
        <p:xfrm>
          <a:off x="335970" y="661156"/>
          <a:ext cx="241776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2308800" imgH="10668000" progId="Equation.DSMT4">
                  <p:embed/>
                </p:oleObj>
              </mc:Choice>
              <mc:Fallback>
                <p:oleObj name="Equation" r:id="rId1" imgW="32308800" imgH="10668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70" y="661156"/>
                        <a:ext cx="241776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59832" y="888961"/>
          <a:ext cx="1049337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4020800" imgH="4267200" progId="Equation.DSMT4">
                  <p:embed/>
                </p:oleObj>
              </mc:Choice>
              <mc:Fallback>
                <p:oleObj name="Equation" r:id="rId3" imgW="14020800" imgH="4267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888961"/>
                        <a:ext cx="1049337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3"/>
          <p:cNvGraphicFramePr>
            <a:graphicFrameLocks noChangeAspect="1"/>
          </p:cNvGraphicFramePr>
          <p:nvPr/>
        </p:nvGraphicFramePr>
        <p:xfrm>
          <a:off x="4892272" y="773405"/>
          <a:ext cx="20986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28041600" imgH="6096000" progId="Equation.DSMT4">
                  <p:embed/>
                </p:oleObj>
              </mc:Choice>
              <mc:Fallback>
                <p:oleObj name="Equation" r:id="rId5" imgW="28041600" imgH="6096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272" y="773405"/>
                        <a:ext cx="209867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6816" y="1654796"/>
            <a:ext cx="873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  Use Newton downhill method to find the root of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335970" y="2154394"/>
          <a:ext cx="24765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32308800" imgH="5486400" progId="Equation.DSMT4">
                  <p:embed/>
                </p:oleObj>
              </mc:Choice>
              <mc:Fallback>
                <p:oleObj name="Equation" r:id="rId7" imgW="323088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70" y="2154394"/>
                        <a:ext cx="24765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2915816" y="2142488"/>
          <a:ext cx="18240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22250400" imgH="5486400" progId="Equation.DSMT4">
                  <p:embed/>
                </p:oleObj>
              </mc:Choice>
              <mc:Fallback>
                <p:oleObj name="Equation" r:id="rId9" imgW="22250400" imgH="548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142488"/>
                        <a:ext cx="18240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3"/>
          <p:cNvGraphicFramePr>
            <a:graphicFrameLocks noChangeAspect="1"/>
          </p:cNvGraphicFramePr>
          <p:nvPr/>
        </p:nvGraphicFramePr>
        <p:xfrm>
          <a:off x="1588219" y="2599688"/>
          <a:ext cx="29432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1" imgW="39319200" imgH="10972800" progId="Equation.DSMT4">
                  <p:embed/>
                </p:oleObj>
              </mc:Choice>
              <mc:Fallback>
                <p:oleObj name="Equation" r:id="rId11" imgW="39319200" imgH="10972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219" y="2599688"/>
                        <a:ext cx="294322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69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477262"/>
            <a:ext cx="4026525" cy="2111977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16" name="对象 3"/>
          <p:cNvGraphicFramePr>
            <a:graphicFrameLocks noChangeAspect="1"/>
          </p:cNvGraphicFramePr>
          <p:nvPr/>
        </p:nvGraphicFramePr>
        <p:xfrm>
          <a:off x="630959" y="3489170"/>
          <a:ext cx="3581002" cy="272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5" imgW="56388000" imgH="5486400" progId="Equation.DSMT4">
                  <p:embed/>
                </p:oleObj>
              </mc:Choice>
              <mc:Fallback>
                <p:oleObj name="Equation" r:id="rId15" imgW="563880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959" y="3489170"/>
                        <a:ext cx="3581002" cy="27214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colorTemperature colorTemp="3083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744" y="1866484"/>
            <a:ext cx="4273908" cy="4509120"/>
          </a:xfrm>
          <a:prstGeom prst="rect">
            <a:avLst/>
          </a:prstGeom>
        </p:spPr>
      </p:pic>
      <p:graphicFrame>
        <p:nvGraphicFramePr>
          <p:cNvPr id="19" name="对象 3"/>
          <p:cNvGraphicFramePr>
            <a:graphicFrameLocks noChangeAspect="1"/>
          </p:cNvGraphicFramePr>
          <p:nvPr/>
        </p:nvGraphicFramePr>
        <p:xfrm>
          <a:off x="4990272" y="1990239"/>
          <a:ext cx="3559175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46634400" imgH="5486400" progId="Equation.DSMT4">
                  <p:embed/>
                </p:oleObj>
              </mc:Choice>
              <mc:Fallback>
                <p:oleObj name="Equation" r:id="rId19" imgW="466344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0272" y="1990239"/>
                        <a:ext cx="3559175" cy="27146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8738" y="57150"/>
            <a:ext cx="47418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Cases of Multiple Roots </a:t>
            </a:r>
            <a:endParaRPr lang="en-US" altLang="zh-CN" b="1" dirty="0">
              <a:solidFill>
                <a:srgbClr val="CC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87313" y="557213"/>
            <a:ext cx="5932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charset="0"/>
                <a:ea typeface="宋体" panose="02010600030101010101" pitchFamily="2" charset="-122"/>
              </a:rPr>
              <a:t>a) The multiplicity of the root is known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173038" y="2809875"/>
            <a:ext cx="5775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charset="0"/>
                <a:ea typeface="宋体" panose="02010600030101010101" pitchFamily="2" charset="-122"/>
              </a:rPr>
              <a:t>b) The multiplicity of the root is unknown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16069" name="Object 5"/>
          <p:cNvGraphicFramePr>
            <a:graphicFrameLocks noChangeAspect="1"/>
          </p:cNvGraphicFramePr>
          <p:nvPr/>
        </p:nvGraphicFramePr>
        <p:xfrm>
          <a:off x="85725" y="938213"/>
          <a:ext cx="569753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70408800" imgH="10363200" progId="Equation.DSMT4">
                  <p:embed/>
                </p:oleObj>
              </mc:Choice>
              <mc:Fallback>
                <p:oleObj name="Equation" r:id="rId1" imgW="70408800" imgH="10363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" y="938213"/>
                        <a:ext cx="569753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0" name="Object 6"/>
          <p:cNvGraphicFramePr>
            <a:graphicFrameLocks noChangeAspect="1"/>
          </p:cNvGraphicFramePr>
          <p:nvPr/>
        </p:nvGraphicFramePr>
        <p:xfrm>
          <a:off x="192088" y="1484313"/>
          <a:ext cx="63849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81686400" imgH="11887200" progId="Equation.DSMT4">
                  <p:embed/>
                </p:oleObj>
              </mc:Choice>
              <mc:Fallback>
                <p:oleObj name="Equation" r:id="rId3" imgW="81686400" imgH="11887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8" y="1484313"/>
                        <a:ext cx="63849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5486400" y="101600"/>
          <a:ext cx="2541588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145540" imgH="517525" progId="Equation.DSMT4">
                  <p:embed/>
                </p:oleObj>
              </mc:Choice>
              <mc:Fallback>
                <p:oleObj name="Equation" r:id="rId5" imgW="1145540" imgH="517525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01600"/>
                        <a:ext cx="2541588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238199" y="3214688"/>
          <a:ext cx="81502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95097600" imgH="10363200" progId="Equation.DSMT4">
                  <p:embed/>
                </p:oleObj>
              </mc:Choice>
              <mc:Fallback>
                <p:oleObj name="Equation" r:id="rId7" imgW="95097600" imgH="1036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99" y="3214688"/>
                        <a:ext cx="81502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4" name="Object 10"/>
          <p:cNvGraphicFramePr>
            <a:graphicFrameLocks noChangeAspect="1"/>
          </p:cNvGraphicFramePr>
          <p:nvPr/>
        </p:nvGraphicFramePr>
        <p:xfrm>
          <a:off x="206647" y="4123066"/>
          <a:ext cx="7821737" cy="746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3936800" imgH="10363200" progId="Equation.DSMT4">
                  <p:embed/>
                </p:oleObj>
              </mc:Choice>
              <mc:Fallback>
                <p:oleObj name="Equation" r:id="rId9" imgW="103936800" imgH="10363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47" y="4123066"/>
                        <a:ext cx="7821737" cy="746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5" name="Object 11"/>
          <p:cNvGraphicFramePr>
            <a:graphicFrameLocks noChangeAspect="1"/>
          </p:cNvGraphicFramePr>
          <p:nvPr/>
        </p:nvGraphicFramePr>
        <p:xfrm>
          <a:off x="439739" y="4830765"/>
          <a:ext cx="4900611" cy="353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65227200" imgH="4876800" progId="Equation.DSMT4">
                  <p:embed/>
                </p:oleObj>
              </mc:Choice>
              <mc:Fallback>
                <p:oleObj name="Equation" r:id="rId11" imgW="652272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9" y="4830765"/>
                        <a:ext cx="4900611" cy="353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6" name="Object 12"/>
          <p:cNvGraphicFramePr>
            <a:graphicFrameLocks noChangeAspect="1"/>
          </p:cNvGraphicFramePr>
          <p:nvPr/>
        </p:nvGraphicFramePr>
        <p:xfrm>
          <a:off x="334963" y="2376488"/>
          <a:ext cx="50053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13" imgW="2170430" imgH="132080" progId="Equation.3">
                  <p:embed/>
                </p:oleObj>
              </mc:Choice>
              <mc:Fallback>
                <p:oleObj name="公式" r:id="rId13" imgW="2170430" imgH="132080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2376488"/>
                        <a:ext cx="50053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80963" y="146050"/>
            <a:ext cx="873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Use Newton-Raphson method to find the root of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378619" y="686271"/>
          <a:ext cx="1906587" cy="457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8956000" imgH="5486400" progId="Equation.DSMT4">
                  <p:embed/>
                </p:oleObj>
              </mc:Choice>
              <mc:Fallback>
                <p:oleObj name="Equation" r:id="rId1" imgW="28956000" imgH="54864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9" y="686271"/>
                        <a:ext cx="1906587" cy="457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4138614" y="660013"/>
          <a:ext cx="1181578" cy="404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5240000" imgH="5486400" progId="Equation.DSMT4">
                  <p:embed/>
                </p:oleObj>
              </mc:Choice>
              <mc:Fallback>
                <p:oleObj name="Equation" r:id="rId3" imgW="15240000" imgH="5486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4" y="660013"/>
                        <a:ext cx="1181578" cy="404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425700" y="651750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started with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5307252" y="619125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and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5991225" y="637788"/>
          <a:ext cx="1030288" cy="404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3106400" imgH="5486400" progId="Equation.DSMT4">
                  <p:embed/>
                </p:oleObj>
              </mc:Choice>
              <mc:Fallback>
                <p:oleObj name="Equation" r:id="rId5" imgW="13106400" imgH="5486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637788"/>
                        <a:ext cx="1030288" cy="404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7021513" y="597775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respectively.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179388" y="1412875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990000"/>
                </a:solidFill>
                <a:latin typeface="Times New Roman" panose="02020603050405020304" charset="0"/>
                <a:ea typeface="楷体_GB2312" pitchFamily="49" charset="-122"/>
              </a:rPr>
              <a:t>Solution  </a:t>
            </a:r>
            <a:endParaRPr lang="en-US" altLang="zh-CN" sz="2400" b="1">
              <a:solidFill>
                <a:srgbClr val="9900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270350" name="Text Box 14"/>
          <p:cNvSpPr txBox="1">
            <a:spLocks noChangeArrowheads="1"/>
          </p:cNvSpPr>
          <p:nvPr/>
        </p:nvSpPr>
        <p:spPr bwMode="auto">
          <a:xfrm>
            <a:off x="1475656" y="1943100"/>
            <a:ext cx="50255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=1 is a multiple root of order 2.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270353" name="Object 17"/>
          <p:cNvGraphicFramePr>
            <a:graphicFrameLocks noChangeAspect="1"/>
          </p:cNvGraphicFramePr>
          <p:nvPr/>
        </p:nvGraphicFramePr>
        <p:xfrm>
          <a:off x="1258888" y="3355975"/>
          <a:ext cx="460851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7" imgW="1993900" imgH="154305" progId="Equation.3">
                  <p:embed/>
                </p:oleObj>
              </mc:Choice>
              <mc:Fallback>
                <p:oleObj name="公式" r:id="rId7" imgW="1993900" imgH="154305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5975"/>
                        <a:ext cx="4608512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62" name="Object 26"/>
          <p:cNvGraphicFramePr>
            <a:graphicFrameLocks noChangeAspect="1"/>
          </p:cNvGraphicFramePr>
          <p:nvPr/>
        </p:nvGraphicFramePr>
        <p:xfrm>
          <a:off x="1642263" y="1492780"/>
          <a:ext cx="2843213" cy="39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37490400" imgH="5486400" progId="Equation.DSMT4">
                  <p:embed/>
                </p:oleObj>
              </mc:Choice>
              <mc:Fallback>
                <p:oleObj name="Equation" r:id="rId9" imgW="374904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2263" y="1492780"/>
                        <a:ext cx="2843213" cy="39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63" name="Object 27"/>
          <p:cNvGraphicFramePr>
            <a:graphicFrameLocks noChangeAspect="1"/>
          </p:cNvGraphicFramePr>
          <p:nvPr/>
        </p:nvGraphicFramePr>
        <p:xfrm>
          <a:off x="1331913" y="2492375"/>
          <a:ext cx="4751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11" imgW="2298700" imgH="431800" progId="Equation.3">
                  <p:embed/>
                </p:oleObj>
              </mc:Choice>
              <mc:Fallback>
                <p:oleObj name="公式" r:id="rId11" imgW="2298700" imgH="431800" progId="Equation.3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92375"/>
                        <a:ext cx="47513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64" name="Object 28"/>
          <p:cNvGraphicFramePr>
            <a:graphicFrameLocks noChangeAspect="1"/>
          </p:cNvGraphicFramePr>
          <p:nvPr/>
        </p:nvGraphicFramePr>
        <p:xfrm>
          <a:off x="3041649" y="4077072"/>
          <a:ext cx="3305175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44500800" imgH="22250400" progId="Equation.DSMT4">
                  <p:embed/>
                </p:oleObj>
              </mc:Choice>
              <mc:Fallback>
                <p:oleObj name="Equation" r:id="rId13" imgW="44500800" imgH="22250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49" y="4077072"/>
                        <a:ext cx="3305175" cy="166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021513" y="2359024"/>
          <a:ext cx="1554395" cy="2582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816"/>
                <a:gridCol w="1107579"/>
              </a:tblGrid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88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021513" y="4952564"/>
            <a:ext cx="1554395" cy="58477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/>
              <a:t>  ⁞              ⁞ </a:t>
            </a:r>
            <a:endParaRPr lang="en-US" altLang="zh-CN" sz="1600" b="1" dirty="0"/>
          </a:p>
          <a:p>
            <a:r>
              <a:rPr lang="en-US" altLang="zh-CN" sz="1600" b="1" dirty="0"/>
              <a:t>10      1.000208</a:t>
            </a:r>
            <a:endParaRPr lang="zh-CN" altLang="en-US" sz="1600" b="1" dirty="0"/>
          </a:p>
        </p:txBody>
      </p:sp>
      <p:graphicFrame>
        <p:nvGraphicFramePr>
          <p:cNvPr id="17" name="Object 25"/>
          <p:cNvGraphicFramePr>
            <a:graphicFrameLocks noChangeAspect="1"/>
          </p:cNvGraphicFramePr>
          <p:nvPr/>
        </p:nvGraphicFramePr>
        <p:xfrm>
          <a:off x="4537387" y="1117681"/>
          <a:ext cx="1849902" cy="761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28956000" imgH="11582400" progId="Equation.DSMT4">
                  <p:embed/>
                </p:oleObj>
              </mc:Choice>
              <mc:Fallback>
                <p:oleObj name="Equation" r:id="rId15" imgW="28956000" imgH="11582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387" y="1117681"/>
                        <a:ext cx="1849902" cy="761814"/>
                      </a:xfrm>
                      <a:prstGeom prst="rect">
                        <a:avLst/>
                      </a:prstGeom>
                      <a:noFill/>
                      <a:ln w="12700" cmpd="dbl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50" grpId="0"/>
    </p:bldLst>
  </p:timing>
</p:sld>
</file>

<file path=ppt/tags/tag1.xml><?xml version="1.0" encoding="utf-8"?>
<p:tagLst xmlns:p="http://schemas.openxmlformats.org/presentationml/2006/main">
  <p:tag name="COMMONDATA" val="eyJoZGlkIjoiYTRlODBlODk1NTcyMzg1M2RlYjA5ZWNkZWUyZGM2Yj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5560</Words>
  <Application>WPS 演示</Application>
  <PresentationFormat>全屏显示(4:3)</PresentationFormat>
  <Paragraphs>1119</Paragraphs>
  <Slides>41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527</vt:i4>
      </vt:variant>
      <vt:variant>
        <vt:lpstr>幻灯片标题</vt:lpstr>
      </vt:variant>
      <vt:variant>
        <vt:i4>41</vt:i4>
      </vt:variant>
    </vt:vector>
  </HeadingPairs>
  <TitlesOfParts>
    <vt:vector size="583" baseType="lpstr">
      <vt:lpstr>Arial</vt:lpstr>
      <vt:lpstr>宋体</vt:lpstr>
      <vt:lpstr>Wingdings</vt:lpstr>
      <vt:lpstr>Century</vt:lpstr>
      <vt:lpstr>Franklin Gothic Medium</vt:lpstr>
      <vt:lpstr>Arial Unicode MS</vt:lpstr>
      <vt:lpstr>Times New Roman</vt:lpstr>
      <vt:lpstr>Symbol</vt:lpstr>
      <vt:lpstr>微软雅黑</vt:lpstr>
      <vt:lpstr>Calibri</vt:lpstr>
      <vt:lpstr>等线</vt:lpstr>
      <vt:lpstr>Arial Unicode MS</vt:lpstr>
      <vt:lpstr>楷体_GB2312</vt:lpstr>
      <vt:lpstr>新宋体</vt:lpstr>
      <vt:lpstr>Office 主题​​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刘慧</dc:creator>
  <cp:lastModifiedBy>gaofe</cp:lastModifiedBy>
  <cp:revision>269</cp:revision>
  <dcterms:created xsi:type="dcterms:W3CDTF">2017-09-13T14:36:00Z</dcterms:created>
  <dcterms:modified xsi:type="dcterms:W3CDTF">2022-09-03T13:13:54Z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4ADC5918641B482F9B8A4028A21BD64E</vt:lpwstr>
  </property>
  <property fmtid="{D5CDD505-2E9C-101B-9397-08002B2CF9AE}" pid="3" name="KSOProductBuildVer">
    <vt:lpwstr>2052-11.1.0.12132</vt:lpwstr>
  </property>
</Properties>
</file>