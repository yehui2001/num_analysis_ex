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Lst>
  <p:sldIdLst>
    <p:sldId id="256" r:id="rId7"/>
    <p:sldId id="331" r:id="rId8"/>
    <p:sldId id="332" r:id="rId9"/>
    <p:sldId id="318" r:id="rId10"/>
    <p:sldId id="319" r:id="rId11"/>
    <p:sldId id="320" r:id="rId12"/>
    <p:sldId id="321" r:id="rId13"/>
    <p:sldId id="322" r:id="rId14"/>
    <p:sldId id="369" r:id="rId15"/>
    <p:sldId id="323" r:id="rId16"/>
    <p:sldId id="371" r:id="rId17"/>
    <p:sldId id="372" r:id="rId18"/>
    <p:sldId id="324" r:id="rId19"/>
    <p:sldId id="325" r:id="rId20"/>
    <p:sldId id="402" r:id="rId21"/>
    <p:sldId id="458" r:id="rId22"/>
    <p:sldId id="431" r:id="rId23"/>
    <p:sldId id="326" r:id="rId24"/>
    <p:sldId id="333" r:id="rId25"/>
    <p:sldId id="334" r:id="rId26"/>
    <p:sldId id="335" r:id="rId27"/>
    <p:sldId id="337" r:id="rId28"/>
    <p:sldId id="338" r:id="rId29"/>
    <p:sldId id="300" r:id="rId30"/>
    <p:sldId id="340" r:id="rId31"/>
    <p:sldId id="298" r:id="rId32"/>
    <p:sldId id="311" r:id="rId33"/>
    <p:sldId id="312" r:id="rId34"/>
    <p:sldId id="313" r:id="rId35"/>
    <p:sldId id="314" r:id="rId36"/>
    <p:sldId id="341" r:id="rId37"/>
    <p:sldId id="342" r:id="rId38"/>
    <p:sldId id="344" r:id="rId39"/>
    <p:sldId id="345" r:id="rId40"/>
    <p:sldId id="346" r:id="rId41"/>
    <p:sldId id="347" r:id="rId42"/>
    <p:sldId id="348" r:id="rId43"/>
    <p:sldId id="349" r:id="rId44"/>
    <p:sldId id="350" r:id="rId4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SzPct val="100000"/>
      <a:buNone/>
      <a:defRPr b="0" i="0" u="none" kern="1200">
        <a:solidFill>
          <a:schemeClr val="tx1"/>
        </a:solidFill>
        <a:latin typeface="Arial" panose="020B0604020202020204"/>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ClrTx/>
      <a:buSzPct val="100000"/>
      <a:buFontTx/>
      <a:buNone/>
      <a:defRPr sz="1800" b="0" i="0" u="none" kern="1200">
        <a:solidFill>
          <a:schemeClr val="tx1"/>
        </a:solidFill>
        <a:latin typeface="Arial" panose="020B0604020202020204"/>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63" d="100"/>
          <a:sy n="63" d="100"/>
        </p:scale>
        <p:origin x="-102" y="-2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8" Type="http://schemas.openxmlformats.org/officeDocument/2006/relationships/tableStyles" Target="tableStyles.xml"/><Relationship Id="rId47" Type="http://schemas.openxmlformats.org/officeDocument/2006/relationships/viewProps" Target="viewProps.xml"/><Relationship Id="rId46" Type="http://schemas.openxmlformats.org/officeDocument/2006/relationships/presProps" Target="presProps.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26.wmf"/><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4.vml.rels><?xml version="1.0" encoding="UTF-8" standalone="yes"?>
<Relationships xmlns="http://schemas.openxmlformats.org/package/2006/relationships"><Relationship Id="rId7" Type="http://schemas.openxmlformats.org/officeDocument/2006/relationships/image" Target="../media/image33.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6" Type="http://schemas.openxmlformats.org/officeDocument/2006/relationships/image" Target="../media/image39.wmf"/><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55.wmf"/><Relationship Id="rId8" Type="http://schemas.openxmlformats.org/officeDocument/2006/relationships/image" Target="../media/image53.wmf"/><Relationship Id="rId7" Type="http://schemas.openxmlformats.org/officeDocument/2006/relationships/image" Target="../media/image52.wmf"/><Relationship Id="rId6" Type="http://schemas.openxmlformats.org/officeDocument/2006/relationships/image" Target="../media/image51.wmf"/><Relationship Id="rId5" Type="http://schemas.openxmlformats.org/officeDocument/2006/relationships/image" Target="../media/image50.wmf"/><Relationship Id="rId4" Type="http://schemas.openxmlformats.org/officeDocument/2006/relationships/image" Target="../media/image49.wmf"/><Relationship Id="rId3" Type="http://schemas.openxmlformats.org/officeDocument/2006/relationships/image" Target="../media/image48.wmf"/><Relationship Id="rId2" Type="http://schemas.openxmlformats.org/officeDocument/2006/relationships/image" Target="../media/image47.wmf"/><Relationship Id="rId11" Type="http://schemas.openxmlformats.org/officeDocument/2006/relationships/image" Target="../media/image57.wmf"/><Relationship Id="rId10" Type="http://schemas.openxmlformats.org/officeDocument/2006/relationships/image" Target="../media/image56.wmf"/><Relationship Id="rId1" Type="http://schemas.openxmlformats.org/officeDocument/2006/relationships/image" Target="../media/image45.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8" name="灯片编号占位符 7"/>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9" name="日期占位符 8"/>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灯片编号占位符 3"/>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5" name="日期占位符 4"/>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3" name="灯片编号占位符 2"/>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4" name="日期占位符 3"/>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8" name="页脚占位符 7"/>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9" name="灯片编号占位符 8"/>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页脚占位符 3"/>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3" name="页脚占位符 2"/>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灯片编号占位符 3"/>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8" name="页脚占位符 7"/>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9" name="灯片编号占位符 8"/>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页脚占位符 3"/>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3" name="页脚占位符 2"/>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灯片编号占位符 3"/>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日期占位符 6"/>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8" name="页脚占位符 7"/>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9" name="灯片编号占位符 8"/>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日期占位符 2"/>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页脚占位符 3"/>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3" name="页脚占位符 2"/>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灯片编号占位符 3"/>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日期占位符 4"/>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页脚占位符 5"/>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7" name="灯片编号占位符 6"/>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页脚占位符 4"/>
          <p:cNvSpPr>
            <a:spLocks noGrp="1"/>
          </p:cNvSpPr>
          <p:nvPr>
            <p:ph type="ftr" sz="quarter" idx="11"/>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2"/>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Ovr>
    <a:masterClrMapping/>
  </p:clrMapOvr>
  <p:transition>
    <p:cut/>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zh-CN" altLang="en-US" strike="noStrike" noProof="1" smtClean="0"/>
              <a:t>单击此处编辑母版副标题样式</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457200"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54296" y="1981200"/>
            <a:ext cx="4032504" cy="3886200"/>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890081" y="2665379"/>
            <a:ext cx="3655181"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92704" y="2665379"/>
            <a:ext cx="3673182" cy="3524284"/>
          </a:xfrm>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7" name="页脚占位符 6"/>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8" name="灯片编号占位符 7"/>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9" name="日期占位符 8"/>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页脚占位符 2"/>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4" name="灯片编号占位符 3"/>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5" name="日期占位符 4"/>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3" name="灯片编号占位符 2"/>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4" name="日期占位符 3"/>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zh-CN" altLang="en-US" strike="noStrike" noProof="1"/>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fontAlgn="base"/>
            <a:r>
              <a:rPr lang="zh-CN" altLang="en-US" strike="noStrike" noProof="1" smtClean="0"/>
              <a:t>单击此处编辑母版文本样式</a:t>
            </a:r>
            <a:endParaRPr lang="zh-CN" altLang="en-US" strike="noStrike" noProof="1" smtClean="0"/>
          </a:p>
        </p:txBody>
      </p:sp>
      <p:sp>
        <p:nvSpPr>
          <p:cNvPr id="5" name="页脚占位符 4"/>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6" name="灯片编号占位符 5"/>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7" name="日期占位符 6"/>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457200" y="457200"/>
            <a:ext cx="6052930" cy="54102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页脚占位符 3"/>
          <p:cNvSpPr>
            <a:spLocks noGrp="1"/>
          </p:cNvSpPr>
          <p:nvPr>
            <p:ph type="ftr" sz="quarter" idx="10"/>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 name="灯片编号占位符 4"/>
          <p:cNvSpPr>
            <a:spLocks noGrp="1"/>
          </p:cNvSpPr>
          <p:nvPr>
            <p:ph type="sldNum" sz="quarter" idx="11"/>
          </p:nvPr>
        </p:nvSpPr>
        <p:spPr/>
        <p:txBody>
          <a:bodyPr/>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
        <p:nvSpPr>
          <p:cNvPr id="6" name="日期占位符 5"/>
          <p:cNvSpPr>
            <a:spLocks noGrp="1"/>
          </p:cNvSpPr>
          <p:nvPr>
            <p:ph type="dt" sz="half" idx="12"/>
          </p:nvPr>
        </p:nvSpPr>
        <p:spPr/>
        <p:txBody>
          <a:bodyPr/>
          <a:p>
            <a:pPr lvl="0" defTabSz="914400" rtl="0" eaLnBrk="1" fontAlgn="base" hangingPunct="1">
              <a:lnSpc>
                <a:spcPct val="100000"/>
              </a:lnSpc>
              <a:spcBef>
                <a:spcPct val="0"/>
              </a:spcBef>
              <a:spcAft>
                <a:spcPct val="0"/>
              </a:spcAft>
              <a:buClrTx/>
              <a:buSzPct val="100000"/>
            </a:pPr>
            <a:endParaRPr lang="en-US" altLang="zh-CN"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ftr" sz="quarter"/>
          </p:nvPr>
        </p:nvSpPr>
        <p:spPr>
          <a:xfrm>
            <a:off x="3124200" y="6248400"/>
            <a:ext cx="2895600" cy="457200"/>
          </a:xfrm>
          <a:prstGeom prst="rect">
            <a:avLst/>
          </a:prstGeom>
          <a:noFill/>
          <a:ln w="9525">
            <a:noFill/>
          </a:ln>
        </p:spPr>
        <p:txBody>
          <a:bodyPr anchor="b"/>
          <a:lstStyle>
            <a:lvl1pPr marL="0" indent="0" algn="ctr"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27" name="Rectangle 3"/>
          <p:cNvSpPr>
            <a:spLocks noGrp="1"/>
          </p:cNvSpPr>
          <p:nvPr>
            <p:ph type="sldNum" sz="quarter" idx="1"/>
          </p:nvPr>
        </p:nvSpPr>
        <p:spPr>
          <a:xfrm>
            <a:off x="6553200" y="6248400"/>
            <a:ext cx="2133600" cy="457200"/>
          </a:xfrm>
          <a:prstGeom prst="rect">
            <a:avLst/>
          </a:prstGeom>
          <a:noFill/>
          <a:ln w="9525">
            <a:noFill/>
          </a:ln>
        </p:spPr>
        <p:txBody>
          <a:bodyPr anchor="b"/>
          <a:lstStyle>
            <a:lvl1pPr marL="0" indent="0" algn="r" fontAlgn="base">
              <a:defRPr sz="1200">
                <a:solidFill>
                  <a:schemeClr val="tx1"/>
                </a:solidFill>
                <a:latin typeface="Arial Black" panose="020B0A04020102020204" charset="0"/>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grpSp>
        <p:nvGrpSpPr>
          <p:cNvPr id="1028" name="组合 1027"/>
          <p:cNvGrpSpPr/>
          <p:nvPr/>
        </p:nvGrpSpPr>
        <p:grpSpPr>
          <a:xfrm>
            <a:off x="0" y="0"/>
            <a:ext cx="9144000" cy="546100"/>
            <a:chOff x="0" y="0"/>
            <a:chExt cx="5760" cy="344"/>
          </a:xfrm>
        </p:grpSpPr>
        <p:sp>
          <p:nvSpPr>
            <p:cNvPr id="1029" name="Rectangle 5"/>
            <p:cNvSpPr/>
            <p:nvPr/>
          </p:nvSpPr>
          <p:spPr>
            <a:xfrm>
              <a:off x="0" y="0"/>
              <a:ext cx="180" cy="336"/>
            </a:xfrm>
            <a:prstGeom prst="rect">
              <a:avLst/>
            </a:prstGeom>
            <a:gradFill rotWithShape="0">
              <a:gsLst>
                <a:gs pos="0">
                  <a:srgbClr val="CCCCE6"/>
                </a:gs>
                <a:gs pos="100000">
                  <a:srgbClr val="FFFFFF"/>
                </a:gs>
              </a:gsLst>
              <a:lin ang="0"/>
              <a:tileRect/>
            </a:gradFill>
            <a:ln w="9525">
              <a:noFill/>
            </a:ln>
          </p:spPr>
          <p:txBody>
            <a:bodyPr wrap="none" anchor="ctr" anchorCtr="0"/>
            <a:p>
              <a:pPr lvl="0" algn="ctr"/>
              <a:endParaRPr lang="zh-CN" altLang="zh-CN" sz="2400">
                <a:latin typeface="Times New Roman" panose="02020603050405020304" charset="0"/>
                <a:ea typeface="宋体" panose="02010600030101010101" pitchFamily="2" charset="-122"/>
              </a:endParaRPr>
            </a:p>
          </p:txBody>
        </p:sp>
        <p:sp>
          <p:nvSpPr>
            <p:cNvPr id="1030" name="Rectangle 6"/>
            <p:cNvSpPr/>
            <p:nvPr/>
          </p:nvSpPr>
          <p:spPr>
            <a:xfrm>
              <a:off x="260" y="85"/>
              <a:ext cx="5500" cy="173"/>
            </a:xfrm>
            <a:prstGeom prst="rect">
              <a:avLst/>
            </a:prstGeom>
            <a:gradFill rotWithShape="0">
              <a:gsLst>
                <a:gs pos="0">
                  <a:srgbClr val="00007D"/>
                </a:gs>
                <a:gs pos="100000">
                  <a:srgbClr val="FFFFFF"/>
                </a:gs>
              </a:gsLst>
              <a:lin ang="0"/>
              <a:tileRect/>
            </a:gra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1031" name="Rectangle 7"/>
            <p:cNvSpPr/>
            <p:nvPr/>
          </p:nvSpPr>
          <p:spPr>
            <a:xfrm>
              <a:off x="258" y="85"/>
              <a:ext cx="87" cy="89"/>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1032" name="Rectangle 8"/>
            <p:cNvSpPr/>
            <p:nvPr/>
          </p:nvSpPr>
          <p:spPr>
            <a:xfrm>
              <a:off x="345" y="0"/>
              <a:ext cx="88"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1033" name="Rectangle 9"/>
            <p:cNvSpPr/>
            <p:nvPr/>
          </p:nvSpPr>
          <p:spPr>
            <a:xfrm>
              <a:off x="345" y="85"/>
              <a:ext cx="88" cy="89"/>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1034" name="Rectangle 10"/>
            <p:cNvSpPr/>
            <p:nvPr/>
          </p:nvSpPr>
          <p:spPr>
            <a:xfrm>
              <a:off x="173" y="173"/>
              <a:ext cx="86"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1035" name="Rectangle 11"/>
            <p:cNvSpPr/>
            <p:nvPr/>
          </p:nvSpPr>
          <p:spPr>
            <a:xfrm>
              <a:off x="83" y="86"/>
              <a:ext cx="89" cy="87"/>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1036" name="Rectangle 12"/>
            <p:cNvSpPr/>
            <p:nvPr/>
          </p:nvSpPr>
          <p:spPr>
            <a:xfrm>
              <a:off x="258" y="171"/>
              <a:ext cx="87" cy="87"/>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1037" name="Rectangle 13"/>
            <p:cNvSpPr/>
            <p:nvPr/>
          </p:nvSpPr>
          <p:spPr>
            <a:xfrm>
              <a:off x="173" y="258"/>
              <a:ext cx="86" cy="86"/>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grpSp>
      <p:sp>
        <p:nvSpPr>
          <p:cNvPr id="1038" name="Rectangle 14"/>
          <p:cNvSpPr/>
          <p:nvPr>
            <p:ph type="title"/>
          </p:nvPr>
        </p:nvSpPr>
        <p:spPr>
          <a:xfrm>
            <a:off x="457200" y="457200"/>
            <a:ext cx="8229600" cy="1371600"/>
          </a:xfrm>
          <a:prstGeom prst="rect">
            <a:avLst/>
          </a:prstGeom>
          <a:noFill/>
          <a:ln w="9525">
            <a:noFill/>
          </a:ln>
        </p:spPr>
        <p:txBody>
          <a:bodyPr anchor="ctr" anchorCtr="0"/>
          <a:p>
            <a:pPr lvl="0"/>
            <a:r>
              <a:rPr lang="zh-CN" altLang="en-US"/>
              <a:t>单击此处编辑母版标题样式</a:t>
            </a:r>
            <a:endParaRPr lang="zh-CN" altLang="en-US"/>
          </a:p>
        </p:txBody>
      </p:sp>
      <p:sp>
        <p:nvSpPr>
          <p:cNvPr id="1039" name="Rectangle 15"/>
          <p:cNvSpPr/>
          <p:nvPr>
            <p:ph type="body"/>
          </p:nvPr>
        </p:nvSpPr>
        <p:spPr>
          <a:xfrm>
            <a:off x="457200" y="1981200"/>
            <a:ext cx="8229600" cy="3886200"/>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40" name="Rectangle 16"/>
          <p:cNvSpPr>
            <a:spLocks noGrp="1"/>
          </p:cNvSpPr>
          <p:nvPr>
            <p:ph type="dt" sz="half" idx="4"/>
          </p:nvPr>
        </p:nvSpPr>
        <p:spPr>
          <a:xfrm>
            <a:off x="457200" y="6245225"/>
            <a:ext cx="2133600" cy="476250"/>
          </a:xfrm>
          <a:prstGeom prst="rect">
            <a:avLst/>
          </a:prstGeom>
          <a:noFill/>
          <a:ln w="9525">
            <a:noFill/>
          </a:ln>
        </p:spPr>
        <p:txBody>
          <a:bodyPr anchor="b"/>
          <a:lstStyle>
            <a:lvl1pPr marL="0" indent="0" algn="l"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41" name="Line 17"/>
          <p:cNvSpPr/>
          <p:nvPr/>
        </p:nvSpPr>
        <p:spPr>
          <a:xfrm>
            <a:off x="466725" y="1700213"/>
            <a:ext cx="8208963" cy="0"/>
          </a:xfrm>
          <a:prstGeom prst="line">
            <a:avLst/>
          </a:prstGeom>
          <a:ln w="53975" cap="flat" cmpd="sng">
            <a:solidFill>
              <a:srgbClr val="9999FF"/>
            </a:solidFill>
            <a:prstDash val="solid"/>
            <a:round/>
            <a:headEnd type="none" w="med" len="med"/>
            <a:tailEnd type="none" w="med" len="med"/>
          </a:ln>
        </p:spPr>
        <p:txBody>
          <a:bodyPr anchor="t" anchorCtr="0"/>
          <a:p>
            <a:pPr lvl="0"/>
            <a:endParaRPr lang="zh-CN" altLang="en-US" sz="1800" baseline="0">
              <a:latin typeface="Arial" panose="020B0604020202020204"/>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914400" rtl="0" eaLnBrk="0" fontAlgn="base" hangingPunct="0">
        <a:lnSpc>
          <a:spcPct val="100000"/>
        </a:lnSpc>
        <a:spcBef>
          <a:spcPct val="0"/>
        </a:spcBef>
        <a:spcAft>
          <a:spcPct val="0"/>
        </a:spcAft>
        <a:buSzPct val="100000"/>
        <a:buNone/>
        <a:defRPr sz="4400" b="0" i="0" u="none" kern="1200">
          <a:solidFill>
            <a:schemeClr val="tx1"/>
          </a:solidFill>
          <a:latin typeface="+mj-lt"/>
          <a:ea typeface="+mj-ea"/>
          <a:cs typeface="+mj-cs"/>
        </a:defRPr>
      </a:lvl1pPr>
      <a:lvl2pPr marL="0" lvl="1"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2pPr>
      <a:lvl3pPr marL="0" lvl="2"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3pPr>
      <a:lvl4pPr marL="0" lvl="3"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4pPr>
      <a:lvl5pPr marL="0" lvl="4"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5pPr>
    </p:titleStyle>
    <p:bodyStyle>
      <a:lvl1pPr marL="342900" lvl="0" indent="-342900" algn="l" defTabSz="914400" rtl="0" eaLnBrk="0" fontAlgn="base" hangingPunct="0">
        <a:lnSpc>
          <a:spcPct val="100000"/>
        </a:lnSpc>
        <a:spcBef>
          <a:spcPct val="20000"/>
        </a:spcBef>
        <a:spcAft>
          <a:spcPct val="0"/>
        </a:spcAft>
        <a:buClr>
          <a:schemeClr val="bg2"/>
        </a:buClr>
        <a:buSzPct val="75000"/>
        <a:buFont typeface="Wingdings" panose="05000000000000000000" pitchFamily="2" charset="2"/>
        <a:buChar char="n"/>
        <a:defRPr sz="3200" b="0" i="0" u="none" kern="1200">
          <a:solidFill>
            <a:schemeClr val="tx1"/>
          </a:solidFill>
          <a:latin typeface="+mn-lt"/>
          <a:ea typeface="+mn-ea"/>
          <a:cs typeface="+mn-cs"/>
        </a:defRPr>
      </a:lvl1pPr>
      <a:lvl2pPr marL="742950" lvl="1" indent="-285750" algn="l" defTabSz="914400" rtl="0" eaLnBrk="0" fontAlgn="base" hangingPunct="0">
        <a:lnSpc>
          <a:spcPct val="100000"/>
        </a:lnSpc>
        <a:spcBef>
          <a:spcPct val="20000"/>
        </a:spcBef>
        <a:spcAft>
          <a:spcPct val="0"/>
        </a:spcAft>
        <a:buClr>
          <a:schemeClr val="accent2"/>
        </a:buClr>
        <a:buSzPct val="80000"/>
        <a:buFont typeface="Wingdings" panose="05000000000000000000" pitchFamily="2" charset="2"/>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0" fontAlgn="base" hangingPunct="0">
        <a:lnSpc>
          <a:spcPct val="100000"/>
        </a:lnSpc>
        <a:spcBef>
          <a:spcPct val="20000"/>
        </a:spcBef>
        <a:spcAft>
          <a:spcPct val="0"/>
        </a:spcAft>
        <a:buClr>
          <a:schemeClr val="bg2"/>
        </a:buClr>
        <a:buSzPct val="65000"/>
        <a:buFont typeface="Wingdings" panose="05000000000000000000" pitchFamily="2" charset="2"/>
        <a:buChar char="n"/>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0" fontAlgn="base" hangingPunct="0">
        <a:lnSpc>
          <a:spcPct val="100000"/>
        </a:lnSpc>
        <a:spcBef>
          <a:spcPct val="20000"/>
        </a:spcBef>
        <a:spcAft>
          <a:spcPct val="0"/>
        </a:spcAft>
        <a:buClr>
          <a:schemeClr val="accent2"/>
        </a:buClr>
        <a:buSzPct val="7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2050" name="组合 1043"/>
          <p:cNvGrpSpPr/>
          <p:nvPr/>
        </p:nvGrpSpPr>
        <p:grpSpPr>
          <a:xfrm>
            <a:off x="0" y="0"/>
            <a:ext cx="9144000" cy="6858000"/>
            <a:chOff x="0" y="0"/>
            <a:chExt cx="5760" cy="4320"/>
          </a:xfrm>
        </p:grpSpPr>
        <p:sp>
          <p:nvSpPr>
            <p:cNvPr id="2051" name="Rectangle 3"/>
            <p:cNvSpPr/>
            <p:nvPr/>
          </p:nvSpPr>
          <p:spPr>
            <a:xfrm>
              <a:off x="0" y="0"/>
              <a:ext cx="2208" cy="4320"/>
            </a:xfrm>
            <a:prstGeom prst="rect">
              <a:avLst/>
            </a:prstGeom>
            <a:gradFill rotWithShape="0">
              <a:gsLst>
                <a:gs pos="0">
                  <a:srgbClr val="CCCCE6"/>
                </a:gs>
                <a:gs pos="100000">
                  <a:srgbClr val="FFFFFF"/>
                </a:gs>
              </a:gsLst>
              <a:lin ang="0"/>
              <a:tileRect/>
            </a:gradFill>
            <a:ln w="9525">
              <a:noFill/>
            </a:ln>
          </p:spPr>
          <p:txBody>
            <a:bodyPr wrap="none" anchor="ctr" anchorCtr="0"/>
            <a:p>
              <a:pPr lvl="0" algn="ctr"/>
              <a:endParaRPr lang="zh-CN" altLang="zh-CN" sz="2400">
                <a:latin typeface="Times New Roman" panose="02020603050405020304" charset="0"/>
                <a:ea typeface="宋体" panose="02010600030101010101" pitchFamily="2" charset="-122"/>
              </a:endParaRPr>
            </a:p>
          </p:txBody>
        </p:sp>
        <p:sp>
          <p:nvSpPr>
            <p:cNvPr id="2052" name="Rectangle 4"/>
            <p:cNvSpPr/>
            <p:nvPr/>
          </p:nvSpPr>
          <p:spPr>
            <a:xfrm>
              <a:off x="1081" y="1065"/>
              <a:ext cx="4679" cy="1596"/>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grpSp>
          <p:nvGrpSpPr>
            <p:cNvPr id="2053" name="组合 1046"/>
            <p:cNvGrpSpPr/>
            <p:nvPr/>
          </p:nvGrpSpPr>
          <p:grpSpPr>
            <a:xfrm>
              <a:off x="0" y="672"/>
              <a:ext cx="1806" cy="1989"/>
              <a:chOff x="0" y="672"/>
              <a:chExt cx="1806" cy="1989"/>
            </a:xfrm>
          </p:grpSpPr>
          <p:sp>
            <p:nvSpPr>
              <p:cNvPr id="2054" name="Rectangle 6"/>
              <p:cNvSpPr/>
              <p:nvPr/>
            </p:nvSpPr>
            <p:spPr>
              <a:xfrm>
                <a:off x="361" y="2257"/>
                <a:ext cx="363" cy="404"/>
              </a:xfrm>
              <a:prstGeom prst="rect">
                <a:avLst/>
              </a:prstGeom>
              <a:solidFill>
                <a:srgbClr val="9999CC"/>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55" name="Rectangle 7"/>
              <p:cNvSpPr/>
              <p:nvPr/>
            </p:nvSpPr>
            <p:spPr>
              <a:xfrm>
                <a:off x="1081" y="1065"/>
                <a:ext cx="362" cy="405"/>
              </a:xfrm>
              <a:prstGeom prst="rect">
                <a:avLst/>
              </a:prstGeom>
              <a:solidFill>
                <a:srgbClr val="CCCCE6"/>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56" name="Rectangle 8"/>
              <p:cNvSpPr/>
              <p:nvPr/>
            </p:nvSpPr>
            <p:spPr>
              <a:xfrm>
                <a:off x="1437" y="672"/>
                <a:ext cx="369" cy="400"/>
              </a:xfrm>
              <a:prstGeom prst="rect">
                <a:avLst/>
              </a:prstGeom>
              <a:solidFill>
                <a:srgbClr val="CCCCE6"/>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57" name="Rectangle 9"/>
              <p:cNvSpPr/>
              <p:nvPr/>
            </p:nvSpPr>
            <p:spPr>
              <a:xfrm>
                <a:off x="719" y="2257"/>
                <a:ext cx="368" cy="404"/>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58" name="Rectangle 10"/>
              <p:cNvSpPr/>
              <p:nvPr/>
            </p:nvSpPr>
            <p:spPr>
              <a:xfrm>
                <a:off x="1437" y="1065"/>
                <a:ext cx="369" cy="405"/>
              </a:xfrm>
              <a:prstGeom prst="rect">
                <a:avLst/>
              </a:prstGeom>
              <a:solidFill>
                <a:srgbClr val="9999CC"/>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59" name="Rectangle 11"/>
              <p:cNvSpPr/>
              <p:nvPr/>
            </p:nvSpPr>
            <p:spPr>
              <a:xfrm>
                <a:off x="719" y="1464"/>
                <a:ext cx="368" cy="399"/>
              </a:xfrm>
              <a:prstGeom prst="rect">
                <a:avLst/>
              </a:prstGeom>
              <a:solidFill>
                <a:srgbClr val="CCCCE6"/>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60" name="Rectangle 12"/>
              <p:cNvSpPr/>
              <p:nvPr/>
            </p:nvSpPr>
            <p:spPr>
              <a:xfrm>
                <a:off x="0" y="1464"/>
                <a:ext cx="367" cy="399"/>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61" name="Rectangle 13"/>
              <p:cNvSpPr/>
              <p:nvPr/>
            </p:nvSpPr>
            <p:spPr>
              <a:xfrm>
                <a:off x="1081" y="1464"/>
                <a:ext cx="362" cy="399"/>
              </a:xfrm>
              <a:prstGeom prst="rect">
                <a:avLst/>
              </a:prstGeom>
              <a:solidFill>
                <a:srgbClr val="9999CC"/>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62" name="Rectangle 14"/>
              <p:cNvSpPr/>
              <p:nvPr/>
            </p:nvSpPr>
            <p:spPr>
              <a:xfrm>
                <a:off x="361" y="1857"/>
                <a:ext cx="363" cy="406"/>
              </a:xfrm>
              <a:prstGeom prst="rect">
                <a:avLst/>
              </a:prstGeom>
              <a:solidFill>
                <a:srgbClr val="CCCCE6"/>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2063" name="Rectangle 15"/>
              <p:cNvSpPr/>
              <p:nvPr/>
            </p:nvSpPr>
            <p:spPr>
              <a:xfrm>
                <a:off x="719" y="1857"/>
                <a:ext cx="368" cy="406"/>
              </a:xfrm>
              <a:prstGeom prst="rect">
                <a:avLst/>
              </a:prstGeom>
              <a:solidFill>
                <a:srgbClr val="9999CC"/>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grpSp>
      </p:grpSp>
      <p:sp>
        <p:nvSpPr>
          <p:cNvPr id="2064" name="Rectangle 14"/>
          <p:cNvSpPr/>
          <p:nvPr>
            <p:ph type="title"/>
          </p:nvPr>
        </p:nvSpPr>
        <p:spPr>
          <a:xfrm>
            <a:off x="457200" y="457200"/>
            <a:ext cx="8229600" cy="1371600"/>
          </a:xfrm>
          <a:prstGeom prst="rect">
            <a:avLst/>
          </a:prstGeom>
          <a:noFill/>
          <a:ln w="9525">
            <a:noFill/>
          </a:ln>
        </p:spPr>
        <p:txBody>
          <a:bodyPr anchor="ctr" anchorCtr="0"/>
          <a:p>
            <a:pPr lvl="0"/>
            <a:r>
              <a:rPr lang="zh-CN" altLang="en-US"/>
              <a:t>单击此处编辑母版标题样式</a:t>
            </a:r>
            <a:endParaRPr lang="zh-CN" altLang="en-US"/>
          </a:p>
        </p:txBody>
      </p:sp>
      <p:sp>
        <p:nvSpPr>
          <p:cNvPr id="2065" name="Rectangle 15"/>
          <p:cNvSpPr/>
          <p:nvPr>
            <p:ph type="body"/>
          </p:nvPr>
        </p:nvSpPr>
        <p:spPr>
          <a:xfrm>
            <a:off x="457200" y="1981200"/>
            <a:ext cx="8229600" cy="3886200"/>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60" name="Rectangle 16"/>
          <p:cNvSpPr>
            <a:spLocks noGrp="1"/>
          </p:cNvSpPr>
          <p:nvPr>
            <p:ph type="dt" sz="half" idx="2"/>
          </p:nvPr>
        </p:nvSpPr>
        <p:spPr>
          <a:xfrm>
            <a:off x="457200" y="6248400"/>
            <a:ext cx="2133600" cy="457200"/>
          </a:xfrm>
          <a:prstGeom prst="rect">
            <a:avLst/>
          </a:prstGeom>
          <a:noFill/>
          <a:ln w="9525">
            <a:noFill/>
          </a:ln>
        </p:spPr>
        <p:txBody>
          <a:bodyPr anchor="b"/>
          <a:lstStyle>
            <a:lvl1pPr marL="0" indent="0" algn="l"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61" name="Rectangle 17"/>
          <p:cNvSpPr>
            <a:spLocks noGrp="1"/>
          </p:cNvSpPr>
          <p:nvPr>
            <p:ph type="ftr" sz="quarter" idx="3"/>
          </p:nvPr>
        </p:nvSpPr>
        <p:spPr>
          <a:xfrm>
            <a:off x="3124200" y="6248400"/>
            <a:ext cx="2895600" cy="457200"/>
          </a:xfrm>
          <a:prstGeom prst="rect">
            <a:avLst/>
          </a:prstGeom>
          <a:noFill/>
          <a:ln w="9525">
            <a:noFill/>
          </a:ln>
        </p:spPr>
        <p:txBody>
          <a:bodyPr anchor="b"/>
          <a:lstStyle>
            <a:lvl1pPr marL="0" indent="0" algn="ctr"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62" name="Rectangle 18"/>
          <p:cNvSpPr>
            <a:spLocks noGrp="1"/>
          </p:cNvSpPr>
          <p:nvPr>
            <p:ph type="sldNum" sz="quarter" idx="4"/>
          </p:nvPr>
        </p:nvSpPr>
        <p:spPr>
          <a:xfrm>
            <a:off x="6553200" y="6248400"/>
            <a:ext cx="2133600" cy="457200"/>
          </a:xfrm>
          <a:prstGeom prst="rect">
            <a:avLst/>
          </a:prstGeom>
          <a:noFill/>
          <a:ln w="9525">
            <a:noFill/>
          </a:ln>
        </p:spPr>
        <p:txBody>
          <a:bodyPr anchor="b"/>
          <a:lstStyle>
            <a:lvl1pPr marL="0" indent="0" algn="r" fontAlgn="base">
              <a:defRPr sz="1200">
                <a:solidFill>
                  <a:schemeClr val="tx1"/>
                </a:solidFill>
                <a:latin typeface="Arial Black" panose="020B0A04020102020204" charset="0"/>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914400" rtl="0" eaLnBrk="0" fontAlgn="base" hangingPunct="0">
        <a:lnSpc>
          <a:spcPct val="100000"/>
        </a:lnSpc>
        <a:spcBef>
          <a:spcPct val="0"/>
        </a:spcBef>
        <a:spcAft>
          <a:spcPct val="0"/>
        </a:spcAft>
        <a:buSzPct val="100000"/>
        <a:buNone/>
        <a:defRPr sz="4400" b="0" i="0" u="none" kern="1200">
          <a:solidFill>
            <a:schemeClr val="tx1"/>
          </a:solidFill>
          <a:latin typeface="+mj-lt"/>
          <a:ea typeface="+mj-ea"/>
          <a:cs typeface="+mj-cs"/>
        </a:defRPr>
      </a:lvl1pPr>
      <a:lvl2pPr marL="0" lvl="1"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2pPr>
      <a:lvl3pPr marL="0" lvl="2"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3pPr>
      <a:lvl4pPr marL="0" lvl="3"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4pPr>
      <a:lvl5pPr marL="0" lvl="4"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5pPr>
    </p:titleStyle>
    <p:bodyStyle>
      <a:lvl1pPr marL="342900" lvl="0" indent="-342900" algn="l" defTabSz="914400" rtl="0" eaLnBrk="0" fontAlgn="base" hangingPunct="0">
        <a:lnSpc>
          <a:spcPct val="100000"/>
        </a:lnSpc>
        <a:spcBef>
          <a:spcPct val="20000"/>
        </a:spcBef>
        <a:spcAft>
          <a:spcPct val="0"/>
        </a:spcAft>
        <a:buClr>
          <a:schemeClr val="bg2"/>
        </a:buClr>
        <a:buSzPct val="75000"/>
        <a:buFont typeface="Wingdings" panose="05000000000000000000" pitchFamily="2" charset="2"/>
        <a:buChar char="n"/>
        <a:defRPr sz="3200" b="0" i="0" u="none" kern="1200">
          <a:solidFill>
            <a:schemeClr val="tx1"/>
          </a:solidFill>
          <a:latin typeface="+mn-lt"/>
          <a:ea typeface="+mn-ea"/>
          <a:cs typeface="+mn-cs"/>
        </a:defRPr>
      </a:lvl1pPr>
      <a:lvl2pPr marL="742950" lvl="1" indent="-285750" algn="l" defTabSz="914400" rtl="0" eaLnBrk="0" fontAlgn="base" hangingPunct="0">
        <a:lnSpc>
          <a:spcPct val="100000"/>
        </a:lnSpc>
        <a:spcBef>
          <a:spcPct val="20000"/>
        </a:spcBef>
        <a:spcAft>
          <a:spcPct val="0"/>
        </a:spcAft>
        <a:buClr>
          <a:schemeClr val="accent2"/>
        </a:buClr>
        <a:buSzPct val="80000"/>
        <a:buFont typeface="Wingdings" panose="05000000000000000000" pitchFamily="2" charset="2"/>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0" fontAlgn="base" hangingPunct="0">
        <a:lnSpc>
          <a:spcPct val="100000"/>
        </a:lnSpc>
        <a:spcBef>
          <a:spcPct val="20000"/>
        </a:spcBef>
        <a:spcAft>
          <a:spcPct val="0"/>
        </a:spcAft>
        <a:buClr>
          <a:schemeClr val="bg2"/>
        </a:buClr>
        <a:buSzPct val="65000"/>
        <a:buFont typeface="Wingdings" panose="05000000000000000000" pitchFamily="2" charset="2"/>
        <a:buChar char="n"/>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0" fontAlgn="base" hangingPunct="0">
        <a:lnSpc>
          <a:spcPct val="100000"/>
        </a:lnSpc>
        <a:spcBef>
          <a:spcPct val="20000"/>
        </a:spcBef>
        <a:spcAft>
          <a:spcPct val="0"/>
        </a:spcAft>
        <a:buClr>
          <a:schemeClr val="accent2"/>
        </a:buClr>
        <a:buSzPct val="7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3074" name="组合 1064"/>
          <p:cNvGrpSpPr/>
          <p:nvPr/>
        </p:nvGrpSpPr>
        <p:grpSpPr>
          <a:xfrm>
            <a:off x="0" y="0"/>
            <a:ext cx="9144000" cy="546100"/>
            <a:chOff x="0" y="0"/>
            <a:chExt cx="5760" cy="344"/>
          </a:xfrm>
        </p:grpSpPr>
        <p:sp>
          <p:nvSpPr>
            <p:cNvPr id="3075" name="Rectangle 5"/>
            <p:cNvSpPr/>
            <p:nvPr/>
          </p:nvSpPr>
          <p:spPr>
            <a:xfrm>
              <a:off x="0" y="0"/>
              <a:ext cx="180" cy="336"/>
            </a:xfrm>
            <a:prstGeom prst="rect">
              <a:avLst/>
            </a:prstGeom>
            <a:gradFill rotWithShape="0">
              <a:gsLst>
                <a:gs pos="0">
                  <a:srgbClr val="CCCCE6"/>
                </a:gs>
                <a:gs pos="100000">
                  <a:srgbClr val="FFFFFF"/>
                </a:gs>
              </a:gsLst>
              <a:lin ang="0"/>
              <a:tileRect/>
            </a:gradFill>
            <a:ln w="9525">
              <a:noFill/>
            </a:ln>
          </p:spPr>
          <p:txBody>
            <a:bodyPr wrap="none" anchor="ctr" anchorCtr="0"/>
            <a:p>
              <a:pPr lvl="0" algn="ctr"/>
              <a:endParaRPr lang="zh-CN" altLang="zh-CN" sz="2400">
                <a:latin typeface="Times New Roman" panose="02020603050405020304" charset="0"/>
                <a:ea typeface="宋体" panose="02010600030101010101" pitchFamily="2" charset="-122"/>
              </a:endParaRPr>
            </a:p>
          </p:txBody>
        </p:sp>
        <p:sp>
          <p:nvSpPr>
            <p:cNvPr id="3076" name="Rectangle 6"/>
            <p:cNvSpPr/>
            <p:nvPr/>
          </p:nvSpPr>
          <p:spPr>
            <a:xfrm>
              <a:off x="260" y="85"/>
              <a:ext cx="5500" cy="173"/>
            </a:xfrm>
            <a:prstGeom prst="rect">
              <a:avLst/>
            </a:prstGeom>
            <a:gradFill rotWithShape="0">
              <a:gsLst>
                <a:gs pos="0">
                  <a:srgbClr val="00007D"/>
                </a:gs>
                <a:gs pos="100000">
                  <a:srgbClr val="FFFFFF"/>
                </a:gs>
              </a:gsLst>
              <a:lin ang="0"/>
              <a:tileRect/>
            </a:gra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3077" name="Rectangle 7"/>
            <p:cNvSpPr/>
            <p:nvPr/>
          </p:nvSpPr>
          <p:spPr>
            <a:xfrm>
              <a:off x="258" y="85"/>
              <a:ext cx="87" cy="89"/>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3078" name="Rectangle 8"/>
            <p:cNvSpPr/>
            <p:nvPr/>
          </p:nvSpPr>
          <p:spPr>
            <a:xfrm>
              <a:off x="345" y="0"/>
              <a:ext cx="88"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3079" name="Rectangle 9"/>
            <p:cNvSpPr/>
            <p:nvPr/>
          </p:nvSpPr>
          <p:spPr>
            <a:xfrm>
              <a:off x="345" y="85"/>
              <a:ext cx="88" cy="89"/>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3080" name="Rectangle 10"/>
            <p:cNvSpPr/>
            <p:nvPr/>
          </p:nvSpPr>
          <p:spPr>
            <a:xfrm>
              <a:off x="173" y="173"/>
              <a:ext cx="86"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3081" name="Rectangle 11"/>
            <p:cNvSpPr/>
            <p:nvPr/>
          </p:nvSpPr>
          <p:spPr>
            <a:xfrm>
              <a:off x="83" y="86"/>
              <a:ext cx="89" cy="87"/>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3082" name="Rectangle 12"/>
            <p:cNvSpPr/>
            <p:nvPr/>
          </p:nvSpPr>
          <p:spPr>
            <a:xfrm>
              <a:off x="258" y="171"/>
              <a:ext cx="87" cy="87"/>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3083" name="Rectangle 13"/>
            <p:cNvSpPr/>
            <p:nvPr/>
          </p:nvSpPr>
          <p:spPr>
            <a:xfrm>
              <a:off x="173" y="258"/>
              <a:ext cx="86" cy="86"/>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grpSp>
      <p:sp>
        <p:nvSpPr>
          <p:cNvPr id="3084" name="Line 17"/>
          <p:cNvSpPr/>
          <p:nvPr/>
        </p:nvSpPr>
        <p:spPr>
          <a:xfrm>
            <a:off x="466725" y="1700213"/>
            <a:ext cx="8208963" cy="0"/>
          </a:xfrm>
          <a:prstGeom prst="line">
            <a:avLst/>
          </a:prstGeom>
          <a:ln w="53975" cap="flat" cmpd="sng">
            <a:solidFill>
              <a:srgbClr val="9999FF"/>
            </a:solidFill>
            <a:prstDash val="solid"/>
            <a:round/>
            <a:headEnd type="none" w="med" len="med"/>
            <a:tailEnd type="none" w="med" len="med"/>
          </a:ln>
        </p:spPr>
        <p:txBody>
          <a:bodyPr anchor="t" anchorCtr="0"/>
          <a:p>
            <a:pPr lvl="0"/>
            <a:endParaRPr lang="zh-CN" altLang="en-US" sz="1800" baseline="0">
              <a:latin typeface="Arial" panose="020B0604020202020204"/>
              <a:ea typeface="宋体" panose="02010600030101010101" pitchFamily="2" charset="-122"/>
            </a:endParaRPr>
          </a:p>
        </p:txBody>
      </p:sp>
      <p:sp>
        <p:nvSpPr>
          <p:cNvPr id="3085" name="Rectangle 14"/>
          <p:cNvSpPr/>
          <p:nvPr>
            <p:ph type="title"/>
          </p:nvPr>
        </p:nvSpPr>
        <p:spPr>
          <a:xfrm>
            <a:off x="457200" y="457200"/>
            <a:ext cx="8229600" cy="1371600"/>
          </a:xfrm>
          <a:prstGeom prst="rect">
            <a:avLst/>
          </a:prstGeom>
          <a:noFill/>
          <a:ln w="9525">
            <a:noFill/>
          </a:ln>
        </p:spPr>
        <p:txBody>
          <a:bodyPr anchor="ctr" anchorCtr="0"/>
          <a:p>
            <a:pPr lvl="0"/>
            <a:r>
              <a:rPr lang="zh-CN" altLang="en-US"/>
              <a:t>单击此处编辑母版标题样式</a:t>
            </a:r>
            <a:endParaRPr lang="zh-CN" altLang="en-US"/>
          </a:p>
        </p:txBody>
      </p:sp>
      <p:sp>
        <p:nvSpPr>
          <p:cNvPr id="3086" name="Rectangle 15"/>
          <p:cNvSpPr/>
          <p:nvPr>
            <p:ph type="body"/>
          </p:nvPr>
        </p:nvSpPr>
        <p:spPr>
          <a:xfrm>
            <a:off x="457200" y="1981200"/>
            <a:ext cx="8229600" cy="3886200"/>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78" name="日期占位符 4"/>
          <p:cNvSpPr>
            <a:spLocks noGrp="1"/>
          </p:cNvSpPr>
          <p:nvPr>
            <p:ph type="dt" sz="half" idx="2"/>
          </p:nvPr>
        </p:nvSpPr>
        <p:spPr>
          <a:xfrm>
            <a:off x="914400" y="6324600"/>
            <a:ext cx="1905000" cy="457200"/>
          </a:xfrm>
          <a:prstGeom prst="rect">
            <a:avLst/>
          </a:prstGeom>
          <a:noFill/>
          <a:ln w="9525">
            <a:noFill/>
          </a:ln>
        </p:spPr>
        <p:txBody>
          <a:bodyPr anchor="b"/>
          <a:lstStyle>
            <a:lvl1pPr marL="0" indent="0" algn="l"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79" name="页脚占位符 5"/>
          <p:cNvSpPr>
            <a:spLocks noGrp="1"/>
          </p:cNvSpPr>
          <p:nvPr>
            <p:ph type="ftr" sz="quarter" idx="3"/>
          </p:nvPr>
        </p:nvSpPr>
        <p:spPr>
          <a:xfrm>
            <a:off x="3352800" y="6324600"/>
            <a:ext cx="2895600" cy="457200"/>
          </a:xfrm>
          <a:prstGeom prst="rect">
            <a:avLst/>
          </a:prstGeom>
          <a:noFill/>
          <a:ln w="9525">
            <a:noFill/>
          </a:ln>
        </p:spPr>
        <p:txBody>
          <a:bodyPr anchor="b"/>
          <a:lstStyle>
            <a:lvl1pPr marL="0" indent="0" algn="ctr"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80" name="灯片编号占位符 6"/>
          <p:cNvSpPr>
            <a:spLocks noGrp="1"/>
          </p:cNvSpPr>
          <p:nvPr>
            <p:ph type="sldNum" sz="quarter" idx="4"/>
          </p:nvPr>
        </p:nvSpPr>
        <p:spPr>
          <a:xfrm>
            <a:off x="6781800" y="6324600"/>
            <a:ext cx="1905000" cy="457200"/>
          </a:xfrm>
          <a:prstGeom prst="rect">
            <a:avLst/>
          </a:prstGeom>
          <a:noFill/>
          <a:ln w="9525">
            <a:noFill/>
          </a:ln>
        </p:spPr>
        <p:txBody>
          <a:bodyPr anchor="b"/>
          <a:lstStyle>
            <a:lvl1pPr marL="0" indent="0" algn="r" fontAlgn="base">
              <a:defRPr sz="1200">
                <a:solidFill>
                  <a:schemeClr val="tx1"/>
                </a:solidFill>
                <a:latin typeface="Arial Black" panose="020B0A04020102020204" charset="0"/>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fld id="{9A0DB2DC-4C9A-4742-B13C-FB6460FD3503}" type="slidenum">
              <a:rPr lang="zh-CN" altLang="en-US" strike="noStrike" noProof="1">
                <a:latin typeface="Arial Black" panose="020B0A04020102020204" charset="0"/>
                <a:ea typeface="宋体" panose="02010600030101010101" pitchFamily="2" charset="-122"/>
                <a:cs typeface="+mn-cs"/>
              </a:rPr>
            </a:fld>
            <a:endParaRPr lang="zh-CN" altLang="en-US" sz="1200" u="none" strike="noStrike" noProof="1">
              <a:solidFill>
                <a:schemeClr val="tx1"/>
              </a:solidFill>
              <a:latin typeface="Arial Black" panose="020B0A0402010202020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marL="0" lvl="0" indent="0" algn="l" defTabSz="914400" rtl="0" eaLnBrk="0" fontAlgn="base" hangingPunct="0">
        <a:lnSpc>
          <a:spcPct val="100000"/>
        </a:lnSpc>
        <a:spcBef>
          <a:spcPct val="0"/>
        </a:spcBef>
        <a:spcAft>
          <a:spcPct val="0"/>
        </a:spcAft>
        <a:buSzPct val="100000"/>
        <a:buNone/>
        <a:defRPr sz="4400" b="0" i="0" u="none" kern="1200">
          <a:solidFill>
            <a:schemeClr val="tx1"/>
          </a:solidFill>
          <a:latin typeface="+mj-lt"/>
          <a:ea typeface="+mj-ea"/>
          <a:cs typeface="+mj-cs"/>
        </a:defRPr>
      </a:lvl1pPr>
      <a:lvl2pPr marL="0" lvl="1"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2pPr>
      <a:lvl3pPr marL="0" lvl="2"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3pPr>
      <a:lvl4pPr marL="0" lvl="3"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4pPr>
      <a:lvl5pPr marL="0" lvl="4"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5pPr>
    </p:titleStyle>
    <p:bodyStyle>
      <a:lvl1pPr marL="342900" lvl="0" indent="-342900" algn="l" defTabSz="914400" rtl="0" eaLnBrk="0" fontAlgn="base" hangingPunct="0">
        <a:lnSpc>
          <a:spcPct val="100000"/>
        </a:lnSpc>
        <a:spcBef>
          <a:spcPct val="20000"/>
        </a:spcBef>
        <a:spcAft>
          <a:spcPct val="0"/>
        </a:spcAft>
        <a:buClr>
          <a:schemeClr val="bg2"/>
        </a:buClr>
        <a:buSzPct val="75000"/>
        <a:buFont typeface="Wingdings" panose="05000000000000000000" pitchFamily="2" charset="2"/>
        <a:buChar char="n"/>
        <a:defRPr sz="3200" b="0" i="0" u="none" kern="1200">
          <a:solidFill>
            <a:schemeClr val="tx1"/>
          </a:solidFill>
          <a:latin typeface="+mn-lt"/>
          <a:ea typeface="+mn-ea"/>
          <a:cs typeface="+mn-cs"/>
        </a:defRPr>
      </a:lvl1pPr>
      <a:lvl2pPr marL="742950" lvl="1" indent="-285750" algn="l" defTabSz="914400" rtl="0" eaLnBrk="0" fontAlgn="base" hangingPunct="0">
        <a:lnSpc>
          <a:spcPct val="100000"/>
        </a:lnSpc>
        <a:spcBef>
          <a:spcPct val="20000"/>
        </a:spcBef>
        <a:spcAft>
          <a:spcPct val="0"/>
        </a:spcAft>
        <a:buClr>
          <a:schemeClr val="accent2"/>
        </a:buClr>
        <a:buSzPct val="80000"/>
        <a:buFont typeface="Wingdings" panose="05000000000000000000" pitchFamily="2" charset="2"/>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0" fontAlgn="base" hangingPunct="0">
        <a:lnSpc>
          <a:spcPct val="100000"/>
        </a:lnSpc>
        <a:spcBef>
          <a:spcPct val="20000"/>
        </a:spcBef>
        <a:spcAft>
          <a:spcPct val="0"/>
        </a:spcAft>
        <a:buClr>
          <a:schemeClr val="bg2"/>
        </a:buClr>
        <a:buSzPct val="65000"/>
        <a:buFont typeface="Wingdings" panose="05000000000000000000" pitchFamily="2" charset="2"/>
        <a:buChar char="n"/>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0" fontAlgn="base" hangingPunct="0">
        <a:lnSpc>
          <a:spcPct val="100000"/>
        </a:lnSpc>
        <a:spcBef>
          <a:spcPct val="20000"/>
        </a:spcBef>
        <a:spcAft>
          <a:spcPct val="0"/>
        </a:spcAft>
        <a:buClr>
          <a:schemeClr val="accent2"/>
        </a:buClr>
        <a:buSzPct val="7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pSp>
        <p:nvGrpSpPr>
          <p:cNvPr id="4098" name="组合 1082"/>
          <p:cNvGrpSpPr/>
          <p:nvPr/>
        </p:nvGrpSpPr>
        <p:grpSpPr>
          <a:xfrm>
            <a:off x="0" y="0"/>
            <a:ext cx="9144000" cy="546100"/>
            <a:chOff x="0" y="0"/>
            <a:chExt cx="5760" cy="344"/>
          </a:xfrm>
        </p:grpSpPr>
        <p:sp>
          <p:nvSpPr>
            <p:cNvPr id="4099" name="Rectangle 5"/>
            <p:cNvSpPr/>
            <p:nvPr/>
          </p:nvSpPr>
          <p:spPr>
            <a:xfrm>
              <a:off x="0" y="0"/>
              <a:ext cx="180" cy="336"/>
            </a:xfrm>
            <a:prstGeom prst="rect">
              <a:avLst/>
            </a:prstGeom>
            <a:gradFill rotWithShape="0">
              <a:gsLst>
                <a:gs pos="0">
                  <a:srgbClr val="CCCCE6"/>
                </a:gs>
                <a:gs pos="100000">
                  <a:srgbClr val="FFFFFF"/>
                </a:gs>
              </a:gsLst>
              <a:lin ang="0"/>
              <a:tileRect/>
            </a:gradFill>
            <a:ln w="9525">
              <a:noFill/>
            </a:ln>
          </p:spPr>
          <p:txBody>
            <a:bodyPr wrap="none" anchor="ctr" anchorCtr="0"/>
            <a:p>
              <a:pPr lvl="0" algn="ctr"/>
              <a:endParaRPr lang="zh-CN" altLang="zh-CN" sz="2400">
                <a:latin typeface="Times New Roman" panose="02020603050405020304" charset="0"/>
                <a:ea typeface="宋体" panose="02010600030101010101" pitchFamily="2" charset="-122"/>
              </a:endParaRPr>
            </a:p>
          </p:txBody>
        </p:sp>
        <p:sp>
          <p:nvSpPr>
            <p:cNvPr id="4100" name="Rectangle 6"/>
            <p:cNvSpPr/>
            <p:nvPr/>
          </p:nvSpPr>
          <p:spPr>
            <a:xfrm>
              <a:off x="260" y="85"/>
              <a:ext cx="5500" cy="173"/>
            </a:xfrm>
            <a:prstGeom prst="rect">
              <a:avLst/>
            </a:prstGeom>
            <a:gradFill rotWithShape="0">
              <a:gsLst>
                <a:gs pos="0">
                  <a:srgbClr val="00007D"/>
                </a:gs>
                <a:gs pos="100000">
                  <a:srgbClr val="FFFFFF"/>
                </a:gs>
              </a:gsLst>
              <a:lin ang="0"/>
              <a:tileRect/>
            </a:gra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4101" name="Rectangle 7"/>
            <p:cNvSpPr/>
            <p:nvPr/>
          </p:nvSpPr>
          <p:spPr>
            <a:xfrm>
              <a:off x="258" y="85"/>
              <a:ext cx="87" cy="89"/>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4102" name="Rectangle 8"/>
            <p:cNvSpPr/>
            <p:nvPr/>
          </p:nvSpPr>
          <p:spPr>
            <a:xfrm>
              <a:off x="345" y="0"/>
              <a:ext cx="88"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4103" name="Rectangle 9"/>
            <p:cNvSpPr/>
            <p:nvPr/>
          </p:nvSpPr>
          <p:spPr>
            <a:xfrm>
              <a:off x="345" y="85"/>
              <a:ext cx="88" cy="89"/>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4104" name="Rectangle 10"/>
            <p:cNvSpPr/>
            <p:nvPr/>
          </p:nvSpPr>
          <p:spPr>
            <a:xfrm>
              <a:off x="173" y="173"/>
              <a:ext cx="86"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4105" name="Rectangle 11"/>
            <p:cNvSpPr/>
            <p:nvPr/>
          </p:nvSpPr>
          <p:spPr>
            <a:xfrm>
              <a:off x="83" y="86"/>
              <a:ext cx="89" cy="87"/>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4106" name="Rectangle 12"/>
            <p:cNvSpPr/>
            <p:nvPr/>
          </p:nvSpPr>
          <p:spPr>
            <a:xfrm>
              <a:off x="258" y="171"/>
              <a:ext cx="87" cy="87"/>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4107" name="Rectangle 13"/>
            <p:cNvSpPr/>
            <p:nvPr/>
          </p:nvSpPr>
          <p:spPr>
            <a:xfrm>
              <a:off x="173" y="258"/>
              <a:ext cx="86" cy="86"/>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grpSp>
      <p:sp>
        <p:nvSpPr>
          <p:cNvPr id="4108" name="Line 17"/>
          <p:cNvSpPr/>
          <p:nvPr/>
        </p:nvSpPr>
        <p:spPr>
          <a:xfrm>
            <a:off x="466725" y="1700213"/>
            <a:ext cx="8208963" cy="0"/>
          </a:xfrm>
          <a:prstGeom prst="line">
            <a:avLst/>
          </a:prstGeom>
          <a:ln w="53975" cap="flat" cmpd="sng">
            <a:solidFill>
              <a:srgbClr val="9999FF"/>
            </a:solidFill>
            <a:prstDash val="solid"/>
            <a:round/>
            <a:headEnd type="none" w="med" len="med"/>
            <a:tailEnd type="none" w="med" len="med"/>
          </a:ln>
        </p:spPr>
        <p:txBody>
          <a:bodyPr anchor="t" anchorCtr="0"/>
          <a:p>
            <a:pPr lvl="0"/>
            <a:endParaRPr lang="zh-CN" altLang="en-US" sz="1800" baseline="0">
              <a:latin typeface="Arial" panose="020B0604020202020204"/>
              <a:ea typeface="宋体" panose="02010600030101010101" pitchFamily="2" charset="-122"/>
            </a:endParaRPr>
          </a:p>
        </p:txBody>
      </p:sp>
      <p:sp>
        <p:nvSpPr>
          <p:cNvPr id="4109" name="Rectangle 14"/>
          <p:cNvSpPr/>
          <p:nvPr>
            <p:ph type="title"/>
          </p:nvPr>
        </p:nvSpPr>
        <p:spPr>
          <a:xfrm>
            <a:off x="457200" y="457200"/>
            <a:ext cx="8229600" cy="1371600"/>
          </a:xfrm>
          <a:prstGeom prst="rect">
            <a:avLst/>
          </a:prstGeom>
          <a:noFill/>
          <a:ln w="9525">
            <a:noFill/>
          </a:ln>
        </p:spPr>
        <p:txBody>
          <a:bodyPr anchor="ctr" anchorCtr="0"/>
          <a:p>
            <a:pPr lvl="0"/>
            <a:r>
              <a:rPr lang="zh-CN" altLang="en-US"/>
              <a:t>单击此处编辑母版标题样式</a:t>
            </a:r>
            <a:endParaRPr lang="zh-CN" altLang="en-US"/>
          </a:p>
        </p:txBody>
      </p:sp>
      <p:sp>
        <p:nvSpPr>
          <p:cNvPr id="4110" name="Rectangle 15"/>
          <p:cNvSpPr/>
          <p:nvPr>
            <p:ph type="body"/>
          </p:nvPr>
        </p:nvSpPr>
        <p:spPr>
          <a:xfrm>
            <a:off x="457200" y="1981200"/>
            <a:ext cx="8229600" cy="3886200"/>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96" name="日期占位符 5"/>
          <p:cNvSpPr>
            <a:spLocks noGrp="1"/>
          </p:cNvSpPr>
          <p:nvPr>
            <p:ph type="dt" sz="half" idx="2"/>
          </p:nvPr>
        </p:nvSpPr>
        <p:spPr>
          <a:xfrm>
            <a:off x="609600" y="6245225"/>
            <a:ext cx="1981200" cy="476250"/>
          </a:xfrm>
          <a:prstGeom prst="rect">
            <a:avLst/>
          </a:prstGeom>
          <a:noFill/>
          <a:ln w="9525">
            <a:noFill/>
          </a:ln>
        </p:spPr>
        <p:txBody>
          <a:bodyPr anchor="b"/>
          <a:lstStyle>
            <a:lvl1pPr marL="0" indent="0" algn="l"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97" name="页脚占位符 6"/>
          <p:cNvSpPr>
            <a:spLocks noGrp="1"/>
          </p:cNvSpPr>
          <p:nvPr>
            <p:ph type="ftr" sz="quarter" idx="3"/>
          </p:nvPr>
        </p:nvSpPr>
        <p:spPr>
          <a:xfrm>
            <a:off x="3124200" y="6245225"/>
            <a:ext cx="2895600" cy="476250"/>
          </a:xfrm>
          <a:prstGeom prst="rect">
            <a:avLst/>
          </a:prstGeom>
          <a:noFill/>
          <a:ln w="9525">
            <a:noFill/>
          </a:ln>
        </p:spPr>
        <p:txBody>
          <a:bodyPr anchor="b"/>
          <a:lstStyle>
            <a:lvl1pPr marL="0" indent="0" algn="ctr"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98" name="灯片编号占位符 7"/>
          <p:cNvSpPr>
            <a:spLocks noGrp="1"/>
          </p:cNvSpPr>
          <p:nvPr>
            <p:ph type="sldNum" sz="quarter" idx="4"/>
          </p:nvPr>
        </p:nvSpPr>
        <p:spPr>
          <a:xfrm>
            <a:off x="6553200" y="6245225"/>
            <a:ext cx="1981200" cy="476250"/>
          </a:xfrm>
          <a:prstGeom prst="rect">
            <a:avLst/>
          </a:prstGeom>
          <a:noFill/>
          <a:ln w="9525">
            <a:noFill/>
          </a:ln>
        </p:spPr>
        <p:txBody>
          <a:bodyPr anchor="b"/>
          <a:lstStyle>
            <a:lvl1pPr marL="0" indent="0" algn="r" fontAlgn="base">
              <a:defRPr sz="1200">
                <a:solidFill>
                  <a:schemeClr val="tx1"/>
                </a:solidFill>
                <a:latin typeface="Arial Black" panose="020B0A04020102020204" charset="0"/>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cut/>
  </p:transition>
  <p:hf sldNum="0" hdr="0" ftr="0" dt="0"/>
  <p:txStyles>
    <p:titleStyle>
      <a:lvl1pPr marL="0" lvl="0" indent="0" algn="l" defTabSz="914400" rtl="0" eaLnBrk="0" fontAlgn="base" hangingPunct="0">
        <a:lnSpc>
          <a:spcPct val="100000"/>
        </a:lnSpc>
        <a:spcBef>
          <a:spcPct val="0"/>
        </a:spcBef>
        <a:spcAft>
          <a:spcPct val="0"/>
        </a:spcAft>
        <a:buSzPct val="100000"/>
        <a:buNone/>
        <a:defRPr sz="4400" b="0" i="0" u="none" kern="1200">
          <a:solidFill>
            <a:schemeClr val="tx1"/>
          </a:solidFill>
          <a:latin typeface="+mj-lt"/>
          <a:ea typeface="+mj-ea"/>
          <a:cs typeface="+mj-cs"/>
        </a:defRPr>
      </a:lvl1pPr>
      <a:lvl2pPr marL="0" lvl="1"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2pPr>
      <a:lvl3pPr marL="0" lvl="2"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3pPr>
      <a:lvl4pPr marL="0" lvl="3"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4pPr>
      <a:lvl5pPr marL="0" lvl="4"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5pPr>
    </p:titleStyle>
    <p:bodyStyle>
      <a:lvl1pPr marL="342900" lvl="0" indent="-342900" algn="l" defTabSz="914400" rtl="0" eaLnBrk="0" fontAlgn="base" hangingPunct="0">
        <a:lnSpc>
          <a:spcPct val="100000"/>
        </a:lnSpc>
        <a:spcBef>
          <a:spcPct val="20000"/>
        </a:spcBef>
        <a:spcAft>
          <a:spcPct val="0"/>
        </a:spcAft>
        <a:buClr>
          <a:schemeClr val="bg2"/>
        </a:buClr>
        <a:buSzPct val="75000"/>
        <a:buFont typeface="Wingdings" panose="05000000000000000000" pitchFamily="2" charset="2"/>
        <a:buChar char="n"/>
        <a:defRPr sz="3200" b="0" i="0" u="none" kern="1200">
          <a:solidFill>
            <a:schemeClr val="tx1"/>
          </a:solidFill>
          <a:latin typeface="+mn-lt"/>
          <a:ea typeface="+mn-ea"/>
          <a:cs typeface="+mn-cs"/>
        </a:defRPr>
      </a:lvl1pPr>
      <a:lvl2pPr marL="742950" lvl="1" indent="-285750" algn="l" defTabSz="914400" rtl="0" eaLnBrk="0" fontAlgn="base" hangingPunct="0">
        <a:lnSpc>
          <a:spcPct val="100000"/>
        </a:lnSpc>
        <a:spcBef>
          <a:spcPct val="20000"/>
        </a:spcBef>
        <a:spcAft>
          <a:spcPct val="0"/>
        </a:spcAft>
        <a:buClr>
          <a:schemeClr val="accent2"/>
        </a:buClr>
        <a:buSzPct val="80000"/>
        <a:buFont typeface="Wingdings" panose="05000000000000000000" pitchFamily="2" charset="2"/>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0" fontAlgn="base" hangingPunct="0">
        <a:lnSpc>
          <a:spcPct val="100000"/>
        </a:lnSpc>
        <a:spcBef>
          <a:spcPct val="20000"/>
        </a:spcBef>
        <a:spcAft>
          <a:spcPct val="0"/>
        </a:spcAft>
        <a:buClr>
          <a:schemeClr val="bg2"/>
        </a:buClr>
        <a:buSzPct val="65000"/>
        <a:buFont typeface="Wingdings" panose="05000000000000000000" pitchFamily="2" charset="2"/>
        <a:buChar char="n"/>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0" fontAlgn="base" hangingPunct="0">
        <a:lnSpc>
          <a:spcPct val="100000"/>
        </a:lnSpc>
        <a:spcBef>
          <a:spcPct val="20000"/>
        </a:spcBef>
        <a:spcAft>
          <a:spcPct val="0"/>
        </a:spcAft>
        <a:buClr>
          <a:schemeClr val="accent2"/>
        </a:buClr>
        <a:buSzPct val="7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ftr" sz="quarter"/>
          </p:nvPr>
        </p:nvSpPr>
        <p:spPr>
          <a:xfrm>
            <a:off x="3124200" y="6248400"/>
            <a:ext cx="2895600" cy="457200"/>
          </a:xfrm>
          <a:prstGeom prst="rect">
            <a:avLst/>
          </a:prstGeom>
          <a:noFill/>
          <a:ln w="9525">
            <a:noFill/>
          </a:ln>
        </p:spPr>
        <p:txBody>
          <a:bodyPr anchor="b"/>
          <a:lstStyle>
            <a:lvl1pPr marL="0" indent="0" algn="ctr"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1027" name="Rectangle 3"/>
          <p:cNvSpPr>
            <a:spLocks noGrp="1"/>
          </p:cNvSpPr>
          <p:nvPr>
            <p:ph type="sldNum" sz="quarter" idx="1"/>
          </p:nvPr>
        </p:nvSpPr>
        <p:spPr>
          <a:xfrm>
            <a:off x="6553200" y="6248400"/>
            <a:ext cx="2133600" cy="457200"/>
          </a:xfrm>
          <a:prstGeom prst="rect">
            <a:avLst/>
          </a:prstGeom>
          <a:noFill/>
          <a:ln w="9525">
            <a:noFill/>
          </a:ln>
        </p:spPr>
        <p:txBody>
          <a:bodyPr anchor="b"/>
          <a:lstStyle>
            <a:lvl1pPr marL="0" indent="0" algn="r" fontAlgn="base">
              <a:defRPr sz="1200">
                <a:solidFill>
                  <a:schemeClr val="tx1"/>
                </a:solidFill>
                <a:latin typeface="Arial Black" panose="020B0A04020102020204" charset="0"/>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fld id="{9A0DB2DC-4C9A-4742-B13C-FB6460FD3503}" type="slidenum">
              <a:rPr lang="en-US" altLang="zh-CN" strike="noStrike" noProof="1">
                <a:latin typeface="Arial Black" panose="020B0A04020102020204" charset="0"/>
                <a:ea typeface="宋体" panose="02010600030101010101" pitchFamily="2" charset="-122"/>
                <a:cs typeface="+mn-cs"/>
              </a:rPr>
            </a:fld>
            <a:endParaRPr lang="en-US" altLang="zh-CN" sz="1200" u="none" strike="noStrike" noProof="1">
              <a:solidFill>
                <a:schemeClr val="tx1"/>
              </a:solidFill>
              <a:latin typeface="Arial Black" panose="020B0A04020102020204" charset="0"/>
              <a:ea typeface="宋体" panose="02010600030101010101" pitchFamily="2" charset="-122"/>
            </a:endParaRPr>
          </a:p>
        </p:txBody>
      </p:sp>
      <p:grpSp>
        <p:nvGrpSpPr>
          <p:cNvPr id="5124" name="组合 1027"/>
          <p:cNvGrpSpPr/>
          <p:nvPr/>
        </p:nvGrpSpPr>
        <p:grpSpPr>
          <a:xfrm>
            <a:off x="0" y="0"/>
            <a:ext cx="9144000" cy="546100"/>
            <a:chOff x="0" y="0"/>
            <a:chExt cx="5760" cy="344"/>
          </a:xfrm>
        </p:grpSpPr>
        <p:sp>
          <p:nvSpPr>
            <p:cNvPr id="5125" name="Rectangle 5"/>
            <p:cNvSpPr/>
            <p:nvPr/>
          </p:nvSpPr>
          <p:spPr>
            <a:xfrm>
              <a:off x="0" y="0"/>
              <a:ext cx="180" cy="336"/>
            </a:xfrm>
            <a:prstGeom prst="rect">
              <a:avLst/>
            </a:prstGeom>
            <a:gradFill rotWithShape="0">
              <a:gsLst>
                <a:gs pos="0">
                  <a:srgbClr val="CCCCE6"/>
                </a:gs>
                <a:gs pos="100000">
                  <a:srgbClr val="FFFFFF"/>
                </a:gs>
              </a:gsLst>
              <a:lin ang="0"/>
              <a:tileRect/>
            </a:gradFill>
            <a:ln w="9525">
              <a:noFill/>
            </a:ln>
          </p:spPr>
          <p:txBody>
            <a:bodyPr wrap="none" anchor="ctr" anchorCtr="0"/>
            <a:p>
              <a:pPr lvl="0" algn="ctr"/>
              <a:endParaRPr lang="zh-CN" altLang="zh-CN" sz="2400">
                <a:latin typeface="Times New Roman" panose="02020603050405020304" charset="0"/>
                <a:ea typeface="宋体" panose="02010600030101010101" pitchFamily="2" charset="-122"/>
              </a:endParaRPr>
            </a:p>
          </p:txBody>
        </p:sp>
        <p:sp>
          <p:nvSpPr>
            <p:cNvPr id="5126" name="Rectangle 6"/>
            <p:cNvSpPr/>
            <p:nvPr/>
          </p:nvSpPr>
          <p:spPr>
            <a:xfrm>
              <a:off x="260" y="85"/>
              <a:ext cx="5500" cy="173"/>
            </a:xfrm>
            <a:prstGeom prst="rect">
              <a:avLst/>
            </a:prstGeom>
            <a:gradFill rotWithShape="0">
              <a:gsLst>
                <a:gs pos="0">
                  <a:srgbClr val="00007D"/>
                </a:gs>
                <a:gs pos="100000">
                  <a:srgbClr val="FFFFFF"/>
                </a:gs>
              </a:gsLst>
              <a:lin ang="0"/>
              <a:tileRect/>
            </a:gra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5127" name="Rectangle 7"/>
            <p:cNvSpPr/>
            <p:nvPr/>
          </p:nvSpPr>
          <p:spPr>
            <a:xfrm>
              <a:off x="258" y="85"/>
              <a:ext cx="87" cy="89"/>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5128" name="Rectangle 8"/>
            <p:cNvSpPr/>
            <p:nvPr/>
          </p:nvSpPr>
          <p:spPr>
            <a:xfrm>
              <a:off x="345" y="0"/>
              <a:ext cx="88"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5129" name="Rectangle 9"/>
            <p:cNvSpPr/>
            <p:nvPr/>
          </p:nvSpPr>
          <p:spPr>
            <a:xfrm>
              <a:off x="345" y="85"/>
              <a:ext cx="88" cy="89"/>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5130" name="Rectangle 10"/>
            <p:cNvSpPr/>
            <p:nvPr/>
          </p:nvSpPr>
          <p:spPr>
            <a:xfrm>
              <a:off x="173" y="173"/>
              <a:ext cx="86" cy="87"/>
            </a:xfrm>
            <a:prstGeom prst="rect">
              <a:avLst/>
            </a:prstGeom>
            <a:solidFill>
              <a:srgbClr val="CCCCE6"/>
            </a:solidFill>
            <a:ln w="9525">
              <a:noFill/>
            </a:ln>
          </p:spPr>
          <p:txBody>
            <a:bodyPr anchor="t" anchorCtr="0"/>
            <a:p>
              <a:pPr lvl="0"/>
              <a:endParaRPr lang="zh-CN" altLang="zh-CN">
                <a:solidFill>
                  <a:schemeClr val="hlink"/>
                </a:solidFill>
                <a:latin typeface="Arial" panose="020B0604020202020204"/>
                <a:ea typeface="宋体" panose="02010600030101010101" pitchFamily="2" charset="-122"/>
              </a:endParaRPr>
            </a:p>
          </p:txBody>
        </p:sp>
        <p:sp>
          <p:nvSpPr>
            <p:cNvPr id="5131" name="Rectangle 11"/>
            <p:cNvSpPr/>
            <p:nvPr/>
          </p:nvSpPr>
          <p:spPr>
            <a:xfrm>
              <a:off x="83" y="86"/>
              <a:ext cx="89" cy="87"/>
            </a:xfrm>
            <a:prstGeom prst="rect">
              <a:avLst/>
            </a:prstGeom>
            <a:solidFill>
              <a:srgbClr val="00007D"/>
            </a:solidFill>
            <a:ln w="9525">
              <a:noFill/>
            </a:ln>
          </p:spPr>
          <p:txBody>
            <a:bodyPr anchor="t" anchorCtr="0"/>
            <a:p>
              <a:pPr lvl="0"/>
              <a:endParaRPr lang="zh-CN" altLang="zh-CN" sz="2400">
                <a:latin typeface="Times New Roman" panose="02020603050405020304" charset="0"/>
                <a:ea typeface="宋体" panose="02010600030101010101" pitchFamily="2" charset="-122"/>
              </a:endParaRPr>
            </a:p>
          </p:txBody>
        </p:sp>
        <p:sp>
          <p:nvSpPr>
            <p:cNvPr id="5132" name="Rectangle 12"/>
            <p:cNvSpPr/>
            <p:nvPr/>
          </p:nvSpPr>
          <p:spPr>
            <a:xfrm>
              <a:off x="258" y="171"/>
              <a:ext cx="87" cy="87"/>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sp>
          <p:nvSpPr>
            <p:cNvPr id="5133" name="Rectangle 13"/>
            <p:cNvSpPr/>
            <p:nvPr/>
          </p:nvSpPr>
          <p:spPr>
            <a:xfrm>
              <a:off x="173" y="258"/>
              <a:ext cx="86" cy="86"/>
            </a:xfrm>
            <a:prstGeom prst="rect">
              <a:avLst/>
            </a:prstGeom>
            <a:solidFill>
              <a:srgbClr val="9999CC"/>
            </a:solidFill>
            <a:ln w="9525">
              <a:noFill/>
            </a:ln>
          </p:spPr>
          <p:txBody>
            <a:bodyPr anchor="t" anchorCtr="0"/>
            <a:p>
              <a:pPr lvl="0"/>
              <a:endParaRPr lang="zh-CN" altLang="zh-CN">
                <a:solidFill>
                  <a:schemeClr val="accent2"/>
                </a:solidFill>
                <a:latin typeface="Arial" panose="020B0604020202020204"/>
                <a:ea typeface="宋体" panose="02010600030101010101" pitchFamily="2" charset="-122"/>
              </a:endParaRPr>
            </a:p>
          </p:txBody>
        </p:sp>
      </p:grpSp>
      <p:sp>
        <p:nvSpPr>
          <p:cNvPr id="5134" name="Rectangle 14"/>
          <p:cNvSpPr/>
          <p:nvPr>
            <p:ph type="title"/>
          </p:nvPr>
        </p:nvSpPr>
        <p:spPr>
          <a:xfrm>
            <a:off x="457200" y="457200"/>
            <a:ext cx="8229600" cy="1371600"/>
          </a:xfrm>
          <a:prstGeom prst="rect">
            <a:avLst/>
          </a:prstGeom>
          <a:noFill/>
          <a:ln w="9525">
            <a:noFill/>
          </a:ln>
        </p:spPr>
        <p:txBody>
          <a:bodyPr anchor="ctr" anchorCtr="0"/>
          <a:p>
            <a:pPr lvl="0"/>
            <a:r>
              <a:rPr lang="zh-CN" altLang="en-US"/>
              <a:t>单击此处编辑母版标题样式</a:t>
            </a:r>
            <a:endParaRPr lang="zh-CN" altLang="en-US"/>
          </a:p>
        </p:txBody>
      </p:sp>
      <p:sp>
        <p:nvSpPr>
          <p:cNvPr id="5135" name="Rectangle 15"/>
          <p:cNvSpPr/>
          <p:nvPr>
            <p:ph type="body"/>
          </p:nvPr>
        </p:nvSpPr>
        <p:spPr>
          <a:xfrm>
            <a:off x="457200" y="1981200"/>
            <a:ext cx="8229600" cy="3886200"/>
          </a:xfrm>
          <a:prstGeom prst="rect">
            <a:avLst/>
          </a:prstGeom>
          <a:noFill/>
          <a:ln w="9525">
            <a:noFill/>
          </a:ln>
        </p:spPr>
        <p:txBody>
          <a:bodyPr anchor="t" anchorCtr="0"/>
          <a:p>
            <a:pPr lvl="0"/>
            <a:r>
              <a:rPr lang="zh-CN" altLang="en-US"/>
              <a:t>单击此处编辑母版文本样式</a:t>
            </a:r>
            <a:endParaRPr lang="zh-CN" altLang="en-US"/>
          </a:p>
          <a:p>
            <a:pPr lvl="1" indent="-285750"/>
            <a:r>
              <a:rPr lang="zh-CN" altLang="en-US"/>
              <a:t>第二级</a:t>
            </a:r>
            <a:endParaRPr lang="zh-CN" altLang="en-US"/>
          </a:p>
          <a:p>
            <a:pPr lvl="2" indent="-228600"/>
            <a:r>
              <a:rPr lang="zh-CN" altLang="en-US"/>
              <a:t>第三级</a:t>
            </a:r>
            <a:endParaRPr lang="zh-CN" altLang="en-US"/>
          </a:p>
          <a:p>
            <a:pPr lvl="3" indent="-228600"/>
            <a:r>
              <a:rPr lang="zh-CN" altLang="en-US"/>
              <a:t>第四级</a:t>
            </a:r>
            <a:endParaRPr lang="zh-CN" altLang="en-US"/>
          </a:p>
          <a:p>
            <a:pPr lvl="4" indent="-228600"/>
            <a:r>
              <a:rPr lang="zh-CN" altLang="en-US"/>
              <a:t>第五级</a:t>
            </a:r>
            <a:endParaRPr lang="zh-CN" altLang="en-US"/>
          </a:p>
        </p:txBody>
      </p:sp>
      <p:sp>
        <p:nvSpPr>
          <p:cNvPr id="1040" name="Rectangle 16"/>
          <p:cNvSpPr>
            <a:spLocks noGrp="1"/>
          </p:cNvSpPr>
          <p:nvPr>
            <p:ph type="dt" sz="half" idx="4"/>
          </p:nvPr>
        </p:nvSpPr>
        <p:spPr>
          <a:xfrm>
            <a:off x="457200" y="6245225"/>
            <a:ext cx="2133600" cy="476250"/>
          </a:xfrm>
          <a:prstGeom prst="rect">
            <a:avLst/>
          </a:prstGeom>
          <a:noFill/>
          <a:ln w="9525">
            <a:noFill/>
          </a:ln>
        </p:spPr>
        <p:txBody>
          <a:bodyPr anchor="b"/>
          <a:lstStyle>
            <a:lvl1pPr marL="0" indent="0" algn="l" fontAlgn="base">
              <a:defRPr sz="1200">
                <a:solidFill>
                  <a:schemeClr val="tx1"/>
                </a:solidFill>
                <a:latin typeface="Arial" panose="020B0604020202020204"/>
                <a:ea typeface="宋体" panose="02010600030101010101" pitchFamily="2" charset="-122"/>
              </a:defRPr>
            </a:lvl1pPr>
          </a:lstStyle>
          <a:p>
            <a:pPr lvl="0" defTabSz="914400" rtl="0" eaLnBrk="1" fontAlgn="base" hangingPunct="1">
              <a:lnSpc>
                <a:spcPct val="100000"/>
              </a:lnSpc>
              <a:spcBef>
                <a:spcPct val="0"/>
              </a:spcBef>
              <a:spcAft>
                <a:spcPct val="0"/>
              </a:spcAft>
              <a:buClrTx/>
              <a:buSzPct val="100000"/>
            </a:pPr>
            <a:endParaRPr lang="en-US" altLang="zh-CN" strike="noStrike" noProof="1"/>
          </a:p>
        </p:txBody>
      </p:sp>
      <p:sp>
        <p:nvSpPr>
          <p:cNvPr id="5137" name="Line 17"/>
          <p:cNvSpPr/>
          <p:nvPr/>
        </p:nvSpPr>
        <p:spPr>
          <a:xfrm>
            <a:off x="466725" y="1700213"/>
            <a:ext cx="8208963" cy="0"/>
          </a:xfrm>
          <a:prstGeom prst="line">
            <a:avLst/>
          </a:prstGeom>
          <a:ln w="53975" cap="flat" cmpd="sng">
            <a:solidFill>
              <a:srgbClr val="9999FF"/>
            </a:solidFill>
            <a:prstDash val="solid"/>
            <a:round/>
            <a:headEnd type="none" w="med" len="med"/>
            <a:tailEnd type="none" w="med" len="med"/>
          </a:ln>
        </p:spPr>
        <p:txBody>
          <a:bodyPr anchor="t" anchorCtr="0"/>
          <a:p>
            <a:pPr lvl="0"/>
            <a:endParaRPr lang="zh-CN" altLang="en-US" sz="1800" baseline="0">
              <a:latin typeface="Arial" panose="020B0604020202020204"/>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marL="0" lvl="0" indent="0" algn="l" defTabSz="914400" rtl="0" eaLnBrk="0" fontAlgn="base" hangingPunct="0">
        <a:lnSpc>
          <a:spcPct val="100000"/>
        </a:lnSpc>
        <a:spcBef>
          <a:spcPct val="0"/>
        </a:spcBef>
        <a:spcAft>
          <a:spcPct val="0"/>
        </a:spcAft>
        <a:buSzPct val="100000"/>
        <a:buNone/>
        <a:defRPr sz="4400" b="0" i="0" u="none" kern="1200">
          <a:solidFill>
            <a:schemeClr val="tx1"/>
          </a:solidFill>
          <a:latin typeface="+mj-lt"/>
          <a:ea typeface="+mj-ea"/>
          <a:cs typeface="+mj-cs"/>
        </a:defRPr>
      </a:lvl1pPr>
      <a:lvl2pPr marL="0" lvl="1"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2pPr>
      <a:lvl3pPr marL="0" lvl="2"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3pPr>
      <a:lvl4pPr marL="0" lvl="3"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4pPr>
      <a:lvl5pPr marL="0" lvl="4" indent="0" algn="l" defTabSz="914400" rtl="0" eaLnBrk="0" fontAlgn="base" hangingPunct="0">
        <a:lnSpc>
          <a:spcPct val="100000"/>
        </a:lnSpc>
        <a:spcBef>
          <a:spcPct val="0"/>
        </a:spcBef>
        <a:spcAft>
          <a:spcPct val="0"/>
        </a:spcAft>
        <a:buSzPct val="100000"/>
        <a:buNone/>
        <a:defRPr sz="4400" b="0" i="0" u="none" kern="1200">
          <a:solidFill>
            <a:schemeClr val="tx1"/>
          </a:solidFill>
          <a:latin typeface="Arial" panose="020B0604020202020204"/>
          <a:ea typeface="宋体" panose="02010600030101010101" pitchFamily="2" charset="-122"/>
          <a:cs typeface="+mj-cs"/>
        </a:defRPr>
      </a:lvl5pPr>
    </p:titleStyle>
    <p:bodyStyle>
      <a:lvl1pPr marL="342900" lvl="0" indent="-342900" algn="l" defTabSz="914400" rtl="0" eaLnBrk="0" fontAlgn="base" hangingPunct="0">
        <a:lnSpc>
          <a:spcPct val="100000"/>
        </a:lnSpc>
        <a:spcBef>
          <a:spcPct val="20000"/>
        </a:spcBef>
        <a:spcAft>
          <a:spcPct val="0"/>
        </a:spcAft>
        <a:buClr>
          <a:schemeClr val="bg2"/>
        </a:buClr>
        <a:buSzPct val="75000"/>
        <a:buFont typeface="Wingdings" panose="05000000000000000000" pitchFamily="2" charset="2"/>
        <a:buChar char="n"/>
        <a:defRPr sz="3200" b="0" i="0" u="none" kern="1200">
          <a:solidFill>
            <a:schemeClr val="tx1"/>
          </a:solidFill>
          <a:latin typeface="+mn-lt"/>
          <a:ea typeface="+mn-ea"/>
          <a:cs typeface="+mn-cs"/>
        </a:defRPr>
      </a:lvl1pPr>
      <a:lvl2pPr marL="742950" lvl="1" indent="-285750" algn="l" defTabSz="914400" rtl="0" eaLnBrk="0" fontAlgn="base" hangingPunct="0">
        <a:lnSpc>
          <a:spcPct val="100000"/>
        </a:lnSpc>
        <a:spcBef>
          <a:spcPct val="20000"/>
        </a:spcBef>
        <a:spcAft>
          <a:spcPct val="0"/>
        </a:spcAft>
        <a:buClr>
          <a:schemeClr val="accent2"/>
        </a:buClr>
        <a:buSzPct val="80000"/>
        <a:buFont typeface="Wingdings" panose="05000000000000000000" pitchFamily="2" charset="2"/>
        <a:buChar char="¨"/>
        <a:defRPr sz="2800" b="0" i="0" u="none" kern="1200">
          <a:solidFill>
            <a:schemeClr val="tx1"/>
          </a:solidFill>
          <a:latin typeface="Arial" panose="020B0604020202020204"/>
          <a:ea typeface="宋体" panose="02010600030101010101" pitchFamily="2" charset="-122"/>
          <a:cs typeface="+mn-cs"/>
        </a:defRPr>
      </a:lvl2pPr>
      <a:lvl3pPr marL="1143000" lvl="2" indent="-228600" algn="l" defTabSz="914400" rtl="0" eaLnBrk="0" fontAlgn="base" hangingPunct="0">
        <a:lnSpc>
          <a:spcPct val="100000"/>
        </a:lnSpc>
        <a:spcBef>
          <a:spcPct val="20000"/>
        </a:spcBef>
        <a:spcAft>
          <a:spcPct val="0"/>
        </a:spcAft>
        <a:buClr>
          <a:schemeClr val="bg2"/>
        </a:buClr>
        <a:buSzPct val="65000"/>
        <a:buFont typeface="Wingdings" panose="05000000000000000000" pitchFamily="2" charset="2"/>
        <a:buChar char="n"/>
        <a:defRPr sz="2400" b="0" i="0" u="none" kern="1200">
          <a:solidFill>
            <a:schemeClr val="tx1"/>
          </a:solidFill>
          <a:latin typeface="Arial" panose="020B0604020202020204"/>
          <a:ea typeface="宋体" panose="02010600030101010101" pitchFamily="2" charset="-122"/>
          <a:cs typeface="+mn-cs"/>
        </a:defRPr>
      </a:lvl3pPr>
      <a:lvl4pPr marL="1600200" lvl="3" indent="-228600" algn="l" defTabSz="914400" rtl="0" eaLnBrk="0" fontAlgn="base" hangingPunct="0">
        <a:lnSpc>
          <a:spcPct val="100000"/>
        </a:lnSpc>
        <a:spcBef>
          <a:spcPct val="20000"/>
        </a:spcBef>
        <a:spcAft>
          <a:spcPct val="0"/>
        </a:spcAft>
        <a:buClr>
          <a:schemeClr val="accent2"/>
        </a:buClr>
        <a:buSzPct val="7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4pPr>
      <a:lvl5pPr marL="2057400" lvl="4"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5pPr>
      <a:lvl6pPr marL="2514600" lvl="5"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6pPr>
      <a:lvl7pPr marL="2971800" lvl="6"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7pPr>
      <a:lvl8pPr marL="3429000" lvl="7"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8pPr>
      <a:lvl9pPr marL="3886200" lvl="8" indent="-228600" algn="l" defTabSz="914400" rtl="0" eaLnBrk="0" fontAlgn="base" hangingPunct="0">
        <a:lnSpc>
          <a:spcPct val="100000"/>
        </a:lnSpc>
        <a:spcBef>
          <a:spcPct val="20000"/>
        </a:spcBef>
        <a:spcAft>
          <a:spcPct val="0"/>
        </a:spcAft>
        <a:buClr>
          <a:schemeClr val="bg2"/>
        </a:buClr>
        <a:buSzPct val="100000"/>
        <a:buFont typeface="Wingdings" panose="05000000000000000000" pitchFamily="2" charset="2"/>
        <a:buChar char="§"/>
        <a:defRPr sz="2000" b="0" i="0" u="none" kern="1200">
          <a:solidFill>
            <a:schemeClr val="tx1"/>
          </a:solidFill>
          <a:latin typeface="Arial" panose="020B0604020202020204"/>
          <a:ea typeface="宋体" panose="02010600030101010101" pitchFamily="2" charset="-122"/>
          <a:cs typeface="+mn-cs"/>
        </a:defRPr>
      </a:lvl9pPr>
    </p:bodyStyle>
    <p:otherStyle>
      <a:lvl1pPr marL="0" lvl="0"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SzPct val="100000"/>
        <a:buFont typeface="Arial" panose="020B0604020202020204"/>
        <a:buNone/>
        <a:defRPr sz="18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hyperlink" Target="http://www.tudou.com/programs/view/VUQGmBXIzf0/" TargetMode="Externa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6.emf"/></Relationships>
</file>

<file path=ppt/slides/_rels/slide13.xml.rels><?xml version="1.0" encoding="UTF-8" standalone="yes"?>
<Relationships xmlns="http://schemas.openxmlformats.org/package/2006/relationships"><Relationship Id="rId9" Type="http://schemas.openxmlformats.org/officeDocument/2006/relationships/slideLayout" Target="../slideLayouts/slideLayout29.xml"/><Relationship Id="rId8" Type="http://schemas.openxmlformats.org/officeDocument/2006/relationships/image" Target="../media/image10.wmf"/><Relationship Id="rId7" Type="http://schemas.openxmlformats.org/officeDocument/2006/relationships/oleObject" Target="../embeddings/oleObject4.bin"/><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 Id="rId3" Type="http://schemas.openxmlformats.org/officeDocument/2006/relationships/oleObject" Target="../embeddings/oleObject2.bin"/><Relationship Id="rId2" Type="http://schemas.openxmlformats.org/officeDocument/2006/relationships/image" Target="../media/image7.wmf"/><Relationship Id="rId10" Type="http://schemas.openxmlformats.org/officeDocument/2006/relationships/vmlDrawing" Target="../drawings/vmlDrawing1.vml"/><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2.vml"/><Relationship Id="rId8" Type="http://schemas.openxmlformats.org/officeDocument/2006/relationships/slideLayout" Target="../slideLayouts/slideLayout40.xml"/><Relationship Id="rId7" Type="http://schemas.openxmlformats.org/officeDocument/2006/relationships/image" Target="../media/image14.png"/><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 Id="rId3" Type="http://schemas.openxmlformats.org/officeDocument/2006/relationships/oleObject" Target="../embeddings/oleObject6.bin"/><Relationship Id="rId2" Type="http://schemas.openxmlformats.org/officeDocument/2006/relationships/image" Target="../media/image11.wmf"/><Relationship Id="rId1" Type="http://schemas.openxmlformats.org/officeDocument/2006/relationships/oleObject" Target="../embeddings/oleObject5.bin"/></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jpeg"/><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jpeg"/></Relationships>
</file>

<file path=ppt/slides/_rels/slide27.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11.bin"/><Relationship Id="rId7" Type="http://schemas.openxmlformats.org/officeDocument/2006/relationships/image" Target="../media/image25.wmf"/><Relationship Id="rId6" Type="http://schemas.openxmlformats.org/officeDocument/2006/relationships/oleObject" Target="../embeddings/oleObject10.bin"/><Relationship Id="rId5" Type="http://schemas.openxmlformats.org/officeDocument/2006/relationships/image" Target="../media/image24.wmf"/><Relationship Id="rId4" Type="http://schemas.openxmlformats.org/officeDocument/2006/relationships/oleObject" Target="../embeddings/oleObject9.bin"/><Relationship Id="rId3" Type="http://schemas.openxmlformats.org/officeDocument/2006/relationships/image" Target="../media/image23.wmf"/><Relationship Id="rId2" Type="http://schemas.openxmlformats.org/officeDocument/2006/relationships/oleObject" Target="../embeddings/oleObject8.bin"/><Relationship Id="rId11" Type="http://schemas.openxmlformats.org/officeDocument/2006/relationships/vmlDrawing" Target="../drawings/vmlDrawing3.vml"/><Relationship Id="rId10" Type="http://schemas.openxmlformats.org/officeDocument/2006/relationships/slideLayout" Target="../slideLayouts/slideLayout7.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30.wmf"/><Relationship Id="rId7" Type="http://schemas.openxmlformats.org/officeDocument/2006/relationships/oleObject" Target="../embeddings/oleObject15.bin"/><Relationship Id="rId6" Type="http://schemas.openxmlformats.org/officeDocument/2006/relationships/image" Target="../media/image29.wmf"/><Relationship Id="rId5" Type="http://schemas.openxmlformats.org/officeDocument/2006/relationships/oleObject" Target="../embeddings/oleObject14.bin"/><Relationship Id="rId4" Type="http://schemas.openxmlformats.org/officeDocument/2006/relationships/image" Target="../media/image28.wmf"/><Relationship Id="rId3" Type="http://schemas.openxmlformats.org/officeDocument/2006/relationships/oleObject" Target="../embeddings/oleObject13.bin"/><Relationship Id="rId2" Type="http://schemas.openxmlformats.org/officeDocument/2006/relationships/image" Target="../media/image27.wmf"/><Relationship Id="rId16" Type="http://schemas.openxmlformats.org/officeDocument/2006/relationships/vmlDrawing" Target="../drawings/vmlDrawing4.vml"/><Relationship Id="rId15" Type="http://schemas.openxmlformats.org/officeDocument/2006/relationships/slideLayout" Target="../slideLayouts/slideLayout7.xml"/><Relationship Id="rId14" Type="http://schemas.openxmlformats.org/officeDocument/2006/relationships/image" Target="../media/image33.wmf"/><Relationship Id="rId13" Type="http://schemas.openxmlformats.org/officeDocument/2006/relationships/oleObject" Target="../embeddings/oleObject18.bin"/><Relationship Id="rId12" Type="http://schemas.openxmlformats.org/officeDocument/2006/relationships/image" Target="../media/image32.wmf"/><Relationship Id="rId11" Type="http://schemas.openxmlformats.org/officeDocument/2006/relationships/oleObject" Target="../embeddings/oleObject17.bin"/><Relationship Id="rId10" Type="http://schemas.openxmlformats.org/officeDocument/2006/relationships/image" Target="../media/image31.wmf"/><Relationship Id="rId1" Type="http://schemas.openxmlformats.org/officeDocument/2006/relationships/oleObject" Target="../embeddings/oleObject12.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23.bin"/><Relationship Id="rId8" Type="http://schemas.openxmlformats.org/officeDocument/2006/relationships/image" Target="../media/image37.wmf"/><Relationship Id="rId7" Type="http://schemas.openxmlformats.org/officeDocument/2006/relationships/oleObject" Target="../embeddings/oleObject22.bin"/><Relationship Id="rId6" Type="http://schemas.openxmlformats.org/officeDocument/2006/relationships/image" Target="../media/image36.wmf"/><Relationship Id="rId5" Type="http://schemas.openxmlformats.org/officeDocument/2006/relationships/oleObject" Target="../embeddings/oleObject21.bin"/><Relationship Id="rId4" Type="http://schemas.openxmlformats.org/officeDocument/2006/relationships/image" Target="../media/image35.wmf"/><Relationship Id="rId3" Type="http://schemas.openxmlformats.org/officeDocument/2006/relationships/oleObject" Target="../embeddings/oleObject20.bin"/><Relationship Id="rId2" Type="http://schemas.openxmlformats.org/officeDocument/2006/relationships/image" Target="../media/image34.wmf"/><Relationship Id="rId14" Type="http://schemas.openxmlformats.org/officeDocument/2006/relationships/vmlDrawing" Target="../drawings/vmlDrawing5.vml"/><Relationship Id="rId13" Type="http://schemas.openxmlformats.org/officeDocument/2006/relationships/slideLayout" Target="../slideLayouts/slideLayout7.xml"/><Relationship Id="rId12" Type="http://schemas.openxmlformats.org/officeDocument/2006/relationships/image" Target="../media/image39.wmf"/><Relationship Id="rId11" Type="http://schemas.openxmlformats.org/officeDocument/2006/relationships/oleObject" Target="../embeddings/oleObject24.bin"/><Relationship Id="rId10" Type="http://schemas.openxmlformats.org/officeDocument/2006/relationships/image" Target="../media/image38.wmf"/><Relationship Id="rId1" Type="http://schemas.openxmlformats.org/officeDocument/2006/relationships/oleObject" Target="../embeddings/oleObject19.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29.bin"/><Relationship Id="rId8" Type="http://schemas.openxmlformats.org/officeDocument/2006/relationships/image" Target="../media/image43.wmf"/><Relationship Id="rId7" Type="http://schemas.openxmlformats.org/officeDocument/2006/relationships/oleObject" Target="../embeddings/oleObject28.bin"/><Relationship Id="rId6" Type="http://schemas.openxmlformats.org/officeDocument/2006/relationships/image" Target="../media/image42.wmf"/><Relationship Id="rId5" Type="http://schemas.openxmlformats.org/officeDocument/2006/relationships/oleObject" Target="../embeddings/oleObject27.bin"/><Relationship Id="rId4" Type="http://schemas.openxmlformats.org/officeDocument/2006/relationships/image" Target="../media/image41.wmf"/><Relationship Id="rId3" Type="http://schemas.openxmlformats.org/officeDocument/2006/relationships/oleObject" Target="../embeddings/oleObject26.bin"/><Relationship Id="rId2" Type="http://schemas.openxmlformats.org/officeDocument/2006/relationships/image" Target="../media/image40.wmf"/><Relationship Id="rId12" Type="http://schemas.openxmlformats.org/officeDocument/2006/relationships/vmlDrawing" Target="../drawings/vmlDrawing6.vml"/><Relationship Id="rId11" Type="http://schemas.openxmlformats.org/officeDocument/2006/relationships/slideLayout" Target="../slideLayouts/slideLayout7.xml"/><Relationship Id="rId10" Type="http://schemas.openxmlformats.org/officeDocument/2006/relationships/image" Target="../media/image44.wmf"/><Relationship Id="rId1" Type="http://schemas.openxmlformats.org/officeDocument/2006/relationships/oleObject" Target="../embeddings/oleObject25.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2.xml.rels><?xml version="1.0" encoding="UTF-8" standalone="yes"?>
<Relationships xmlns="http://schemas.openxmlformats.org/package/2006/relationships"><Relationship Id="rId9" Type="http://schemas.openxmlformats.org/officeDocument/2006/relationships/image" Target="../media/image49.wmf"/><Relationship Id="rId8" Type="http://schemas.openxmlformats.org/officeDocument/2006/relationships/oleObject" Target="../embeddings/oleObject33.bin"/><Relationship Id="rId7" Type="http://schemas.openxmlformats.org/officeDocument/2006/relationships/image" Target="../media/image48.wmf"/><Relationship Id="rId6" Type="http://schemas.openxmlformats.org/officeDocument/2006/relationships/oleObject" Target="../embeddings/oleObject32.bin"/><Relationship Id="rId5" Type="http://schemas.openxmlformats.org/officeDocument/2006/relationships/image" Target="../media/image47.wmf"/><Relationship Id="rId4" Type="http://schemas.openxmlformats.org/officeDocument/2006/relationships/oleObject" Target="../embeddings/oleObject31.bin"/><Relationship Id="rId3" Type="http://schemas.openxmlformats.org/officeDocument/2006/relationships/image" Target="../media/image46.wmf"/><Relationship Id="rId26" Type="http://schemas.openxmlformats.org/officeDocument/2006/relationships/vmlDrawing" Target="../drawings/vmlDrawing7.vml"/><Relationship Id="rId25" Type="http://schemas.openxmlformats.org/officeDocument/2006/relationships/slideLayout" Target="../slideLayouts/slideLayout7.xml"/><Relationship Id="rId24" Type="http://schemas.openxmlformats.org/officeDocument/2006/relationships/image" Target="../media/image57.wmf"/><Relationship Id="rId23" Type="http://schemas.openxmlformats.org/officeDocument/2006/relationships/oleObject" Target="../embeddings/oleObject40.bin"/><Relationship Id="rId22" Type="http://schemas.openxmlformats.org/officeDocument/2006/relationships/image" Target="../media/image56.wmf"/><Relationship Id="rId21" Type="http://schemas.openxmlformats.org/officeDocument/2006/relationships/oleObject" Target="../embeddings/oleObject39.bin"/><Relationship Id="rId20" Type="http://schemas.openxmlformats.org/officeDocument/2006/relationships/image" Target="../media/image55.wmf"/><Relationship Id="rId2" Type="http://schemas.openxmlformats.org/officeDocument/2006/relationships/image" Target="../media/image45.wmf"/><Relationship Id="rId19" Type="http://schemas.openxmlformats.org/officeDocument/2006/relationships/oleObject" Target="../embeddings/oleObject38.bin"/><Relationship Id="rId18" Type="http://schemas.openxmlformats.org/officeDocument/2006/relationships/image" Target="../media/image54.wmf"/><Relationship Id="rId17" Type="http://schemas.openxmlformats.org/officeDocument/2006/relationships/image" Target="../media/image53.wmf"/><Relationship Id="rId16" Type="http://schemas.openxmlformats.org/officeDocument/2006/relationships/oleObject" Target="../embeddings/oleObject37.bin"/><Relationship Id="rId15" Type="http://schemas.openxmlformats.org/officeDocument/2006/relationships/image" Target="../media/image52.wmf"/><Relationship Id="rId14" Type="http://schemas.openxmlformats.org/officeDocument/2006/relationships/oleObject" Target="../embeddings/oleObject36.bin"/><Relationship Id="rId13" Type="http://schemas.openxmlformats.org/officeDocument/2006/relationships/image" Target="../media/image51.wmf"/><Relationship Id="rId12" Type="http://schemas.openxmlformats.org/officeDocument/2006/relationships/oleObject" Target="../embeddings/oleObject35.bin"/><Relationship Id="rId11" Type="http://schemas.openxmlformats.org/officeDocument/2006/relationships/image" Target="../media/image50.wmf"/><Relationship Id="rId10" Type="http://schemas.openxmlformats.org/officeDocument/2006/relationships/oleObject" Target="../embeddings/oleObject34.bin"/><Relationship Id="rId1" Type="http://schemas.openxmlformats.org/officeDocument/2006/relationships/oleObject" Target="../embeddings/oleObject30.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Rectangle 6"/>
          <p:cNvSpPr/>
          <p:nvPr>
            <p:ph type="ctrTitle"/>
          </p:nvPr>
        </p:nvSpPr>
        <p:spPr>
          <a:xfrm>
            <a:off x="2971800" y="1828800"/>
            <a:ext cx="6019800" cy="2209800"/>
          </a:xfrm>
          <a:ln/>
        </p:spPr>
        <p:txBody>
          <a:bodyPr wrap="square" lIns="91440" tIns="45720" rIns="91440" bIns="45720" anchor="ctr" anchorCtr="0"/>
          <a:lstStyle>
            <a:lvl1pPr lvl="0">
              <a:buClrTx/>
              <a:buSzPct val="100000"/>
              <a:buFontTx/>
              <a:defRPr/>
            </a:lvl1pPr>
          </a:lstStyle>
          <a:p>
            <a:pPr lvl="0" eaLnBrk="1" latinLnBrk="0" hangingPunct="1">
              <a:buClrTx/>
              <a:buFontTx/>
            </a:pPr>
            <a:br>
              <a:rPr lang="en-US" altLang="zh-CN" sz="4800">
                <a:solidFill>
                  <a:srgbClr val="FFFFFF"/>
                </a:solidFill>
                <a:latin typeface="Arial" panose="020B0604020202020204"/>
              </a:rPr>
            </a:br>
            <a:r>
              <a:rPr lang="en-US" altLang="zh-CN" sz="4800">
                <a:solidFill>
                  <a:srgbClr val="FFFFFF"/>
                </a:solidFill>
                <a:latin typeface="Arial" panose="020B0604020202020204"/>
              </a:rPr>
              <a:t> ——BP</a:t>
            </a:r>
            <a:r>
              <a:rPr lang="zh-CN" altLang="en-US" sz="4800">
                <a:solidFill>
                  <a:srgbClr val="FFFFFF"/>
                </a:solidFill>
                <a:latin typeface="Arial" panose="020B0604020202020204"/>
              </a:rPr>
              <a:t>神经网络</a:t>
            </a:r>
            <a:endParaRPr lang="zh-CN" altLang="en-US" sz="4800">
              <a:solidFill>
                <a:srgbClr val="FFFFFF"/>
              </a:solidFill>
              <a:latin typeface="Arial" panose="020B0604020202020204"/>
            </a:endParaRPr>
          </a:p>
        </p:txBody>
      </p:sp>
      <p:sp>
        <p:nvSpPr>
          <p:cNvPr id="6146" name="文本框 2"/>
          <p:cNvSpPr txBox="1"/>
          <p:nvPr/>
        </p:nvSpPr>
        <p:spPr>
          <a:xfrm>
            <a:off x="3514725" y="4695825"/>
            <a:ext cx="4327525" cy="368300"/>
          </a:xfrm>
          <a:prstGeom prst="rect">
            <a:avLst/>
          </a:prstGeom>
          <a:noFill/>
          <a:ln w="9525">
            <a:noFill/>
          </a:ln>
        </p:spPr>
        <p:txBody>
          <a:bodyPr wrap="square" anchor="t" anchorCtr="0">
            <a:spAutoFit/>
          </a:bodyPr>
          <a:p>
            <a:r>
              <a:rPr lang="en-US" altLang="zh-CN" b="1">
                <a:latin typeface="Arial" panose="020B0604020202020204"/>
                <a:ea typeface="宋体" panose="02010600030101010101" pitchFamily="2" charset="-122"/>
              </a:rPr>
              <a:t>Back Propagation Nerual Network</a:t>
            </a:r>
            <a:endParaRPr lang="en-US" altLang="zh-CN" b="1">
              <a:latin typeface="Arial" panose="020B0604020202020204"/>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标题 1"/>
          <p:cNvSpPr/>
          <p:nvPr>
            <p:ph type="title"/>
          </p:nvPr>
        </p:nvSpPr>
        <p:spPr>
          <a:ln/>
        </p:spPr>
        <p:txBody>
          <a:bodyPr wrap="square" lIns="91440" tIns="45720" rIns="91440" bIns="45720" anchor="ctr" anchorCtr="0"/>
          <a:p>
            <a:r>
              <a:rPr lang="zh-CN" altLang="en-US"/>
              <a:t>内容</a:t>
            </a:r>
            <a:endParaRPr lang="zh-CN" altLang="en-US"/>
          </a:p>
        </p:txBody>
      </p:sp>
      <p:sp>
        <p:nvSpPr>
          <p:cNvPr id="7170" name="内容占位符 2"/>
          <p:cNvSpPr/>
          <p:nvPr>
            <p:ph idx="4294967295"/>
          </p:nvPr>
        </p:nvSpPr>
        <p:spPr>
          <a:ln/>
        </p:spPr>
        <p:txBody>
          <a:bodyPr wrap="square" lIns="91440" tIns="45720" rIns="91440" bIns="45720" anchor="t" anchorCtr="0"/>
          <a:p>
            <a:r>
              <a:rPr lang="zh-CN" altLang="en-US"/>
              <a:t>神经网络概述 </a:t>
            </a:r>
            <a:r>
              <a:rPr lang="en-US" altLang="zh-CN"/>
              <a:t>neural network</a:t>
            </a:r>
            <a:endParaRPr lang="zh-CN" altLang="en-US"/>
          </a:p>
          <a:p>
            <a:r>
              <a:rPr lang="en-US" altLang="zh-CN"/>
              <a:t>BP</a:t>
            </a:r>
            <a:r>
              <a:rPr lang="zh-CN" altLang="en-US"/>
              <a:t>神经网络   </a:t>
            </a:r>
            <a:r>
              <a:rPr lang="en-US" altLang="zh-CN"/>
              <a:t>BP   neural network</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 name="标题 3"/>
          <p:cNvSpPr>
            <a:spLocks noGrp="1"/>
          </p:cNvSpPr>
          <p:nvPr>
            <p:ph type="title" idx="4294967295"/>
          </p:nvPr>
        </p:nvSpPr>
        <p:spPr>
          <a:xfrm>
            <a:off x="571500" y="3286125"/>
            <a:ext cx="8229600" cy="1371600"/>
          </a:xfrm>
        </p:spPr>
        <p:txBody>
          <a:bodyPr wrap="square" lIns="91440" tIns="45720" rIns="91440" bIns="45720" anchor="ctr"/>
          <a:p>
            <a:pPr marL="0" marR="0" indent="0" algn="ctr" defTabSz="914400" rtl="0" eaLnBrk="0" fontAlgn="base" latinLnBrk="0" hangingPunct="0">
              <a:lnSpc>
                <a:spcPct val="100000"/>
              </a:lnSpc>
              <a:spcBef>
                <a:spcPct val="0"/>
              </a:spcBef>
              <a:spcAft>
                <a:spcPct val="0"/>
              </a:spcAft>
              <a:buClrTx/>
              <a:buSzTx/>
              <a:buFontTx/>
              <a:buNone/>
            </a:pPr>
            <a:r>
              <a:rPr kumimoji="0" lang="zh-CN" altLang="en-US" sz="4400" b="1" i="0" u="none" strike="noStrike" kern="1200" cap="none" spc="0" normalizeH="0" baseline="0" noProof="1">
                <a:solidFill>
                  <a:srgbClr val="0033CC"/>
                </a:solidFill>
                <a:effectLst>
                  <a:outerShdw blurRad="38100" dist="38100" dir="2700000">
                    <a:srgbClr val="C0C0C0"/>
                  </a:outerShdw>
                </a:effectLst>
                <a:latin typeface="+mj-lt"/>
                <a:ea typeface="+mj-ea"/>
                <a:cs typeface="+mj-cs"/>
              </a:rPr>
              <a:t>神经网络概述</a:t>
            </a:r>
            <a:endParaRPr kumimoji="0" lang="zh-CN" altLang="en-US" sz="4400" b="1" i="0" u="none" strike="noStrike" kern="1200" cap="none" spc="0" normalizeH="0" baseline="0" noProof="1">
              <a:solidFill>
                <a:srgbClr val="0033CC"/>
              </a:solidFill>
              <a:effectLst>
                <a:outerShdw blurRad="38100" dist="38100" dir="2700000">
                  <a:srgbClr val="C0C0C0"/>
                </a:outerShdw>
              </a:effectLst>
              <a:latin typeface="+mj-lt"/>
              <a:ea typeface="+mj-ea"/>
              <a:cs typeface="+mj-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p:nvPr>
            <p:ph type="title"/>
          </p:nvPr>
        </p:nvSpPr>
        <p:spPr>
          <a:ln/>
        </p:spPr>
        <p:txBody>
          <a:bodyPr wrap="square" lIns="91440" tIns="45720" rIns="91440" bIns="45720" anchor="ctr" anchorCtr="0"/>
          <a:p>
            <a:r>
              <a:rPr lang="zh-CN" altLang="en-US" b="1">
                <a:latin typeface="宋体" panose="02010600030101010101" pitchFamily="2" charset="-122"/>
              </a:rPr>
              <a:t>导言</a:t>
            </a:r>
            <a:endParaRPr lang="zh-CN" altLang="en-US" b="1">
              <a:latin typeface="宋体" panose="02010600030101010101" pitchFamily="2" charset="-122"/>
            </a:endParaRPr>
          </a:p>
        </p:txBody>
      </p:sp>
      <p:sp>
        <p:nvSpPr>
          <p:cNvPr id="2062" name="Rectangle 3"/>
          <p:cNvSpPr>
            <a:spLocks noGrp="1"/>
          </p:cNvSpPr>
          <p:nvPr>
            <p:ph type="body" idx="4294967295"/>
          </p:nvPr>
        </p:nvSpPr>
        <p:spPr/>
        <p:txBody>
          <a:bodyPr wrap="square" lIns="91440" tIns="45720" rIns="91440" bIns="45720" anchor="t"/>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r>
              <a:rPr kumimoji="0" lang="zh-CN" altLang="en-US" sz="32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人工神经网络是近年来得到迅速发展的一个前沿课题。神经网络由于其大规模并行处理、容错性、自组织和自适应能力和联想功能强等特点，已成为解决很多问题的有力工具。 </a:t>
            </a:r>
            <a:endParaRPr kumimoji="0" lang="zh-CN" altLang="en-US" sz="3200" b="1" i="0" u="none" strike="noStrike" kern="1200" cap="none" spc="0" normalizeH="0" baseline="0" noProof="1">
              <a:solidFill>
                <a:schemeClr val="tx1"/>
              </a:solidFill>
              <a:effectLst>
                <a:outerShdw blurRad="38100" dist="38100" dir="2700000">
                  <a:srgbClr val="C0C0C0"/>
                </a:outerShdw>
              </a:effectLst>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p:nvPr>
            <p:ph type="title"/>
          </p:nvPr>
        </p:nvSpPr>
        <p:spPr>
          <a:xfrm>
            <a:off x="574675" y="611188"/>
            <a:ext cx="6229350" cy="730250"/>
          </a:xfrm>
          <a:ln/>
        </p:spPr>
        <p:txBody>
          <a:bodyPr wrap="square" lIns="91440" tIns="45720" rIns="91440" bIns="45720" anchor="ctr" anchorCtr="0"/>
          <a:p>
            <a:r>
              <a:rPr lang="zh-CN" altLang="en-US" b="1">
                <a:latin typeface="宋体" panose="02010600030101010101" pitchFamily="2" charset="-122"/>
              </a:rPr>
              <a:t>脑神经信息活动的特征</a:t>
            </a:r>
            <a:endParaRPr lang="zh-CN" altLang="en-US" b="1">
              <a:latin typeface="宋体" panose="02010600030101010101" pitchFamily="2" charset="-122"/>
            </a:endParaRPr>
          </a:p>
        </p:txBody>
      </p:sp>
      <p:sp>
        <p:nvSpPr>
          <p:cNvPr id="10242" name="Rectangle 3"/>
          <p:cNvSpPr/>
          <p:nvPr>
            <p:ph type="body"/>
          </p:nvPr>
        </p:nvSpPr>
        <p:spPr>
          <a:xfrm>
            <a:off x="566738" y="1752600"/>
            <a:ext cx="8001000" cy="1892300"/>
          </a:xfrm>
          <a:ln/>
        </p:spPr>
        <p:txBody>
          <a:bodyPr wrap="square" lIns="91440" tIns="45720" rIns="91440" bIns="45720" anchor="t" anchorCtr="0"/>
          <a:p>
            <a:pPr>
              <a:buFont typeface="Wingdings" panose="05000000000000000000" pitchFamily="2" charset="2"/>
              <a:buChar char="p"/>
            </a:pPr>
            <a:r>
              <a:rPr lang="zh-CN" altLang="en-US" b="1">
                <a:latin typeface="宋体" panose="02010600030101010101" pitchFamily="2" charset="-122"/>
              </a:rPr>
              <a:t>巨量并行性。</a:t>
            </a:r>
            <a:endParaRPr lang="zh-CN" altLang="en-US" b="1">
              <a:latin typeface="宋体" panose="02010600030101010101" pitchFamily="2" charset="-122"/>
            </a:endParaRPr>
          </a:p>
          <a:p>
            <a:pPr>
              <a:buFont typeface="Wingdings" panose="05000000000000000000" pitchFamily="2" charset="2"/>
              <a:buChar char="p"/>
            </a:pPr>
            <a:r>
              <a:rPr lang="zh-CN" altLang="en-US" b="1">
                <a:latin typeface="宋体" panose="02010600030101010101" pitchFamily="2" charset="-122"/>
              </a:rPr>
              <a:t>信息处理和存储单元结合在一起。</a:t>
            </a:r>
            <a:endParaRPr lang="zh-CN" altLang="en-US" b="1">
              <a:latin typeface="宋体" panose="02010600030101010101" pitchFamily="2" charset="-122"/>
            </a:endParaRPr>
          </a:p>
          <a:p>
            <a:pPr>
              <a:buFont typeface="Wingdings" panose="05000000000000000000" pitchFamily="2" charset="2"/>
              <a:buChar char="p"/>
            </a:pPr>
            <a:r>
              <a:rPr lang="zh-CN" altLang="en-US" b="1">
                <a:latin typeface="宋体" panose="02010600030101010101" pitchFamily="2" charset="-122"/>
              </a:rPr>
              <a:t>自组织自学习功能。</a:t>
            </a:r>
            <a:r>
              <a:rPr lang="zh-CN" altLang="en-US" b="1"/>
              <a:t> </a:t>
            </a:r>
            <a:endParaRPr lang="zh-CN" altLang="en-US" b="1"/>
          </a:p>
        </p:txBody>
      </p:sp>
      <p:pic>
        <p:nvPicPr>
          <p:cNvPr id="10243" name="Picture 5"/>
          <p:cNvPicPr>
            <a:picLocks noChangeAspect="1"/>
          </p:cNvPicPr>
          <p:nvPr/>
        </p:nvPicPr>
        <p:blipFill>
          <a:blip r:embed="rId1"/>
          <a:stretch>
            <a:fillRect/>
          </a:stretch>
        </p:blipFill>
        <p:spPr>
          <a:xfrm>
            <a:off x="5076825" y="3141663"/>
            <a:ext cx="2273300" cy="2374900"/>
          </a:xfrm>
          <a:prstGeom prst="rect">
            <a:avLst/>
          </a:prstGeom>
          <a:noFill/>
          <a:ln w="9525">
            <a:noFill/>
          </a:ln>
        </p:spPr>
      </p:pic>
    </p:spTree>
  </p:cSld>
  <p:clrMapOvr>
    <a:masterClrMapping/>
  </p:clrMapOvr>
  <p:transition advTm="20309">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5" name="New picture"/>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9" name="New picture"/>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Rectangle 2"/>
          <p:cNvSpPr/>
          <p:nvPr>
            <p:ph type="title"/>
          </p:nvPr>
        </p:nvSpPr>
        <p:spPr>
          <a:xfrm>
            <a:off x="574675" y="596900"/>
            <a:ext cx="8001000" cy="923925"/>
          </a:xfrm>
          <a:ln/>
        </p:spPr>
        <p:txBody>
          <a:bodyPr wrap="square" lIns="91440" tIns="45720" rIns="91440" bIns="45720" anchor="ctr" anchorCtr="0"/>
          <a:p>
            <a:r>
              <a:rPr lang="zh-CN" altLang="en-US" b="1">
                <a:latin typeface="宋体" panose="02010600030101010101" pitchFamily="2" charset="-122"/>
              </a:rPr>
              <a:t>神经网络研究的发展</a:t>
            </a:r>
            <a:endParaRPr lang="zh-CN" altLang="en-US" b="1">
              <a:latin typeface="宋体" panose="02010600030101010101" pitchFamily="2" charset="-122"/>
            </a:endParaRPr>
          </a:p>
        </p:txBody>
      </p:sp>
      <p:sp>
        <p:nvSpPr>
          <p:cNvPr id="2077" name="Rectangle 3"/>
          <p:cNvSpPr>
            <a:spLocks noGrp="1"/>
          </p:cNvSpPr>
          <p:nvPr>
            <p:ph type="body" idx="4294967295"/>
          </p:nvPr>
        </p:nvSpPr>
        <p:spPr/>
        <p:txBody>
          <a:bodyPr wrap="square" lIns="91440" tIns="45720" rIns="91440" bIns="45720" anchor="t"/>
          <a:p>
            <a:pPr marL="342900" marR="0" indent="-342900" algn="just"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Char char="n"/>
            </a:pP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1982</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年，美国加州工学院物理学家</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Hopfield</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提出了离散的神经网络模型，标志着神经网络的研究又进入了一个新高潮。</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1984</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年，</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Hopfield</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又提出连续神经网络模型，开拓了计算机应用神经网络的新途径。</a:t>
            </a:r>
            <a:endPar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endParaRPr>
          </a:p>
          <a:p>
            <a:pPr marL="342900" marR="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Char char="n"/>
            </a:pP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1986</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年，</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Rumelhart</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和</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Meclelland</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提出多层网络的误差反向传播</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(Back Propagation)</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学习算法，简称</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BP</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算法。</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BP</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算法是目前最为重要、应用最广的人工神经网络算法之一。 </a:t>
            </a:r>
            <a:endPar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endParaRPr>
          </a:p>
          <a:p>
            <a:pPr marL="342900" marR="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Char char="n"/>
            </a:pP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自</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20</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世纪</a:t>
            </a:r>
            <a:r>
              <a:rPr kumimoji="0" lang="en-US" altLang="zh-CN"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80</a:t>
            </a:r>
            <a:r>
              <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rPr>
              <a:t>年代中期以来，世界上许多国家掀起了神经网络的研究热潮，可以说神经网络已成为国际上的一个研究热点。</a:t>
            </a:r>
            <a:endParaRPr kumimoji="0" lang="zh-CN" altLang="en-US" sz="2600" b="1" i="0" u="none" strike="noStrike" kern="1200" cap="none" spc="0" normalizeH="0" baseline="0" noProof="1">
              <a:solidFill>
                <a:schemeClr val="tx1"/>
              </a:solidFill>
              <a:effectLst>
                <a:outerShdw blurRad="38100" dist="38100" dir="2700000">
                  <a:srgbClr val="C0C0C0"/>
                </a:outerShdw>
              </a:effectLst>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2"/>
          <p:cNvSpPr/>
          <p:nvPr>
            <p:ph type="title"/>
          </p:nvPr>
        </p:nvSpPr>
        <p:spPr>
          <a:ln/>
        </p:spPr>
        <p:txBody>
          <a:bodyPr wrap="square" lIns="91440" tIns="45720" rIns="91440" bIns="45720" anchor="ctr" anchorCtr="0"/>
          <a:p>
            <a:r>
              <a:rPr lang="zh-CN" altLang="en-US"/>
              <a:t>生物神经元模型</a:t>
            </a:r>
            <a:endParaRPr lang="zh-CN" altLang="en-US"/>
          </a:p>
        </p:txBody>
      </p:sp>
      <p:pic>
        <p:nvPicPr>
          <p:cNvPr id="14338" name="Picture 5"/>
          <p:cNvPicPr>
            <a:picLocks noChangeAspect="1"/>
          </p:cNvPicPr>
          <p:nvPr/>
        </p:nvPicPr>
        <p:blipFill>
          <a:blip r:embed="rId1"/>
          <a:stretch>
            <a:fillRect/>
          </a:stretch>
        </p:blipFill>
        <p:spPr>
          <a:xfrm>
            <a:off x="4500563" y="2282825"/>
            <a:ext cx="3967162" cy="2889250"/>
          </a:xfrm>
          <a:prstGeom prst="rect">
            <a:avLst/>
          </a:prstGeom>
          <a:noFill/>
          <a:ln w="9525">
            <a:noFill/>
          </a:ln>
        </p:spPr>
      </p:pic>
      <p:sp>
        <p:nvSpPr>
          <p:cNvPr id="2082" name="AutoShape 7"/>
          <p:cNvSpPr/>
          <p:nvPr/>
        </p:nvSpPr>
        <p:spPr>
          <a:xfrm>
            <a:off x="6229350" y="1628775"/>
            <a:ext cx="863600" cy="504825"/>
          </a:xfrm>
          <a:prstGeom prst="wedgeRoundRectCallout">
            <a:avLst>
              <a:gd name="adj1" fmla="val -68199"/>
              <a:gd name="adj2" fmla="val 141509"/>
              <a:gd name="adj3" fmla="val 16667"/>
            </a:avLst>
          </a:prstGeom>
          <a:solidFill>
            <a:srgbClr val="FFFFFF"/>
          </a:solidFill>
          <a:ln w="9525" cap="flat" cmpd="sng">
            <a:solidFill>
              <a:srgbClr val="0000FF"/>
            </a:solidFill>
            <a:prstDash val="solid"/>
            <a:miter/>
            <a:headEnd type="none" w="med" len="med"/>
            <a:tailEnd type="none" w="med" len="med"/>
          </a:ln>
        </p:spPr>
        <p:txBody>
          <a:bodyPr/>
          <a:p>
            <a:pPr algn="ctr" fontAlgn="base"/>
            <a:r>
              <a:rPr lang="zh-CN" altLang="en-US"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树突</a:t>
            </a:r>
            <a:endParaRPr lang="zh-CN" altLang="en-US" strike="noStrike" noProof="1">
              <a:effectLst>
                <a:outerShdw blurRad="38100" dist="38100" dir="2700000">
                  <a:srgbClr val="C0C0C0"/>
                </a:outerShdw>
              </a:effectLst>
            </a:endParaRPr>
          </a:p>
        </p:txBody>
      </p:sp>
      <p:sp>
        <p:nvSpPr>
          <p:cNvPr id="2083" name="AutoShape 8"/>
          <p:cNvSpPr/>
          <p:nvPr/>
        </p:nvSpPr>
        <p:spPr>
          <a:xfrm>
            <a:off x="6589713" y="5373688"/>
            <a:ext cx="863600" cy="431800"/>
          </a:xfrm>
          <a:prstGeom prst="wedgeRoundRectCallout">
            <a:avLst>
              <a:gd name="adj1" fmla="val -90810"/>
              <a:gd name="adj2" fmla="val -163236"/>
              <a:gd name="adj3" fmla="val 16667"/>
            </a:avLst>
          </a:prstGeom>
          <a:solidFill>
            <a:srgbClr val="FFFFFF"/>
          </a:solidFill>
          <a:ln w="9525" cap="flat" cmpd="sng">
            <a:solidFill>
              <a:srgbClr val="0000FF"/>
            </a:solidFill>
            <a:prstDash val="solid"/>
            <a:miter/>
            <a:headEnd type="none" w="med" len="med"/>
            <a:tailEnd type="none" w="med" len="med"/>
          </a:ln>
        </p:spPr>
        <p:txBody>
          <a:bodyPr/>
          <a:p>
            <a:pPr algn="ctr" fontAlgn="base"/>
            <a:r>
              <a:rPr lang="zh-CN" altLang="en-US"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轴突</a:t>
            </a:r>
            <a:endParaRPr lang="zh-CN" altLang="en-US" strike="noStrike" noProof="1">
              <a:effectLst>
                <a:outerShdw blurRad="38100" dist="38100" dir="2700000">
                  <a:srgbClr val="C0C0C0"/>
                </a:outerShdw>
              </a:effectLst>
            </a:endParaRPr>
          </a:p>
        </p:txBody>
      </p:sp>
      <p:sp>
        <p:nvSpPr>
          <p:cNvPr id="2084" name="AutoShape 9"/>
          <p:cNvSpPr/>
          <p:nvPr/>
        </p:nvSpPr>
        <p:spPr>
          <a:xfrm>
            <a:off x="7451725" y="1844675"/>
            <a:ext cx="1439863" cy="503238"/>
          </a:xfrm>
          <a:prstGeom prst="wedgeRoundRectCallout">
            <a:avLst>
              <a:gd name="adj1" fmla="val -18139"/>
              <a:gd name="adj2" fmla="val 123500"/>
              <a:gd name="adj3" fmla="val 16667"/>
            </a:avLst>
          </a:prstGeom>
          <a:solidFill>
            <a:srgbClr val="FFFFFF"/>
          </a:solidFill>
          <a:ln w="9525" cap="flat" cmpd="sng">
            <a:solidFill>
              <a:srgbClr val="0000FF"/>
            </a:solidFill>
            <a:prstDash val="solid"/>
            <a:miter/>
            <a:headEnd type="none" w="med" len="med"/>
            <a:tailEnd type="none" w="med" len="med"/>
          </a:ln>
        </p:spPr>
        <p:txBody>
          <a:bodyPr/>
          <a:p>
            <a:pPr algn="ctr" fontAlgn="base"/>
            <a:r>
              <a:rPr lang="zh-CN" altLang="en-US"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神经末梢</a:t>
            </a:r>
            <a:endParaRPr lang="zh-CN" altLang="en-US" strike="noStrike" noProof="1">
              <a:effectLst>
                <a:outerShdw blurRad="38100" dist="38100" dir="2700000">
                  <a:srgbClr val="C0C0C0"/>
                </a:outerShdw>
              </a:effectLst>
            </a:endParaRPr>
          </a:p>
        </p:txBody>
      </p:sp>
      <p:sp>
        <p:nvSpPr>
          <p:cNvPr id="2085" name="AutoShape 10"/>
          <p:cNvSpPr/>
          <p:nvPr/>
        </p:nvSpPr>
        <p:spPr>
          <a:xfrm>
            <a:off x="6372225" y="2781300"/>
            <a:ext cx="1152525" cy="504825"/>
          </a:xfrm>
          <a:prstGeom prst="wedgeRoundRectCallout">
            <a:avLst>
              <a:gd name="adj1" fmla="val -107852"/>
              <a:gd name="adj2" fmla="val 38051"/>
              <a:gd name="adj3" fmla="val 16667"/>
            </a:avLst>
          </a:prstGeom>
          <a:solidFill>
            <a:srgbClr val="FFFFFF"/>
          </a:solidFill>
          <a:ln w="9525" cap="flat" cmpd="sng">
            <a:solidFill>
              <a:srgbClr val="0000FF"/>
            </a:solidFill>
            <a:prstDash val="solid"/>
            <a:miter/>
            <a:headEnd type="none" w="med" len="med"/>
            <a:tailEnd type="none" w="med" len="med"/>
          </a:ln>
        </p:spPr>
        <p:txBody>
          <a:bodyPr/>
          <a:p>
            <a:pPr algn="ctr" fontAlgn="base"/>
            <a:r>
              <a:rPr lang="zh-CN" altLang="en-US"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细胞体</a:t>
            </a:r>
            <a:endParaRPr lang="zh-CN" altLang="en-US" strike="noStrike" noProof="1">
              <a:effectLst>
                <a:outerShdw blurRad="38100" dist="38100" dir="2700000">
                  <a:srgbClr val="C0C0C0"/>
                </a:outerShdw>
              </a:effectLst>
            </a:endParaRPr>
          </a:p>
        </p:txBody>
      </p:sp>
      <p:sp>
        <p:nvSpPr>
          <p:cNvPr id="2086" name="Text Box 11"/>
          <p:cNvSpPr/>
          <p:nvPr/>
        </p:nvSpPr>
        <p:spPr>
          <a:xfrm>
            <a:off x="395288" y="1916113"/>
            <a:ext cx="3816350" cy="3786188"/>
          </a:xfrm>
          <a:prstGeom prst="rect">
            <a:avLst/>
          </a:prstGeom>
          <a:noFill/>
          <a:ln w="9525">
            <a:noFill/>
          </a:ln>
        </p:spPr>
        <p:txBody>
          <a:bodyPr/>
          <a:p>
            <a:pPr fontAlgn="base">
              <a:lnSpc>
                <a:spcPct val="120000"/>
              </a:lnSpc>
            </a:pP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树突：</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细胞的</a:t>
            </a: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输入</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端，接受外界的神经冲动</a:t>
            </a:r>
            <a:endParaRPr lang="zh-CN" altLang="en-US" sz="2000" b="1" strike="noStrike" noProof="1">
              <a:effectLst>
                <a:outerShdw blurRad="38100" dist="38100" dir="2700000">
                  <a:srgbClr val="C0C0C0"/>
                </a:outerShdw>
              </a:effectLst>
            </a:endParaRPr>
          </a:p>
          <a:p>
            <a:pPr fontAlgn="base">
              <a:lnSpc>
                <a:spcPct val="120000"/>
              </a:lnSpc>
            </a:pP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轴突</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：细胞的</a:t>
            </a: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输出</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端，传出神经冲动</a:t>
            </a:r>
            <a:endParaRPr lang="en-US" altLang="zh-CN" sz="2000" b="1" strike="noStrike" noProof="1">
              <a:effectLst>
                <a:outerShdw blurRad="38100" dist="38100" dir="2700000">
                  <a:srgbClr val="C0C0C0"/>
                </a:outerShdw>
              </a:effectLst>
            </a:endParaRPr>
          </a:p>
          <a:p>
            <a:pPr fontAlgn="base">
              <a:lnSpc>
                <a:spcPct val="120000"/>
              </a:lnSpc>
            </a:pP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细胞体</a:t>
            </a:r>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处理神经冲动，有</a:t>
            </a:r>
            <a:r>
              <a:rPr lang="zh-CN" altLang="en-US" sz="20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两种</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工作状态：当传入神经冲动使细胞膜电位升高到阈值</a:t>
            </a:r>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约</a:t>
            </a:r>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40mV</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）时，进入</a:t>
            </a: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兴奋状态</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产生神经冲动，由轴突输出。</a:t>
            </a:r>
            <a:endParaRPr lang="zh-CN" altLang="en-US" sz="2000" b="1" strike="noStrike" noProof="1">
              <a:effectLst>
                <a:outerShdw blurRad="38100" dist="38100" dir="2700000">
                  <a:srgbClr val="C0C0C0"/>
                </a:outerShdw>
              </a:effectLst>
            </a:endParaRPr>
          </a:p>
          <a:p>
            <a:pPr fontAlgn="base">
              <a:lnSpc>
                <a:spcPct val="120000"/>
              </a:lnSpc>
            </a:pP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否则进入</a:t>
            </a:r>
            <a:r>
              <a:rPr lang="zh-CN" altLang="en-US" sz="2000" b="1" strike="noStrike" noProof="1">
                <a:solidFill>
                  <a:schemeClr val="accent2"/>
                </a:solidFill>
                <a:effectLst>
                  <a:outerShdw blurRad="38100" dist="38100" dir="2700000">
                    <a:srgbClr val="C0C0C0"/>
                  </a:outerShdw>
                </a:effectLst>
                <a:latin typeface="Arial" panose="020B0604020202020204"/>
                <a:ea typeface="宋体" panose="02010600030101010101" pitchFamily="2" charset="-122"/>
                <a:cs typeface="+mn-cs"/>
              </a:rPr>
              <a:t>抑制状态，</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不产生输出</a:t>
            </a:r>
            <a:endParaRPr lang="zh-CN" altLang="en-US" sz="2000" b="1" strike="noStrike" noProof="1">
              <a:effectLst>
                <a:outerShdw blurRad="38100" dist="38100" dir="2700000">
                  <a:srgbClr val="C0C0C0"/>
                </a:outerShdw>
              </a:effectLst>
            </a:endParaRPr>
          </a:p>
        </p:txBody>
      </p:sp>
      <p:sp>
        <p:nvSpPr>
          <p:cNvPr id="2087" name="TextBox 8"/>
          <p:cNvSpPr/>
          <p:nvPr/>
        </p:nvSpPr>
        <p:spPr>
          <a:xfrm>
            <a:off x="5214938" y="6072188"/>
            <a:ext cx="3365500" cy="461963"/>
          </a:xfrm>
          <a:prstGeom prst="rect">
            <a:avLst/>
          </a:prstGeom>
          <a:noFill/>
          <a:ln w="9525">
            <a:noFill/>
          </a:ln>
        </p:spPr>
        <p:txBody>
          <a:bodyPr wrap="none"/>
          <a:p>
            <a:pPr fontAlgn="base"/>
            <a:r>
              <a:rPr lang="zh-CN" altLang="en-US" sz="2400" b="1" strike="noStrike" noProof="1">
                <a:effectLst>
                  <a:outerShdw blurRad="38100" dist="38100" dir="2700000">
                    <a:srgbClr val="C0C0C0"/>
                  </a:outerShdw>
                </a:effectLst>
                <a:latin typeface="Arial" panose="020B0604020202020204"/>
                <a:ea typeface="宋体" panose="02010600030101010101" pitchFamily="2" charset="-122"/>
                <a:cs typeface="+mn-cs"/>
                <a:hlinkClick r:id="rId2"/>
              </a:rPr>
              <a:t>神经元工作原理（视频</a:t>
            </a:r>
            <a:r>
              <a:rPr lang="en-US" altLang="zh-CN" sz="2400" b="1" strike="noStrike" noProof="1">
                <a:effectLst>
                  <a:outerShdw blurRad="38100" dist="38100" dir="2700000">
                    <a:srgbClr val="C0C0C0"/>
                  </a:outerShdw>
                </a:effectLst>
                <a:latin typeface="Arial" panose="020B0604020202020204"/>
                <a:ea typeface="宋体" panose="02010600030101010101" pitchFamily="2" charset="-122"/>
                <a:cs typeface="+mn-cs"/>
              </a:rPr>
              <a:t>)</a:t>
            </a:r>
            <a:endParaRPr lang="zh-CN" altLang="en-US" sz="2400" b="1" strike="noStrike" noProof="1">
              <a:effectLst>
                <a:outerShdw blurRad="38100" dist="38100" dir="2700000">
                  <a:srgbClr val="C0C0C0"/>
                </a:outerShdw>
              </a:effectLst>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Rectangle 2"/>
          <p:cNvSpPr/>
          <p:nvPr>
            <p:ph type="title"/>
          </p:nvPr>
        </p:nvSpPr>
        <p:spPr>
          <a:ln/>
        </p:spPr>
        <p:txBody>
          <a:bodyPr wrap="square" lIns="91440" tIns="45720" rIns="91440" bIns="45720" anchor="ctr" anchorCtr="0"/>
          <a:p>
            <a:r>
              <a:rPr lang="zh-CN" altLang="en-US"/>
              <a:t>简单的感知模型模型</a:t>
            </a:r>
            <a:endParaRPr lang="zh-CN" altLang="en-US"/>
          </a:p>
        </p:txBody>
      </p:sp>
      <p:sp>
        <p:nvSpPr>
          <p:cNvPr id="2086" name="Text Box 11"/>
          <p:cNvSpPr/>
          <p:nvPr/>
        </p:nvSpPr>
        <p:spPr>
          <a:xfrm>
            <a:off x="395288" y="1916113"/>
            <a:ext cx="3816350" cy="3786188"/>
          </a:xfrm>
          <a:prstGeom prst="rect">
            <a:avLst/>
          </a:prstGeom>
          <a:noFill/>
          <a:ln w="9525">
            <a:noFill/>
          </a:ln>
        </p:spPr>
        <p:txBody>
          <a:bodyPr/>
          <a:p>
            <a:pPr fontAlgn="base">
              <a:lnSpc>
                <a:spcPct val="120000"/>
              </a:lnSpc>
            </a:pPr>
            <a:endParaRPr lang="zh-CN" altLang="en-US" sz="2000" b="1" strike="noStrike" noProof="1">
              <a:effectLst>
                <a:outerShdw blurRad="38100" dist="38100" dir="2700000">
                  <a:srgbClr val="C0C0C0"/>
                </a:outerShdw>
              </a:effectLst>
            </a:endParaRPr>
          </a:p>
        </p:txBody>
      </p:sp>
      <p:graphicFrame>
        <p:nvGraphicFramePr>
          <p:cNvPr id="4" name="表格 3"/>
          <p:cNvGraphicFramePr/>
          <p:nvPr/>
        </p:nvGraphicFramePr>
        <p:xfrm>
          <a:off x="966788" y="2616200"/>
          <a:ext cx="3616325" cy="2044700"/>
        </p:xfrm>
        <a:graphic>
          <a:graphicData uri="http://schemas.openxmlformats.org/drawingml/2006/table">
            <a:tbl>
              <a:tblPr firstRow="1" bandRow="1">
                <a:tableStyleId>{5940675A-B579-460E-94D1-54222C63F5DA}</a:tableStyleId>
              </a:tblPr>
              <a:tblGrid>
                <a:gridCol w="997585"/>
                <a:gridCol w="1083945"/>
                <a:gridCol w="1534160"/>
              </a:tblGrid>
              <a:tr h="54038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颜值</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品行</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是否交友</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655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65</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78</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Y</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528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80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35</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N</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655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70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60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Y</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5920">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385" name="图片 1"/>
          <p:cNvPicPr>
            <a:picLocks noChangeAspect="1"/>
          </p:cNvPicPr>
          <p:nvPr>
            <p:custDataLst>
              <p:tags r:id="rId1"/>
            </p:custDataLst>
          </p:nvPr>
        </p:nvPicPr>
        <p:blipFill>
          <a:blip r:embed="rId2"/>
          <a:stretch>
            <a:fillRect/>
          </a:stretch>
        </p:blipFill>
        <p:spPr>
          <a:xfrm>
            <a:off x="217488" y="1766888"/>
            <a:ext cx="8699500" cy="5205412"/>
          </a:xfrm>
          <a:prstGeom prst="rect">
            <a:avLst/>
          </a:prstGeom>
          <a:noFill/>
          <a:ln w="9525">
            <a:noFill/>
          </a:ln>
        </p:spPr>
      </p:pic>
      <p:sp>
        <p:nvSpPr>
          <p:cNvPr id="16386" name="文本框 2"/>
          <p:cNvSpPr txBox="1"/>
          <p:nvPr/>
        </p:nvSpPr>
        <p:spPr>
          <a:xfrm>
            <a:off x="1098550" y="606425"/>
            <a:ext cx="6858000" cy="520700"/>
          </a:xfrm>
          <a:prstGeom prst="rect">
            <a:avLst/>
          </a:prstGeom>
          <a:noFill/>
          <a:ln w="9525">
            <a:noFill/>
          </a:ln>
        </p:spPr>
        <p:txBody>
          <a:bodyPr wrap="square" anchor="t" anchorCtr="0">
            <a:spAutoFit/>
          </a:bodyPr>
          <a:p>
            <a:r>
              <a:rPr lang="zh-CN" altLang="en-US" sz="2800" b="1">
                <a:latin typeface="Arial" panose="020B0604020202020204"/>
                <a:ea typeface="宋体" panose="02010600030101010101" pitchFamily="2" charset="-122"/>
              </a:rPr>
              <a:t>单个神经元模型</a:t>
            </a:r>
            <a:endParaRPr lang="zh-CN" altLang="en-US" sz="2800" b="1">
              <a:latin typeface="Arial" panose="020B0604020202020204"/>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09" name="图片 1"/>
          <p:cNvPicPr>
            <a:picLocks noChangeAspect="1"/>
          </p:cNvPicPr>
          <p:nvPr/>
        </p:nvPicPr>
        <p:blipFill>
          <a:blip r:embed="rId1"/>
          <a:stretch>
            <a:fillRect/>
          </a:stretch>
        </p:blipFill>
        <p:spPr>
          <a:xfrm>
            <a:off x="184150" y="1465263"/>
            <a:ext cx="8959850" cy="5186362"/>
          </a:xfrm>
          <a:prstGeom prst="rect">
            <a:avLst/>
          </a:prstGeom>
          <a:noFill/>
          <a:ln w="9525">
            <a:noFill/>
          </a:ln>
        </p:spPr>
      </p:pic>
      <p:sp>
        <p:nvSpPr>
          <p:cNvPr id="17410" name="文本框 2"/>
          <p:cNvSpPr txBox="1"/>
          <p:nvPr/>
        </p:nvSpPr>
        <p:spPr>
          <a:xfrm>
            <a:off x="1336675" y="652463"/>
            <a:ext cx="5972175" cy="460375"/>
          </a:xfrm>
          <a:prstGeom prst="rect">
            <a:avLst/>
          </a:prstGeom>
          <a:noFill/>
          <a:ln w="9525">
            <a:noFill/>
          </a:ln>
        </p:spPr>
        <p:txBody>
          <a:bodyPr wrap="square" anchor="t" anchorCtr="0">
            <a:spAutoFit/>
          </a:bodyPr>
          <a:p>
            <a:r>
              <a:rPr lang="zh-CN" altLang="en-US" sz="2400" b="1">
                <a:latin typeface="Arial" panose="020B0604020202020204"/>
                <a:ea typeface="宋体" panose="02010600030101010101" pitchFamily="2" charset="-122"/>
              </a:rPr>
              <a:t>可以将偏置系数看成输入参数</a:t>
            </a:r>
            <a:endParaRPr lang="en-US" altLang="zh-CN" sz="2400" b="1">
              <a:latin typeface="Arial" panose="020B0604020202020204"/>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Rectangle 2"/>
          <p:cNvSpPr/>
          <p:nvPr>
            <p:ph type="title"/>
          </p:nvPr>
        </p:nvSpPr>
        <p:spPr>
          <a:xfrm>
            <a:off x="1150938" y="617538"/>
            <a:ext cx="7793037" cy="1143000"/>
          </a:xfrm>
          <a:ln/>
        </p:spPr>
        <p:txBody>
          <a:bodyPr wrap="square" lIns="91440" tIns="45720" rIns="91440" bIns="45720" anchor="ctr" anchorCtr="0"/>
          <a:p>
            <a:r>
              <a:rPr lang="zh-CN" altLang="en-US" b="1">
                <a:latin typeface="宋体" panose="02010600030101010101" pitchFamily="2" charset="-122"/>
              </a:rPr>
              <a:t>神经元模型</a:t>
            </a:r>
            <a:endParaRPr lang="zh-CN" altLang="en-US" b="1">
              <a:latin typeface="宋体" panose="02010600030101010101" pitchFamily="2" charset="-122"/>
            </a:endParaRPr>
          </a:p>
        </p:txBody>
      </p:sp>
      <p:grpSp>
        <p:nvGrpSpPr>
          <p:cNvPr id="18434" name="组合 2090"/>
          <p:cNvGrpSpPr/>
          <p:nvPr/>
        </p:nvGrpSpPr>
        <p:grpSpPr>
          <a:xfrm>
            <a:off x="827088" y="1792288"/>
            <a:ext cx="7556500" cy="4589462"/>
            <a:chOff x="703" y="1026"/>
            <a:chExt cx="4760" cy="2891"/>
          </a:xfrm>
        </p:grpSpPr>
        <p:sp>
          <p:nvSpPr>
            <p:cNvPr id="18435" name="Oval 82"/>
            <p:cNvSpPr/>
            <p:nvPr/>
          </p:nvSpPr>
          <p:spPr>
            <a:xfrm>
              <a:off x="3098" y="2223"/>
              <a:ext cx="478" cy="509"/>
            </a:xfrm>
            <a:prstGeom prst="ellipse">
              <a:avLst/>
            </a:prstGeom>
            <a:solidFill>
              <a:srgbClr val="FFFF99"/>
            </a:solidFill>
            <a:ln w="9525" cap="flat" cmpd="sng">
              <a:solidFill>
                <a:srgbClr val="00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36" name="Rectangle 83"/>
            <p:cNvSpPr/>
            <p:nvPr/>
          </p:nvSpPr>
          <p:spPr>
            <a:xfrm>
              <a:off x="4255" y="2223"/>
              <a:ext cx="479" cy="509"/>
            </a:xfrm>
            <a:prstGeom prst="rect">
              <a:avLst/>
            </a:prstGeom>
            <a:solidFill>
              <a:srgbClr val="FFFF99"/>
            </a:solidFill>
            <a:ln w="9525" cap="flat" cmpd="sng">
              <a:solidFill>
                <a:srgbClr val="000000"/>
              </a:solidFill>
              <a:prstDash val="solid"/>
              <a:miter/>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37" name="Oval 84"/>
            <p:cNvSpPr/>
            <p:nvPr/>
          </p:nvSpPr>
          <p:spPr>
            <a:xfrm>
              <a:off x="1541" y="1841"/>
              <a:ext cx="80" cy="85"/>
            </a:xfrm>
            <a:prstGeom prst="ellipse">
              <a:avLst/>
            </a:prstGeom>
            <a:solidFill>
              <a:srgbClr val="9999FF"/>
            </a:solidFill>
            <a:ln w="9525" cap="flat" cmpd="sng">
              <a:solidFill>
                <a:srgbClr val="00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38" name="Oval 85"/>
            <p:cNvSpPr/>
            <p:nvPr/>
          </p:nvSpPr>
          <p:spPr>
            <a:xfrm>
              <a:off x="1541" y="3368"/>
              <a:ext cx="80" cy="85"/>
            </a:xfrm>
            <a:prstGeom prst="ellipse">
              <a:avLst/>
            </a:prstGeom>
            <a:solidFill>
              <a:srgbClr val="9999FF"/>
            </a:solidFill>
            <a:ln w="9525" cap="flat" cmpd="sng">
              <a:solidFill>
                <a:srgbClr val="00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39" name="Oval 86"/>
            <p:cNvSpPr/>
            <p:nvPr/>
          </p:nvSpPr>
          <p:spPr>
            <a:xfrm>
              <a:off x="1541" y="2435"/>
              <a:ext cx="80" cy="85"/>
            </a:xfrm>
            <a:prstGeom prst="ellipse">
              <a:avLst/>
            </a:prstGeom>
            <a:solidFill>
              <a:srgbClr val="9999FF"/>
            </a:solidFill>
            <a:ln w="9525" cap="flat" cmpd="sng">
              <a:solidFill>
                <a:srgbClr val="00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40" name="AutoShape 87"/>
            <p:cNvSpPr/>
            <p:nvPr/>
          </p:nvSpPr>
          <p:spPr>
            <a:xfrm>
              <a:off x="1062" y="1204"/>
              <a:ext cx="160" cy="2334"/>
            </a:xfrm>
            <a:prstGeom prst="leftBrace">
              <a:avLst>
                <a:gd name="adj1" fmla="val 121292"/>
                <a:gd name="adj2" fmla="val 50000"/>
              </a:avLst>
            </a:prstGeom>
            <a:noFill/>
            <a:ln w="19050" cap="flat" cmpd="sng">
              <a:solidFill>
                <a:srgbClr val="0000FF"/>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41" name="Text Box 88"/>
            <p:cNvSpPr/>
            <p:nvPr/>
          </p:nvSpPr>
          <p:spPr>
            <a:xfrm>
              <a:off x="703" y="2170"/>
              <a:ext cx="436" cy="442"/>
            </a:xfrm>
            <a:prstGeom prst="rect">
              <a:avLst/>
            </a:prstGeom>
            <a:noFill/>
            <a:ln w="9525">
              <a:noFill/>
            </a:ln>
          </p:spPr>
          <p:txBody>
            <a:bodyPr wrap="none" anchor="t" anchorCtr="0">
              <a:spAutoFit/>
            </a:bodyPr>
            <a:p>
              <a:pPr eaLnBrk="0" hangingPunct="0"/>
              <a:r>
                <a:rPr lang="zh-CN" altLang="en-US" sz="2000">
                  <a:solidFill>
                    <a:srgbClr val="0000FF"/>
                  </a:solidFill>
                  <a:latin typeface="Arial" panose="020B0604020202020204"/>
                  <a:ea typeface="宋体" panose="02010600030101010101" pitchFamily="2" charset="-122"/>
                </a:rPr>
                <a:t>输入</a:t>
              </a:r>
              <a:endParaRPr lang="zh-CN" altLang="en-US" sz="2000">
                <a:solidFill>
                  <a:srgbClr val="0000FF"/>
                </a:solidFill>
                <a:latin typeface="Arial" panose="020B0604020202020204"/>
                <a:ea typeface="宋体" panose="02010600030101010101" pitchFamily="2" charset="-122"/>
              </a:endParaRPr>
            </a:p>
            <a:p>
              <a:pPr eaLnBrk="0" hangingPunct="0"/>
              <a:r>
                <a:rPr lang="zh-CN" altLang="en-US" sz="2000">
                  <a:solidFill>
                    <a:srgbClr val="0000FF"/>
                  </a:solidFill>
                  <a:latin typeface="Arial" panose="020B0604020202020204"/>
                  <a:ea typeface="宋体" panose="02010600030101010101" pitchFamily="2" charset="-122"/>
                </a:rPr>
                <a:t>信号</a:t>
              </a:r>
              <a:endParaRPr lang="zh-CN" altLang="en-US" sz="2000">
                <a:latin typeface="Arial" panose="020B0604020202020204"/>
                <a:ea typeface="宋体" panose="02010600030101010101" pitchFamily="2" charset="-122"/>
              </a:endParaRPr>
            </a:p>
          </p:txBody>
        </p:sp>
        <p:sp>
          <p:nvSpPr>
            <p:cNvPr id="18442" name="Text Box 89"/>
            <p:cNvSpPr/>
            <p:nvPr/>
          </p:nvSpPr>
          <p:spPr>
            <a:xfrm>
              <a:off x="1837" y="3475"/>
              <a:ext cx="436" cy="442"/>
            </a:xfrm>
            <a:prstGeom prst="rect">
              <a:avLst/>
            </a:prstGeom>
            <a:noFill/>
            <a:ln w="9525">
              <a:noFill/>
            </a:ln>
          </p:spPr>
          <p:txBody>
            <a:bodyPr wrap="none" anchor="t" anchorCtr="0">
              <a:spAutoFit/>
            </a:bodyPr>
            <a:p>
              <a:pPr eaLnBrk="0" hangingPunct="0"/>
              <a:r>
                <a:rPr lang="zh-CN" altLang="en-US" sz="2000">
                  <a:solidFill>
                    <a:srgbClr val="0000FF"/>
                  </a:solidFill>
                  <a:latin typeface="Arial" panose="020B0604020202020204"/>
                  <a:ea typeface="宋体" panose="02010600030101010101" pitchFamily="2" charset="-122"/>
                </a:rPr>
                <a:t>连接</a:t>
              </a:r>
              <a:endParaRPr lang="zh-CN" altLang="en-US" sz="2000">
                <a:solidFill>
                  <a:srgbClr val="0000FF"/>
                </a:solidFill>
                <a:latin typeface="Arial" panose="020B0604020202020204"/>
                <a:ea typeface="宋体" panose="02010600030101010101" pitchFamily="2" charset="-122"/>
              </a:endParaRPr>
            </a:p>
            <a:p>
              <a:pPr eaLnBrk="0" hangingPunct="0"/>
              <a:r>
                <a:rPr lang="zh-CN" altLang="en-US" sz="2000">
                  <a:solidFill>
                    <a:srgbClr val="0000FF"/>
                  </a:solidFill>
                  <a:latin typeface="Arial" panose="020B0604020202020204"/>
                  <a:ea typeface="宋体" panose="02010600030101010101" pitchFamily="2" charset="-122"/>
                </a:rPr>
                <a:t>权重</a:t>
              </a:r>
              <a:endParaRPr lang="zh-CN" altLang="en-US" sz="2000">
                <a:latin typeface="Arial" panose="020B0604020202020204"/>
                <a:ea typeface="宋体" panose="02010600030101010101" pitchFamily="2" charset="-122"/>
              </a:endParaRPr>
            </a:p>
          </p:txBody>
        </p:sp>
        <p:sp>
          <p:nvSpPr>
            <p:cNvPr id="18443" name="Text Box 90"/>
            <p:cNvSpPr/>
            <p:nvPr/>
          </p:nvSpPr>
          <p:spPr>
            <a:xfrm>
              <a:off x="3377" y="2680"/>
              <a:ext cx="436" cy="442"/>
            </a:xfrm>
            <a:prstGeom prst="rect">
              <a:avLst/>
            </a:prstGeom>
            <a:noFill/>
            <a:ln w="9525">
              <a:noFill/>
            </a:ln>
          </p:spPr>
          <p:txBody>
            <a:bodyPr wrap="none" anchor="t" anchorCtr="0">
              <a:spAutoFit/>
            </a:bodyPr>
            <a:p>
              <a:pPr eaLnBrk="0" hangingPunct="0"/>
              <a:r>
                <a:rPr lang="zh-CN" altLang="en-US" sz="2000">
                  <a:solidFill>
                    <a:srgbClr val="0000FF"/>
                  </a:solidFill>
                  <a:latin typeface="Arial" panose="020B0604020202020204"/>
                  <a:ea typeface="宋体" panose="02010600030101010101" pitchFamily="2" charset="-122"/>
                </a:rPr>
                <a:t>加总</a:t>
              </a:r>
              <a:endParaRPr lang="zh-CN" altLang="en-US" sz="2000">
                <a:solidFill>
                  <a:srgbClr val="0000FF"/>
                </a:solidFill>
                <a:latin typeface="Arial" panose="020B0604020202020204"/>
                <a:ea typeface="宋体" panose="02010600030101010101" pitchFamily="2" charset="-122"/>
              </a:endParaRPr>
            </a:p>
            <a:p>
              <a:pPr eaLnBrk="0" hangingPunct="0"/>
              <a:r>
                <a:rPr lang="zh-CN" altLang="en-US" sz="2000">
                  <a:solidFill>
                    <a:srgbClr val="0000FF"/>
                  </a:solidFill>
                  <a:latin typeface="Arial" panose="020B0604020202020204"/>
                  <a:ea typeface="宋体" panose="02010600030101010101" pitchFamily="2" charset="-122"/>
                </a:rPr>
                <a:t>函数</a:t>
              </a:r>
              <a:endParaRPr lang="zh-CN" altLang="en-US" sz="2000">
                <a:latin typeface="Arial" panose="020B0604020202020204"/>
                <a:ea typeface="宋体" panose="02010600030101010101" pitchFamily="2" charset="-122"/>
              </a:endParaRPr>
            </a:p>
          </p:txBody>
        </p:sp>
        <p:sp>
          <p:nvSpPr>
            <p:cNvPr id="18444" name="Text Box 91"/>
            <p:cNvSpPr/>
            <p:nvPr/>
          </p:nvSpPr>
          <p:spPr>
            <a:xfrm>
              <a:off x="4255" y="1788"/>
              <a:ext cx="756" cy="250"/>
            </a:xfrm>
            <a:prstGeom prst="rect">
              <a:avLst/>
            </a:prstGeom>
            <a:noFill/>
            <a:ln w="9525">
              <a:noFill/>
            </a:ln>
          </p:spPr>
          <p:txBody>
            <a:bodyPr wrap="none" anchor="t" anchorCtr="0">
              <a:spAutoFit/>
            </a:bodyPr>
            <a:p>
              <a:pPr eaLnBrk="0" hangingPunct="0"/>
              <a:r>
                <a:rPr lang="zh-CN" altLang="en-US" sz="2000">
                  <a:solidFill>
                    <a:srgbClr val="0000FF"/>
                  </a:solidFill>
                  <a:latin typeface="Arial" panose="020B0604020202020204"/>
                  <a:ea typeface="宋体" panose="02010600030101010101" pitchFamily="2" charset="-122"/>
                </a:rPr>
                <a:t>激活函数</a:t>
              </a:r>
              <a:endParaRPr lang="zh-CN" altLang="en-US" sz="2000">
                <a:latin typeface="Arial" panose="020B0604020202020204"/>
                <a:ea typeface="宋体" panose="02010600030101010101" pitchFamily="2" charset="-122"/>
              </a:endParaRPr>
            </a:p>
          </p:txBody>
        </p:sp>
        <p:sp>
          <p:nvSpPr>
            <p:cNvPr id="18445" name="Text Box 93"/>
            <p:cNvSpPr/>
            <p:nvPr/>
          </p:nvSpPr>
          <p:spPr>
            <a:xfrm>
              <a:off x="5027" y="2170"/>
              <a:ext cx="436" cy="480"/>
            </a:xfrm>
            <a:prstGeom prst="rect">
              <a:avLst/>
            </a:prstGeom>
            <a:noFill/>
            <a:ln w="9525">
              <a:noFill/>
            </a:ln>
          </p:spPr>
          <p:txBody>
            <a:bodyPr wrap="none" anchor="t" anchorCtr="0">
              <a:spAutoFit/>
            </a:bodyPr>
            <a:p>
              <a:pPr algn="ctr" eaLnBrk="0" hangingPunct="0"/>
              <a:r>
                <a:rPr lang="zh-CN" altLang="en-US" sz="2000">
                  <a:solidFill>
                    <a:srgbClr val="0000FF"/>
                  </a:solidFill>
                  <a:latin typeface="Arial" panose="020B0604020202020204"/>
                  <a:ea typeface="宋体" panose="02010600030101010101" pitchFamily="2" charset="-122"/>
                </a:rPr>
                <a:t>输出</a:t>
              </a:r>
              <a:endParaRPr lang="zh-CN" altLang="en-US" sz="2000">
                <a:solidFill>
                  <a:srgbClr val="0000FF"/>
                </a:solidFill>
                <a:latin typeface="Arial" panose="020B0604020202020204"/>
                <a:ea typeface="宋体" panose="02010600030101010101" pitchFamily="2" charset="-122"/>
              </a:endParaRPr>
            </a:p>
            <a:p>
              <a:pPr algn="ctr" eaLnBrk="0" hangingPunct="0"/>
              <a:r>
                <a:rPr lang="en-US" altLang="zh-CN" sz="2400" i="1">
                  <a:latin typeface="Arial" panose="020B0604020202020204"/>
                  <a:ea typeface="宋体" panose="02010600030101010101" pitchFamily="2" charset="-122"/>
                </a:rPr>
                <a:t>o</a:t>
              </a:r>
              <a:endParaRPr lang="en-US" altLang="zh-CN" sz="2000">
                <a:latin typeface="Arial" panose="020B0604020202020204"/>
                <a:ea typeface="宋体" panose="02010600030101010101" pitchFamily="2" charset="-122"/>
              </a:endParaRPr>
            </a:p>
          </p:txBody>
        </p:sp>
        <p:cxnSp>
          <p:nvCxnSpPr>
            <p:cNvPr id="18446" name="Line 94"/>
            <p:cNvCxnSpPr/>
            <p:nvPr/>
          </p:nvCxnSpPr>
          <p:spPr>
            <a:xfrm>
              <a:off x="4734" y="2477"/>
              <a:ext cx="439" cy="0"/>
            </a:xfrm>
            <a:prstGeom prst="line">
              <a:avLst/>
            </a:prstGeom>
            <a:ln w="9525" cap="flat" cmpd="sng">
              <a:solidFill>
                <a:srgbClr val="000000"/>
              </a:solidFill>
              <a:prstDash val="solid"/>
              <a:round/>
              <a:headEnd type="none" w="med" len="med"/>
              <a:tailEnd type="triangle" w="med" len="med"/>
            </a:ln>
          </p:spPr>
        </p:cxnSp>
        <p:cxnSp>
          <p:nvCxnSpPr>
            <p:cNvPr id="18447" name="Line 97"/>
            <p:cNvCxnSpPr/>
            <p:nvPr/>
          </p:nvCxnSpPr>
          <p:spPr>
            <a:xfrm flipV="1">
              <a:off x="2472" y="2732"/>
              <a:ext cx="785" cy="653"/>
            </a:xfrm>
            <a:prstGeom prst="line">
              <a:avLst/>
            </a:prstGeom>
            <a:ln w="9525" cap="flat" cmpd="sng">
              <a:solidFill>
                <a:srgbClr val="000000"/>
              </a:solidFill>
              <a:prstDash val="solid"/>
              <a:round/>
              <a:headEnd type="none" w="med" len="med"/>
              <a:tailEnd type="triangle" w="med" len="med"/>
            </a:ln>
          </p:spPr>
        </p:cxnSp>
        <p:cxnSp>
          <p:nvCxnSpPr>
            <p:cNvPr id="18448" name="Line 98"/>
            <p:cNvCxnSpPr/>
            <p:nvPr/>
          </p:nvCxnSpPr>
          <p:spPr>
            <a:xfrm flipV="1">
              <a:off x="1610" y="2477"/>
              <a:ext cx="1488" cy="1"/>
            </a:xfrm>
            <a:prstGeom prst="line">
              <a:avLst/>
            </a:prstGeom>
            <a:ln w="9525" cap="flat" cmpd="sng">
              <a:solidFill>
                <a:srgbClr val="000000"/>
              </a:solidFill>
              <a:prstDash val="solid"/>
              <a:round/>
              <a:headEnd type="none" w="med" len="med"/>
              <a:tailEnd type="triangle" w="med" len="med"/>
            </a:ln>
          </p:spPr>
        </p:cxnSp>
        <p:cxnSp>
          <p:nvCxnSpPr>
            <p:cNvPr id="18449" name="Line 99"/>
            <p:cNvCxnSpPr/>
            <p:nvPr/>
          </p:nvCxnSpPr>
          <p:spPr>
            <a:xfrm>
              <a:off x="2459" y="1883"/>
              <a:ext cx="718" cy="424"/>
            </a:xfrm>
            <a:prstGeom prst="line">
              <a:avLst/>
            </a:prstGeom>
            <a:ln w="9525" cap="flat" cmpd="sng">
              <a:solidFill>
                <a:srgbClr val="000000"/>
              </a:solidFill>
              <a:prstDash val="solid"/>
              <a:round/>
              <a:headEnd type="none" w="med" len="med"/>
              <a:tailEnd type="triangle" w="med" len="med"/>
            </a:ln>
          </p:spPr>
        </p:cxnSp>
        <p:cxnSp>
          <p:nvCxnSpPr>
            <p:cNvPr id="18450" name="Line 100"/>
            <p:cNvCxnSpPr/>
            <p:nvPr/>
          </p:nvCxnSpPr>
          <p:spPr>
            <a:xfrm>
              <a:off x="3576" y="2477"/>
              <a:ext cx="679" cy="0"/>
            </a:xfrm>
            <a:prstGeom prst="line">
              <a:avLst/>
            </a:prstGeom>
            <a:ln w="9525" cap="flat" cmpd="sng">
              <a:solidFill>
                <a:srgbClr val="000000"/>
              </a:solidFill>
              <a:prstDash val="solid"/>
              <a:round/>
              <a:headEnd type="none" w="med" len="med"/>
              <a:tailEnd type="triangle" w="med" len="med"/>
            </a:ln>
          </p:spPr>
        </p:cxnSp>
        <p:sp>
          <p:nvSpPr>
            <p:cNvPr id="18451" name="Text Box 101"/>
            <p:cNvSpPr/>
            <p:nvPr/>
          </p:nvSpPr>
          <p:spPr>
            <a:xfrm>
              <a:off x="1202" y="1713"/>
              <a:ext cx="283" cy="288"/>
            </a:xfrm>
            <a:prstGeom prst="rect">
              <a:avLst/>
            </a:prstGeom>
            <a:noFill/>
            <a:ln w="9525">
              <a:noFill/>
            </a:ln>
          </p:spPr>
          <p:txBody>
            <a:bodyPr wrap="none" anchor="t" anchorCtr="0">
              <a:spAutoFit/>
            </a:bodyPr>
            <a:p>
              <a:pPr eaLnBrk="0" hangingPunct="0"/>
              <a:r>
                <a:rPr lang="en-US" altLang="zh-CN" sz="2400" i="1">
                  <a:latin typeface="Arial" panose="020B0604020202020204"/>
                  <a:ea typeface="宋体" panose="02010600030101010101" pitchFamily="2" charset="-122"/>
                </a:rPr>
                <a:t>x</a:t>
              </a:r>
              <a:r>
                <a:rPr lang="en-US" altLang="zh-CN" sz="2400" i="1" baseline="-25000">
                  <a:latin typeface="Arial" panose="020B0604020202020204"/>
                  <a:ea typeface="宋体" panose="02010600030101010101" pitchFamily="2" charset="-122"/>
                </a:rPr>
                <a:t>1</a:t>
              </a:r>
              <a:endParaRPr lang="en-US" altLang="zh-CN" sz="2400">
                <a:latin typeface="Arial" panose="020B0604020202020204"/>
                <a:ea typeface="宋体" panose="02010600030101010101" pitchFamily="2" charset="-122"/>
              </a:endParaRPr>
            </a:p>
          </p:txBody>
        </p:sp>
        <p:sp>
          <p:nvSpPr>
            <p:cNvPr id="18452" name="Text Box 102"/>
            <p:cNvSpPr/>
            <p:nvPr/>
          </p:nvSpPr>
          <p:spPr>
            <a:xfrm>
              <a:off x="1202" y="2349"/>
              <a:ext cx="283" cy="288"/>
            </a:xfrm>
            <a:prstGeom prst="rect">
              <a:avLst/>
            </a:prstGeom>
            <a:noFill/>
            <a:ln w="9525">
              <a:noFill/>
            </a:ln>
          </p:spPr>
          <p:txBody>
            <a:bodyPr wrap="none" anchor="t" anchorCtr="0">
              <a:spAutoFit/>
            </a:bodyPr>
            <a:p>
              <a:pPr eaLnBrk="0" hangingPunct="0"/>
              <a:r>
                <a:rPr lang="en-US" altLang="zh-CN" sz="2400" i="1">
                  <a:latin typeface="Arial" panose="020B0604020202020204"/>
                  <a:ea typeface="宋体" panose="02010600030101010101" pitchFamily="2" charset="-122"/>
                </a:rPr>
                <a:t>x</a:t>
              </a:r>
              <a:r>
                <a:rPr lang="en-US" altLang="zh-CN" sz="2400" i="1" baseline="-25000">
                  <a:latin typeface="Arial" panose="020B0604020202020204"/>
                  <a:ea typeface="宋体" panose="02010600030101010101" pitchFamily="2" charset="-122"/>
                </a:rPr>
                <a:t>2</a:t>
              </a:r>
              <a:endParaRPr lang="en-US" altLang="zh-CN" sz="2400">
                <a:latin typeface="Arial" panose="020B0604020202020204"/>
                <a:ea typeface="宋体" panose="02010600030101010101" pitchFamily="2" charset="-122"/>
              </a:endParaRPr>
            </a:p>
          </p:txBody>
        </p:sp>
        <p:sp>
          <p:nvSpPr>
            <p:cNvPr id="18453" name="Text Box 103"/>
            <p:cNvSpPr/>
            <p:nvPr/>
          </p:nvSpPr>
          <p:spPr>
            <a:xfrm>
              <a:off x="1247" y="3282"/>
              <a:ext cx="283" cy="288"/>
            </a:xfrm>
            <a:prstGeom prst="rect">
              <a:avLst/>
            </a:prstGeom>
            <a:noFill/>
            <a:ln w="9525">
              <a:noFill/>
            </a:ln>
          </p:spPr>
          <p:txBody>
            <a:bodyPr wrap="none" anchor="t" anchorCtr="0">
              <a:spAutoFit/>
            </a:bodyPr>
            <a:p>
              <a:pPr eaLnBrk="0" hangingPunct="0"/>
              <a:r>
                <a:rPr lang="en-US" altLang="zh-CN" sz="2400" i="1">
                  <a:latin typeface="Arial" panose="020B0604020202020204"/>
                  <a:ea typeface="宋体" panose="02010600030101010101" pitchFamily="2" charset="-122"/>
                </a:rPr>
                <a:t>x</a:t>
              </a:r>
              <a:r>
                <a:rPr lang="en-US" altLang="zh-CN" sz="2400" i="1" baseline="-25000">
                  <a:latin typeface="Arial" panose="020B0604020202020204"/>
                  <a:ea typeface="宋体" panose="02010600030101010101" pitchFamily="2" charset="-122"/>
                </a:rPr>
                <a:t>n</a:t>
              </a:r>
              <a:endParaRPr lang="en-US" altLang="zh-CN" sz="2400" baseline="-25000">
                <a:latin typeface="Arial" panose="020B0604020202020204"/>
                <a:ea typeface="宋体" panose="02010600030101010101" pitchFamily="2" charset="-122"/>
              </a:endParaRPr>
            </a:p>
          </p:txBody>
        </p:sp>
        <p:sp>
          <p:nvSpPr>
            <p:cNvPr id="18454" name="Text Box 104"/>
            <p:cNvSpPr/>
            <p:nvPr/>
          </p:nvSpPr>
          <p:spPr>
            <a:xfrm>
              <a:off x="1927" y="2205"/>
              <a:ext cx="326" cy="288"/>
            </a:xfrm>
            <a:prstGeom prst="rect">
              <a:avLst/>
            </a:prstGeom>
            <a:noFill/>
            <a:ln w="9525">
              <a:noFill/>
            </a:ln>
          </p:spPr>
          <p:txBody>
            <a:bodyPr wrap="none" anchor="t" anchorCtr="0">
              <a:spAutoFit/>
            </a:bodyPr>
            <a:p>
              <a:pPr eaLnBrk="0" hangingPunct="0"/>
              <a:r>
                <a:rPr lang="en-US" altLang="zh-CN" sz="2400" i="1">
                  <a:latin typeface="Arial" panose="020B0604020202020204"/>
                  <a:ea typeface="宋体" panose="02010600030101010101" pitchFamily="2" charset="-122"/>
                </a:rPr>
                <a:t>w</a:t>
              </a:r>
              <a:r>
                <a:rPr lang="en-US" altLang="zh-CN" sz="2400" i="1" baseline="-25000">
                  <a:latin typeface="Arial" panose="020B0604020202020204"/>
                  <a:ea typeface="宋体" panose="02010600030101010101" pitchFamily="2" charset="-122"/>
                </a:rPr>
                <a:t>2</a:t>
              </a:r>
              <a:endParaRPr lang="en-US" altLang="zh-CN" sz="2400">
                <a:latin typeface="Arial" panose="020B0604020202020204"/>
                <a:ea typeface="宋体" panose="02010600030101010101" pitchFamily="2" charset="-122"/>
              </a:endParaRPr>
            </a:p>
          </p:txBody>
        </p:sp>
        <p:sp>
          <p:nvSpPr>
            <p:cNvPr id="18455" name="Text Box 105"/>
            <p:cNvSpPr/>
            <p:nvPr/>
          </p:nvSpPr>
          <p:spPr>
            <a:xfrm>
              <a:off x="1882" y="3067"/>
              <a:ext cx="326" cy="288"/>
            </a:xfrm>
            <a:prstGeom prst="rect">
              <a:avLst/>
            </a:prstGeom>
            <a:noFill/>
            <a:ln w="9525">
              <a:noFill/>
            </a:ln>
          </p:spPr>
          <p:txBody>
            <a:bodyPr wrap="none" anchor="t" anchorCtr="0">
              <a:spAutoFit/>
            </a:bodyPr>
            <a:p>
              <a:pPr eaLnBrk="0" hangingPunct="0"/>
              <a:r>
                <a:rPr lang="en-US" altLang="zh-CN" sz="2400" i="1">
                  <a:latin typeface="Arial" panose="020B0604020202020204"/>
                  <a:ea typeface="宋体" panose="02010600030101010101" pitchFamily="2" charset="-122"/>
                </a:rPr>
                <a:t>w</a:t>
              </a:r>
              <a:r>
                <a:rPr lang="en-US" altLang="zh-CN" sz="2400" i="1" baseline="-25000">
                  <a:latin typeface="Arial" panose="020B0604020202020204"/>
                  <a:ea typeface="宋体" panose="02010600030101010101" pitchFamily="2" charset="-122"/>
                </a:rPr>
                <a:t>n</a:t>
              </a:r>
              <a:endParaRPr lang="en-US" altLang="zh-CN" sz="2400">
                <a:latin typeface="Arial" panose="020B0604020202020204"/>
                <a:ea typeface="宋体" panose="02010600030101010101" pitchFamily="2" charset="-122"/>
              </a:endParaRPr>
            </a:p>
          </p:txBody>
        </p:sp>
        <p:sp>
          <p:nvSpPr>
            <p:cNvPr id="18456" name="Text Box 106"/>
            <p:cNvSpPr/>
            <p:nvPr/>
          </p:nvSpPr>
          <p:spPr>
            <a:xfrm>
              <a:off x="1941" y="1600"/>
              <a:ext cx="395" cy="288"/>
            </a:xfrm>
            <a:prstGeom prst="rect">
              <a:avLst/>
            </a:prstGeom>
            <a:noFill/>
            <a:ln w="9525">
              <a:noFill/>
            </a:ln>
          </p:spPr>
          <p:txBody>
            <a:bodyPr anchor="t" anchorCtr="0">
              <a:spAutoFit/>
            </a:bodyPr>
            <a:p>
              <a:pPr eaLnBrk="0" hangingPunct="0"/>
              <a:r>
                <a:rPr lang="en-US" altLang="zh-CN" sz="2400" i="1">
                  <a:latin typeface="Arial" panose="020B0604020202020204"/>
                  <a:ea typeface="宋体" panose="02010600030101010101" pitchFamily="2" charset="-122"/>
                </a:rPr>
                <a:t>w</a:t>
              </a:r>
              <a:r>
                <a:rPr lang="en-US" altLang="zh-CN" sz="2400" i="1" baseline="-25000">
                  <a:latin typeface="Arial" panose="020B0604020202020204"/>
                  <a:ea typeface="宋体" panose="02010600030101010101" pitchFamily="2" charset="-122"/>
                </a:rPr>
                <a:t>1</a:t>
              </a:r>
              <a:endParaRPr lang="en-US" altLang="zh-CN" sz="2400">
                <a:latin typeface="Arial" panose="020B0604020202020204"/>
                <a:ea typeface="宋体" panose="02010600030101010101" pitchFamily="2" charset="-122"/>
              </a:endParaRPr>
            </a:p>
          </p:txBody>
        </p:sp>
        <p:cxnSp>
          <p:nvCxnSpPr>
            <p:cNvPr id="18457" name="Line 107"/>
            <p:cNvCxnSpPr/>
            <p:nvPr/>
          </p:nvCxnSpPr>
          <p:spPr>
            <a:xfrm>
              <a:off x="3297" y="1671"/>
              <a:ext cx="0" cy="552"/>
            </a:xfrm>
            <a:prstGeom prst="line">
              <a:avLst/>
            </a:prstGeom>
            <a:ln w="28575" cap="flat" cmpd="sng">
              <a:solidFill>
                <a:srgbClr val="000000"/>
              </a:solidFill>
              <a:prstDash val="solid"/>
              <a:round/>
              <a:headEnd type="none" w="med" len="med"/>
              <a:tailEnd type="triangle" w="med" len="med"/>
            </a:ln>
          </p:spPr>
        </p:cxnSp>
        <p:graphicFrame>
          <p:nvGraphicFramePr>
            <p:cNvPr id="18458" name="Object 2"/>
            <p:cNvGraphicFramePr>
              <a:graphicFrameLocks noChangeAspect="1"/>
            </p:cNvGraphicFramePr>
            <p:nvPr/>
          </p:nvGraphicFramePr>
          <p:xfrm>
            <a:off x="1501" y="2689"/>
            <a:ext cx="191" cy="520"/>
          </p:xfrm>
          <a:graphic>
            <a:graphicData uri="http://schemas.openxmlformats.org/presentationml/2006/ole">
              <mc:AlternateContent xmlns:mc="http://schemas.openxmlformats.org/markup-compatibility/2006">
                <mc:Choice xmlns:v="urn:schemas-microsoft-com:vml" Requires="v">
                  <p:oleObj spid="_x0000_s3078" name="" r:id="rId1" imgW="62865" imgH="190500" progId="Equation.3">
                    <p:embed/>
                  </p:oleObj>
                </mc:Choice>
                <mc:Fallback>
                  <p:oleObj name="" r:id="rId1" imgW="62865" imgH="190500" progId="Equation.3">
                    <p:embed/>
                    <p:pic>
                      <p:nvPicPr>
                        <p:cNvPr id="0" name="图片 3077"/>
                        <p:cNvPicPr/>
                        <p:nvPr/>
                      </p:nvPicPr>
                      <p:blipFill>
                        <a:blip r:embed="rId2"/>
                        <a:stretch>
                          <a:fillRect/>
                        </a:stretch>
                      </p:blipFill>
                      <p:spPr>
                        <a:xfrm>
                          <a:off x="1501" y="2689"/>
                          <a:ext cx="191" cy="520"/>
                        </a:xfrm>
                        <a:prstGeom prst="rect">
                          <a:avLst/>
                        </a:prstGeom>
                        <a:noFill/>
                        <a:ln w="38100">
                          <a:noFill/>
                          <a:miter/>
                        </a:ln>
                      </p:spPr>
                    </p:pic>
                  </p:oleObj>
                </mc:Fallback>
              </mc:AlternateContent>
            </a:graphicData>
          </a:graphic>
        </p:graphicFrame>
        <p:graphicFrame>
          <p:nvGraphicFramePr>
            <p:cNvPr id="18459" name="Object 3"/>
            <p:cNvGraphicFramePr>
              <a:graphicFrameLocks noChangeAspect="1"/>
            </p:cNvGraphicFramePr>
            <p:nvPr/>
          </p:nvGraphicFramePr>
          <p:xfrm>
            <a:off x="2259" y="2689"/>
            <a:ext cx="192" cy="520"/>
          </p:xfrm>
          <a:graphic>
            <a:graphicData uri="http://schemas.openxmlformats.org/presentationml/2006/ole">
              <mc:AlternateContent xmlns:mc="http://schemas.openxmlformats.org/markup-compatibility/2006">
                <mc:Choice xmlns:v="urn:schemas-microsoft-com:vml" Requires="v">
                  <p:oleObj spid="_x0000_s3077" name="" r:id="rId3" imgW="62865" imgH="190500" progId="Equation.3">
                    <p:embed/>
                  </p:oleObj>
                </mc:Choice>
                <mc:Fallback>
                  <p:oleObj name="" r:id="rId3" imgW="62865" imgH="190500" progId="Equation.3">
                    <p:embed/>
                    <p:pic>
                      <p:nvPicPr>
                        <p:cNvPr id="0" name="图片 3076"/>
                        <p:cNvPicPr/>
                        <p:nvPr/>
                      </p:nvPicPr>
                      <p:blipFill>
                        <a:blip r:embed="rId4"/>
                        <a:stretch>
                          <a:fillRect/>
                        </a:stretch>
                      </p:blipFill>
                      <p:spPr>
                        <a:xfrm>
                          <a:off x="2259" y="2689"/>
                          <a:ext cx="192" cy="520"/>
                        </a:xfrm>
                        <a:prstGeom prst="rect">
                          <a:avLst/>
                        </a:prstGeom>
                        <a:noFill/>
                        <a:ln w="38100">
                          <a:noFill/>
                          <a:miter/>
                        </a:ln>
                      </p:spPr>
                    </p:pic>
                  </p:oleObj>
                </mc:Fallback>
              </mc:AlternateContent>
            </a:graphicData>
          </a:graphic>
        </p:graphicFrame>
        <p:graphicFrame>
          <p:nvGraphicFramePr>
            <p:cNvPr id="18460" name="Object 4"/>
            <p:cNvGraphicFramePr>
              <a:graphicFrameLocks noChangeAspect="1"/>
            </p:cNvGraphicFramePr>
            <p:nvPr/>
          </p:nvGraphicFramePr>
          <p:xfrm>
            <a:off x="3177" y="2265"/>
            <a:ext cx="479" cy="442"/>
          </p:xfrm>
          <a:graphic>
            <a:graphicData uri="http://schemas.openxmlformats.org/presentationml/2006/ole">
              <mc:AlternateContent xmlns:mc="http://schemas.openxmlformats.org/markup-compatibility/2006">
                <mc:Choice xmlns:v="urn:schemas-microsoft-com:vml" Requires="v">
                  <p:oleObj spid="_x0000_s3079" name="" r:id="rId5" imgW="147320" imgH="254000" progId="Equation.3">
                    <p:embed/>
                  </p:oleObj>
                </mc:Choice>
                <mc:Fallback>
                  <p:oleObj name="" r:id="rId5" imgW="147320" imgH="254000" progId="Equation.3">
                    <p:embed/>
                    <p:pic>
                      <p:nvPicPr>
                        <p:cNvPr id="0" name="图片 3078"/>
                        <p:cNvPicPr/>
                        <p:nvPr/>
                      </p:nvPicPr>
                      <p:blipFill>
                        <a:blip r:embed="rId6"/>
                        <a:stretch>
                          <a:fillRect/>
                        </a:stretch>
                      </p:blipFill>
                      <p:spPr>
                        <a:xfrm>
                          <a:off x="3177" y="2265"/>
                          <a:ext cx="479" cy="442"/>
                        </a:xfrm>
                        <a:prstGeom prst="rect">
                          <a:avLst/>
                        </a:prstGeom>
                        <a:noFill/>
                        <a:ln w="38100">
                          <a:noFill/>
                          <a:miter/>
                        </a:ln>
                      </p:spPr>
                    </p:pic>
                  </p:oleObj>
                </mc:Fallback>
              </mc:AlternateContent>
            </a:graphicData>
          </a:graphic>
        </p:graphicFrame>
        <p:graphicFrame>
          <p:nvGraphicFramePr>
            <p:cNvPr id="18461" name="Object 5"/>
            <p:cNvGraphicFramePr>
              <a:graphicFrameLocks noChangeAspect="1"/>
            </p:cNvGraphicFramePr>
            <p:nvPr/>
          </p:nvGraphicFramePr>
          <p:xfrm>
            <a:off x="4252" y="2329"/>
            <a:ext cx="431" cy="260"/>
          </p:xfrm>
          <a:graphic>
            <a:graphicData uri="http://schemas.openxmlformats.org/presentationml/2006/ole">
              <mc:AlternateContent xmlns:mc="http://schemas.openxmlformats.org/markup-compatibility/2006">
                <mc:Choice xmlns:v="urn:schemas-microsoft-com:vml" Requires="v">
                  <p:oleObj spid="_x0000_s3081" name="" r:id="rId7" imgW="355600" imgH="203200" progId="Equation.3">
                    <p:embed/>
                  </p:oleObj>
                </mc:Choice>
                <mc:Fallback>
                  <p:oleObj name="" r:id="rId7" imgW="355600" imgH="203200" progId="Equation.3">
                    <p:embed/>
                    <p:pic>
                      <p:nvPicPr>
                        <p:cNvPr id="0" name="图片 3080"/>
                        <p:cNvPicPr/>
                        <p:nvPr/>
                      </p:nvPicPr>
                      <p:blipFill>
                        <a:blip r:embed="rId8"/>
                        <a:stretch>
                          <a:fillRect/>
                        </a:stretch>
                      </p:blipFill>
                      <p:spPr>
                        <a:xfrm>
                          <a:off x="4252" y="2329"/>
                          <a:ext cx="431" cy="260"/>
                        </a:xfrm>
                        <a:prstGeom prst="rect">
                          <a:avLst/>
                        </a:prstGeom>
                        <a:noFill/>
                        <a:ln w="38100">
                          <a:noFill/>
                          <a:miter/>
                        </a:ln>
                      </p:spPr>
                    </p:pic>
                  </p:oleObj>
                </mc:Fallback>
              </mc:AlternateContent>
            </a:graphicData>
          </a:graphic>
        </p:graphicFrame>
        <p:cxnSp>
          <p:nvCxnSpPr>
            <p:cNvPr id="18462" name="Line 112"/>
            <p:cNvCxnSpPr/>
            <p:nvPr/>
          </p:nvCxnSpPr>
          <p:spPr>
            <a:xfrm flipH="1" flipV="1">
              <a:off x="2698" y="1289"/>
              <a:ext cx="599" cy="382"/>
            </a:xfrm>
            <a:prstGeom prst="line">
              <a:avLst/>
            </a:prstGeom>
            <a:ln w="28575" cap="flat" cmpd="sng">
              <a:solidFill>
                <a:srgbClr val="000000"/>
              </a:solidFill>
              <a:prstDash val="solid"/>
              <a:round/>
              <a:headEnd type="none" w="med" len="med"/>
              <a:tailEnd type="none" w="med" len="med"/>
            </a:ln>
          </p:spPr>
        </p:cxnSp>
        <p:sp>
          <p:nvSpPr>
            <p:cNvPr id="18463" name="Text Box 113"/>
            <p:cNvSpPr/>
            <p:nvPr/>
          </p:nvSpPr>
          <p:spPr>
            <a:xfrm>
              <a:off x="1973" y="1026"/>
              <a:ext cx="326" cy="288"/>
            </a:xfrm>
            <a:prstGeom prst="rect">
              <a:avLst/>
            </a:prstGeom>
            <a:noFill/>
            <a:ln w="9525">
              <a:noFill/>
            </a:ln>
          </p:spPr>
          <p:txBody>
            <a:bodyPr wrap="none" anchor="t" anchorCtr="0">
              <a:spAutoFit/>
            </a:bodyPr>
            <a:p>
              <a:pPr eaLnBrk="0" hangingPunct="0"/>
              <a:r>
                <a:rPr lang="en-US" altLang="zh-CN" sz="2400" i="1">
                  <a:solidFill>
                    <a:schemeClr val="tx2"/>
                  </a:solidFill>
                  <a:latin typeface="Arial" panose="020B0604020202020204"/>
                  <a:ea typeface="宋体" panose="02010600030101010101" pitchFamily="2" charset="-122"/>
                </a:rPr>
                <a:t>w</a:t>
              </a:r>
              <a:r>
                <a:rPr lang="en-US" altLang="zh-CN" sz="2400" i="1" baseline="-25000">
                  <a:solidFill>
                    <a:schemeClr val="tx2"/>
                  </a:solidFill>
                  <a:latin typeface="Arial" panose="020B0604020202020204"/>
                  <a:ea typeface="宋体" panose="02010600030101010101" pitchFamily="2" charset="-122"/>
                </a:rPr>
                <a:t>0</a:t>
              </a:r>
              <a:endParaRPr lang="en-US" altLang="zh-CN" sz="2400">
                <a:latin typeface="Arial" panose="020B0604020202020204"/>
                <a:ea typeface="宋体" panose="02010600030101010101" pitchFamily="2" charset="-122"/>
              </a:endParaRPr>
            </a:p>
          </p:txBody>
        </p:sp>
        <p:cxnSp>
          <p:nvCxnSpPr>
            <p:cNvPr id="18464" name="Line 114"/>
            <p:cNvCxnSpPr/>
            <p:nvPr/>
          </p:nvCxnSpPr>
          <p:spPr>
            <a:xfrm flipH="1">
              <a:off x="1610" y="1289"/>
              <a:ext cx="1088" cy="9"/>
            </a:xfrm>
            <a:prstGeom prst="line">
              <a:avLst/>
            </a:prstGeom>
            <a:ln w="28575" cap="flat" cmpd="sng">
              <a:solidFill>
                <a:srgbClr val="000000"/>
              </a:solidFill>
              <a:prstDash val="solid"/>
              <a:round/>
              <a:headEnd type="none" w="med" len="med"/>
              <a:tailEnd type="none" w="med" len="med"/>
            </a:ln>
          </p:spPr>
        </p:cxnSp>
        <p:sp>
          <p:nvSpPr>
            <p:cNvPr id="18465" name="Oval 115"/>
            <p:cNvSpPr/>
            <p:nvPr/>
          </p:nvSpPr>
          <p:spPr>
            <a:xfrm>
              <a:off x="1541" y="1247"/>
              <a:ext cx="80" cy="85"/>
            </a:xfrm>
            <a:prstGeom prst="ellipse">
              <a:avLst/>
            </a:prstGeom>
            <a:solidFill>
              <a:srgbClr val="0066CC">
                <a:alpha val="34901"/>
              </a:srgbClr>
            </a:solidFill>
            <a:ln w="28575" cap="flat" cmpd="sng">
              <a:solidFill>
                <a:srgbClr val="00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sp>
          <p:nvSpPr>
            <p:cNvPr id="18466" name="Rectangle 117"/>
            <p:cNvSpPr/>
            <p:nvPr/>
          </p:nvSpPr>
          <p:spPr>
            <a:xfrm>
              <a:off x="1182" y="1288"/>
              <a:ext cx="319" cy="288"/>
            </a:xfrm>
            <a:prstGeom prst="rect">
              <a:avLst/>
            </a:prstGeom>
            <a:noFill/>
            <a:ln w="9525">
              <a:noFill/>
            </a:ln>
          </p:spPr>
          <p:txBody>
            <a:bodyPr wrap="none" anchor="t" anchorCtr="0">
              <a:spAutoFit/>
            </a:bodyPr>
            <a:p>
              <a:pPr eaLnBrk="0" hangingPunct="0"/>
              <a:r>
                <a:rPr lang="en-US" altLang="zh-CN" sz="2400" i="1">
                  <a:solidFill>
                    <a:schemeClr val="tx2"/>
                  </a:solidFill>
                  <a:latin typeface="Arial" panose="020B0604020202020204"/>
                  <a:ea typeface="宋体" panose="02010600030101010101" pitchFamily="2" charset="-122"/>
                </a:rPr>
                <a:t>x</a:t>
              </a:r>
              <a:r>
                <a:rPr lang="en-US" altLang="zh-CN" sz="2400" i="1" baseline="-25000">
                  <a:solidFill>
                    <a:schemeClr val="tx2"/>
                  </a:solidFill>
                  <a:latin typeface="Arial" panose="020B0604020202020204"/>
                  <a:ea typeface="宋体" panose="02010600030101010101" pitchFamily="2" charset="-122"/>
                </a:rPr>
                <a:t>0 </a:t>
              </a:r>
              <a:endParaRPr lang="en-US" altLang="zh-CN" i="1" baseline="-25000">
                <a:latin typeface="Arial" panose="020B0604020202020204"/>
                <a:ea typeface="宋体" panose="02010600030101010101" pitchFamily="2" charset="-122"/>
              </a:endParaRPr>
            </a:p>
          </p:txBody>
        </p:sp>
        <p:cxnSp>
          <p:nvCxnSpPr>
            <p:cNvPr id="18467" name="Line 119"/>
            <p:cNvCxnSpPr/>
            <p:nvPr/>
          </p:nvCxnSpPr>
          <p:spPr>
            <a:xfrm flipH="1">
              <a:off x="1610" y="1888"/>
              <a:ext cx="862" cy="0"/>
            </a:xfrm>
            <a:prstGeom prst="line">
              <a:avLst/>
            </a:prstGeom>
            <a:ln w="9525" cap="flat" cmpd="sng">
              <a:solidFill>
                <a:srgbClr val="000000"/>
              </a:solidFill>
              <a:prstDash val="solid"/>
              <a:round/>
              <a:headEnd type="none" w="med" len="med"/>
              <a:tailEnd type="none" w="med" len="med"/>
            </a:ln>
          </p:spPr>
        </p:cxnSp>
        <p:cxnSp>
          <p:nvCxnSpPr>
            <p:cNvPr id="18468" name="Line 120"/>
            <p:cNvCxnSpPr/>
            <p:nvPr/>
          </p:nvCxnSpPr>
          <p:spPr>
            <a:xfrm flipH="1">
              <a:off x="1610" y="3385"/>
              <a:ext cx="862" cy="0"/>
            </a:xfrm>
            <a:prstGeom prst="line">
              <a:avLst/>
            </a:prstGeom>
            <a:ln w="9525" cap="flat" cmpd="sng">
              <a:solidFill>
                <a:srgbClr val="000000"/>
              </a:solidFill>
              <a:prstDash val="solid"/>
              <a:round/>
              <a:headEnd type="none" w="med" len="med"/>
              <a:tailEnd type="none" w="med" len="med"/>
            </a:ln>
          </p:spPr>
        </p:cxnSp>
      </p:grpSp>
      <p:sp>
        <p:nvSpPr>
          <p:cNvPr id="2" name="文本框 1"/>
          <p:cNvSpPr txBox="1"/>
          <p:nvPr/>
        </p:nvSpPr>
        <p:spPr>
          <a:xfrm>
            <a:off x="4964430" y="2076450"/>
            <a:ext cx="3080385" cy="368300"/>
          </a:xfrm>
          <a:prstGeom prst="rect">
            <a:avLst/>
          </a:prstGeom>
          <a:noFill/>
        </p:spPr>
        <p:txBody>
          <a:bodyPr wrap="square" rtlCol="0">
            <a:spAutoFit/>
          </a:bodyPr>
          <a:p>
            <a:r>
              <a:rPr lang="en-US" altLang="zh-CN" b="1"/>
              <a:t>y=w</a:t>
            </a:r>
            <a:r>
              <a:rPr lang="en-US" altLang="zh-CN" b="1" baseline="-25000"/>
              <a:t>0</a:t>
            </a:r>
            <a:r>
              <a:rPr lang="en-US" altLang="zh-CN" b="1"/>
              <a:t>x</a:t>
            </a:r>
            <a:r>
              <a:rPr lang="en-US" altLang="zh-CN" b="1" baseline="-25000"/>
              <a:t>0</a:t>
            </a:r>
            <a:r>
              <a:rPr lang="en-US" altLang="zh-CN" b="1"/>
              <a:t>+</a:t>
            </a:r>
            <a:r>
              <a:rPr lang="en-US" altLang="zh-CN" b="1">
                <a:sym typeface="+mn-ea"/>
              </a:rPr>
              <a:t>w</a:t>
            </a:r>
            <a:r>
              <a:rPr lang="en-US" altLang="zh-CN" b="1" baseline="-25000">
                <a:sym typeface="+mn-ea"/>
              </a:rPr>
              <a:t>1</a:t>
            </a:r>
            <a:r>
              <a:rPr lang="en-US" altLang="zh-CN" b="1">
                <a:sym typeface="+mn-ea"/>
              </a:rPr>
              <a:t>x</a:t>
            </a:r>
            <a:r>
              <a:rPr lang="en-US" altLang="zh-CN" b="1" baseline="-25000">
                <a:sym typeface="+mn-ea"/>
              </a:rPr>
              <a:t>1</a:t>
            </a:r>
            <a:r>
              <a:rPr lang="en-US" altLang="zh-CN" b="1">
                <a:sym typeface="+mn-ea"/>
              </a:rPr>
              <a:t>+...+w</a:t>
            </a:r>
            <a:r>
              <a:rPr lang="en-US" altLang="zh-CN" b="1" baseline="-25000">
                <a:sym typeface="+mn-ea"/>
              </a:rPr>
              <a:t>n</a:t>
            </a:r>
            <a:r>
              <a:rPr lang="en-US" altLang="zh-CN" b="1">
                <a:sym typeface="+mn-ea"/>
              </a:rPr>
              <a:t>x</a:t>
            </a:r>
            <a:r>
              <a:rPr lang="en-US" altLang="zh-CN" b="1" baseline="-25000">
                <a:sym typeface="+mn-ea"/>
              </a:rPr>
              <a:t>n</a:t>
            </a:r>
            <a:endParaRPr lang="en-US" altLang="zh-CN" b="1"/>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Rectangle 2"/>
          <p:cNvSpPr/>
          <p:nvPr>
            <p:ph type="title"/>
          </p:nvPr>
        </p:nvSpPr>
        <p:spPr>
          <a:xfrm>
            <a:off x="574675" y="304800"/>
            <a:ext cx="8001000" cy="1216025"/>
          </a:xfrm>
          <a:ln/>
        </p:spPr>
        <p:txBody>
          <a:bodyPr wrap="square" lIns="91440" tIns="45720" rIns="91440" bIns="45720" anchor="ctr" anchorCtr="0"/>
          <a:p>
            <a:r>
              <a:rPr lang="zh-CN" altLang="en-US" b="1"/>
              <a:t>典型的激活函数</a:t>
            </a:r>
            <a:endParaRPr lang="zh-CN" altLang="en-US"/>
          </a:p>
        </p:txBody>
      </p:sp>
      <p:sp>
        <p:nvSpPr>
          <p:cNvPr id="19458" name="Rectangle 3"/>
          <p:cNvSpPr/>
          <p:nvPr>
            <p:ph type="body" sz="half"/>
          </p:nvPr>
        </p:nvSpPr>
        <p:spPr>
          <a:xfrm>
            <a:off x="1042988" y="2133600"/>
            <a:ext cx="7321550" cy="3867150"/>
          </a:xfrm>
          <a:ln/>
        </p:spPr>
        <p:txBody>
          <a:bodyPr wrap="square" lIns="91440" tIns="45720" rIns="91440" bIns="45720" anchor="t" anchorCtr="0"/>
          <a:lstStyle>
            <a:lvl1pPr lvl="0">
              <a:buClr>
                <a:schemeClr val="bg2"/>
              </a:buClr>
              <a:buSzPct val="75000"/>
              <a:buFont typeface="Wingdings" panose="05000000000000000000" pitchFamily="2" charset="2"/>
              <a:defRPr sz="2800"/>
            </a:lvl1pPr>
            <a:lvl2pPr lvl="1">
              <a:buClr>
                <a:schemeClr val="accent2"/>
              </a:buClr>
              <a:buSzPct val="80000"/>
              <a:buFont typeface="Wingdings" panose="05000000000000000000" pitchFamily="2" charset="2"/>
              <a:defRPr sz="2400"/>
            </a:lvl2pPr>
            <a:lvl3pPr lvl="2">
              <a:buClr>
                <a:schemeClr val="bg2"/>
              </a:buClr>
              <a:buSzPct val="65000"/>
              <a:buFont typeface="Wingdings" panose="05000000000000000000" pitchFamily="2" charset="2"/>
              <a:defRPr sz="2000"/>
            </a:lvl3pPr>
            <a:lvl4pPr lvl="3">
              <a:buClr>
                <a:schemeClr val="accent2"/>
              </a:buClr>
              <a:buSzPct val="70000"/>
              <a:buFont typeface="Wingdings" panose="05000000000000000000" pitchFamily="2" charset="2"/>
              <a:defRPr sz="1800"/>
            </a:lvl4pPr>
            <a:lvl5pPr lvl="4">
              <a:buClr>
                <a:schemeClr val="bg2"/>
              </a:buClr>
              <a:buSzPct val="100000"/>
              <a:buFont typeface="Wingdings" panose="05000000000000000000" pitchFamily="2" charset="2"/>
              <a:defRPr sz="1800"/>
            </a:lvl5pPr>
          </a:lstStyle>
          <a:p>
            <a:pPr lvl="1" indent="-285750" algn="just" latinLnBrk="0">
              <a:buClr>
                <a:schemeClr val="bg2"/>
              </a:buClr>
              <a:buSzPct val="75000"/>
              <a:buFont typeface="Wingdings" panose="05000000000000000000" pitchFamily="2" charset="2"/>
              <a:buChar char="n"/>
            </a:pPr>
            <a:endParaRPr lang="en-US" altLang="zh-CN" sz="2200" b="1" i="1"/>
          </a:p>
          <a:p>
            <a:pPr lvl="1" indent="-285750" algn="just" latinLnBrk="0">
              <a:buClr>
                <a:schemeClr val="bg2"/>
              </a:buClr>
              <a:buSzPct val="75000"/>
              <a:buFont typeface="Wingdings" panose="05000000000000000000" pitchFamily="2" charset="2"/>
              <a:buNone/>
            </a:pPr>
            <a:endParaRPr lang="en-US" altLang="zh-CN" sz="4000" b="1" i="1"/>
          </a:p>
          <a:p>
            <a:pPr lvl="1" indent="-285750" algn="just" latinLnBrk="0">
              <a:buClr>
                <a:schemeClr val="bg2"/>
              </a:buClr>
              <a:buSzPct val="75000"/>
              <a:buFont typeface="Wingdings" panose="05000000000000000000" pitchFamily="2" charset="2"/>
              <a:buNone/>
            </a:pPr>
            <a:endParaRPr lang="en-US" altLang="zh-CN" sz="2200" b="1" i="1"/>
          </a:p>
          <a:p>
            <a:pPr lvl="1" indent="-285750" algn="just" latinLnBrk="0">
              <a:buClr>
                <a:schemeClr val="bg2"/>
              </a:buClr>
              <a:buSzPct val="75000"/>
              <a:buFont typeface="Wingdings" panose="05000000000000000000" pitchFamily="2" charset="2"/>
              <a:buNone/>
            </a:pPr>
            <a:endParaRPr lang="en-US" altLang="zh-CN" sz="4000" b="1" i="1"/>
          </a:p>
          <a:p>
            <a:pPr lvl="1" indent="-285750" algn="just" latinLnBrk="0">
              <a:buClr>
                <a:schemeClr val="bg2"/>
              </a:buClr>
              <a:buSzPct val="75000"/>
              <a:buFont typeface="Wingdings" panose="05000000000000000000" pitchFamily="2" charset="2"/>
              <a:buNone/>
            </a:pPr>
            <a:endParaRPr lang="en-US" altLang="zh-CN" sz="2200" b="1" i="1"/>
          </a:p>
          <a:p>
            <a:pPr lvl="1" indent="-285750" algn="just" latinLnBrk="0">
              <a:buClr>
                <a:schemeClr val="bg2"/>
              </a:buClr>
              <a:buSzPct val="75000"/>
              <a:buFont typeface="Wingdings" panose="05000000000000000000" pitchFamily="2" charset="2"/>
              <a:buNone/>
            </a:pPr>
            <a:endParaRPr lang="en-US" altLang="zh-CN" sz="4000" b="1" i="1"/>
          </a:p>
          <a:p>
            <a:pPr lvl="1" indent="-285750" algn="just" latinLnBrk="0">
              <a:buClr>
                <a:schemeClr val="bg2"/>
              </a:buClr>
              <a:buSzPct val="75000"/>
              <a:buFont typeface="Wingdings" panose="05000000000000000000" pitchFamily="2" charset="2"/>
              <a:buNone/>
            </a:pPr>
            <a:endParaRPr lang="en-US" altLang="zh-CN" sz="4000" b="1" i="1"/>
          </a:p>
        </p:txBody>
      </p:sp>
      <p:graphicFrame>
        <p:nvGraphicFramePr>
          <p:cNvPr id="19459" name="Object 2"/>
          <p:cNvGraphicFramePr/>
          <p:nvPr>
            <p:ph sz="quarter" idx="4294967295"/>
          </p:nvPr>
        </p:nvGraphicFramePr>
        <p:xfrm>
          <a:off x="1620838" y="1898650"/>
          <a:ext cx="3024187" cy="746125"/>
        </p:xfrm>
        <a:graphic>
          <a:graphicData uri="http://schemas.openxmlformats.org/presentationml/2006/ole">
            <mc:AlternateContent xmlns:mc="http://schemas.openxmlformats.org/markup-compatibility/2006">
              <mc:Choice xmlns:v="urn:schemas-microsoft-com:vml" Requires="v">
                <p:oleObj spid="_x0000_s3080" name="" r:id="rId1" imgW="1104900" imgH="381000" progId="Equation.3">
                  <p:embed/>
                </p:oleObj>
              </mc:Choice>
              <mc:Fallback>
                <p:oleObj name="" r:id="rId1" imgW="1104900" imgH="381000" progId="Equation.3">
                  <p:embed/>
                  <p:pic>
                    <p:nvPicPr>
                      <p:cNvPr id="0" name="图片 3079"/>
                      <p:cNvPicPr/>
                      <p:nvPr/>
                    </p:nvPicPr>
                    <p:blipFill>
                      <a:blip r:embed="rId2"/>
                      <a:stretch>
                        <a:fillRect/>
                      </a:stretch>
                    </p:blipFill>
                    <p:spPr>
                      <a:xfrm>
                        <a:off x="1620838" y="1898650"/>
                        <a:ext cx="3024187" cy="746125"/>
                      </a:xfrm>
                      <a:prstGeom prst="rect">
                        <a:avLst/>
                      </a:prstGeom>
                      <a:noFill/>
                      <a:ln w="38100">
                        <a:miter/>
                      </a:ln>
                    </p:spPr>
                  </p:pic>
                </p:oleObj>
              </mc:Fallback>
            </mc:AlternateContent>
          </a:graphicData>
        </a:graphic>
      </p:graphicFrame>
      <p:sp>
        <p:nvSpPr>
          <p:cNvPr id="2131" name="Rectangle 57"/>
          <p:cNvSpPr/>
          <p:nvPr/>
        </p:nvSpPr>
        <p:spPr>
          <a:xfrm>
            <a:off x="539750" y="2060575"/>
            <a:ext cx="1511300" cy="366713"/>
          </a:xfrm>
          <a:prstGeom prst="rect">
            <a:avLst/>
          </a:prstGeom>
          <a:noFill/>
          <a:ln w="9525">
            <a:noFill/>
          </a:ln>
        </p:spPr>
        <p:txBody>
          <a:bodyPr/>
          <a:p>
            <a:pPr fontAlgn="base"/>
            <a:r>
              <a:rPr lang="zh-CN" altLang="en-US" b="1" strike="noStrike" noProof="1">
                <a:solidFill>
                  <a:srgbClr val="0033CC"/>
                </a:solidFill>
                <a:effectLst>
                  <a:outerShdw blurRad="38100" dist="38100" dir="2700000">
                    <a:srgbClr val="C0C0C0"/>
                  </a:outerShdw>
                </a:effectLst>
                <a:latin typeface="Arial" panose="020B0604020202020204"/>
                <a:ea typeface="宋体" panose="02010600030101010101" pitchFamily="2" charset="-122"/>
                <a:cs typeface="+mn-cs"/>
              </a:rPr>
              <a:t>阶跃函数：</a:t>
            </a:r>
            <a:endParaRPr lang="zh-CN" altLang="en-US" b="1" strike="noStrike" noProof="1">
              <a:solidFill>
                <a:srgbClr val="0033CC"/>
              </a:solidFill>
              <a:effectLst>
                <a:outerShdw blurRad="38100" dist="38100" dir="2700000">
                  <a:srgbClr val="C0C0C0"/>
                </a:outerShdw>
              </a:effectLst>
            </a:endParaRPr>
          </a:p>
        </p:txBody>
      </p:sp>
      <p:cxnSp>
        <p:nvCxnSpPr>
          <p:cNvPr id="19461" name="Line 64"/>
          <p:cNvCxnSpPr/>
          <p:nvPr/>
        </p:nvCxnSpPr>
        <p:spPr>
          <a:xfrm flipV="1">
            <a:off x="6372225" y="1909763"/>
            <a:ext cx="0" cy="1158875"/>
          </a:xfrm>
          <a:prstGeom prst="line">
            <a:avLst/>
          </a:prstGeom>
          <a:ln w="9525" cap="flat" cmpd="sng">
            <a:solidFill>
              <a:srgbClr val="000000"/>
            </a:solidFill>
            <a:prstDash val="solid"/>
            <a:round/>
            <a:headEnd type="none" w="med" len="med"/>
            <a:tailEnd type="triangle" w="med" len="med"/>
          </a:ln>
        </p:spPr>
      </p:cxnSp>
      <p:cxnSp>
        <p:nvCxnSpPr>
          <p:cNvPr id="19462" name="Line 65"/>
          <p:cNvCxnSpPr/>
          <p:nvPr/>
        </p:nvCxnSpPr>
        <p:spPr>
          <a:xfrm>
            <a:off x="5003800" y="2492375"/>
            <a:ext cx="2952750" cy="0"/>
          </a:xfrm>
          <a:prstGeom prst="line">
            <a:avLst/>
          </a:prstGeom>
          <a:ln w="9525" cap="flat" cmpd="sng">
            <a:solidFill>
              <a:srgbClr val="000000"/>
            </a:solidFill>
            <a:prstDash val="solid"/>
            <a:round/>
            <a:headEnd type="none" w="med" len="med"/>
            <a:tailEnd type="triangle" w="med" len="med"/>
          </a:ln>
        </p:spPr>
      </p:cxnSp>
      <p:cxnSp>
        <p:nvCxnSpPr>
          <p:cNvPr id="19463" name="Line 66"/>
          <p:cNvCxnSpPr/>
          <p:nvPr/>
        </p:nvCxnSpPr>
        <p:spPr>
          <a:xfrm>
            <a:off x="6372225" y="2198688"/>
            <a:ext cx="1152525" cy="0"/>
          </a:xfrm>
          <a:prstGeom prst="line">
            <a:avLst/>
          </a:prstGeom>
          <a:ln w="38100" cap="flat" cmpd="sng">
            <a:solidFill>
              <a:srgbClr val="FF0000"/>
            </a:solidFill>
            <a:prstDash val="solid"/>
            <a:round/>
            <a:headEnd type="none" w="med" len="med"/>
            <a:tailEnd type="none" w="med" len="med"/>
          </a:ln>
        </p:spPr>
      </p:cxnSp>
      <p:sp>
        <p:nvSpPr>
          <p:cNvPr id="19464" name="Text Box 67"/>
          <p:cNvSpPr/>
          <p:nvPr/>
        </p:nvSpPr>
        <p:spPr>
          <a:xfrm>
            <a:off x="7524750" y="2630488"/>
            <a:ext cx="300038" cy="369887"/>
          </a:xfrm>
          <a:prstGeom prst="rect">
            <a:avLst/>
          </a:prstGeom>
          <a:noFill/>
          <a:ln w="9525">
            <a:noFill/>
          </a:ln>
        </p:spPr>
        <p:txBody>
          <a:bodyPr wrap="none" anchor="t" anchorCtr="0">
            <a:spAutoFit/>
          </a:bodyPr>
          <a:p>
            <a:r>
              <a:rPr lang="en-US" altLang="zh-CN">
                <a:latin typeface="Arial" panose="020B0604020202020204"/>
                <a:ea typeface="宋体" panose="02010600030101010101" pitchFamily="2" charset="-122"/>
              </a:rPr>
              <a:t>x</a:t>
            </a:r>
            <a:endParaRPr lang="en-US" altLang="zh-CN">
              <a:latin typeface="Arial" panose="020B0604020202020204"/>
              <a:ea typeface="宋体" panose="02010600030101010101" pitchFamily="2" charset="-122"/>
            </a:endParaRPr>
          </a:p>
        </p:txBody>
      </p:sp>
      <p:sp>
        <p:nvSpPr>
          <p:cNvPr id="19465" name="Text Box 68"/>
          <p:cNvSpPr/>
          <p:nvPr/>
        </p:nvSpPr>
        <p:spPr>
          <a:xfrm>
            <a:off x="5508625" y="1766888"/>
            <a:ext cx="517525" cy="369887"/>
          </a:xfrm>
          <a:prstGeom prst="rect">
            <a:avLst/>
          </a:prstGeom>
          <a:noFill/>
          <a:ln w="9525">
            <a:noFill/>
          </a:ln>
        </p:spPr>
        <p:txBody>
          <a:bodyPr wrap="none" anchor="t" anchorCtr="0">
            <a:spAutoFit/>
          </a:bodyPr>
          <a:p>
            <a:r>
              <a:rPr lang="en-US" altLang="zh-CN">
                <a:latin typeface="Arial" panose="020B0604020202020204"/>
                <a:ea typeface="宋体" panose="02010600030101010101" pitchFamily="2" charset="-122"/>
              </a:rPr>
              <a:t>f(x)</a:t>
            </a:r>
            <a:endParaRPr lang="en-US" altLang="zh-CN">
              <a:latin typeface="Arial" panose="020B0604020202020204"/>
              <a:ea typeface="宋体" panose="02010600030101010101" pitchFamily="2" charset="-122"/>
            </a:endParaRPr>
          </a:p>
        </p:txBody>
      </p:sp>
      <p:cxnSp>
        <p:nvCxnSpPr>
          <p:cNvPr id="19466" name="Line 85"/>
          <p:cNvCxnSpPr/>
          <p:nvPr/>
        </p:nvCxnSpPr>
        <p:spPr>
          <a:xfrm>
            <a:off x="5219700" y="2781300"/>
            <a:ext cx="1152525" cy="0"/>
          </a:xfrm>
          <a:prstGeom prst="line">
            <a:avLst/>
          </a:prstGeom>
          <a:ln w="38100" cap="flat" cmpd="sng">
            <a:solidFill>
              <a:srgbClr val="FF0000"/>
            </a:solidFill>
            <a:prstDash val="solid"/>
            <a:round/>
            <a:headEnd type="none" w="med" len="med"/>
            <a:tailEnd type="none" w="med" len="med"/>
          </a:ln>
        </p:spPr>
      </p:cxnSp>
      <p:graphicFrame>
        <p:nvGraphicFramePr>
          <p:cNvPr id="19467" name="Object 3"/>
          <p:cNvGraphicFramePr/>
          <p:nvPr>
            <p:ph sz="quarter" idx="4294967295"/>
          </p:nvPr>
        </p:nvGraphicFramePr>
        <p:xfrm>
          <a:off x="1907223" y="3212624"/>
          <a:ext cx="2484755" cy="1202690"/>
        </p:xfrm>
        <a:graphic>
          <a:graphicData uri="http://schemas.openxmlformats.org/presentationml/2006/ole">
            <mc:AlternateContent xmlns:mc="http://schemas.openxmlformats.org/markup-compatibility/2006">
              <mc:Choice xmlns:v="urn:schemas-microsoft-com:vml" Requires="v">
                <p:oleObj spid="_x0000_s3082" name="" r:id="rId3" imgW="1270000" imgH="558800" progId="Equation.3">
                  <p:embed/>
                </p:oleObj>
              </mc:Choice>
              <mc:Fallback>
                <p:oleObj name="" r:id="rId3" imgW="1270000" imgH="558800" progId="Equation.3">
                  <p:embed/>
                  <p:pic>
                    <p:nvPicPr>
                      <p:cNvPr id="0" name="图片 3081"/>
                      <p:cNvPicPr/>
                      <p:nvPr/>
                    </p:nvPicPr>
                    <p:blipFill>
                      <a:blip r:embed="rId4"/>
                      <a:stretch>
                        <a:fillRect/>
                      </a:stretch>
                    </p:blipFill>
                    <p:spPr>
                      <a:xfrm>
                        <a:off x="1907223" y="3212624"/>
                        <a:ext cx="2484755" cy="1202690"/>
                      </a:xfrm>
                      <a:prstGeom prst="rect">
                        <a:avLst/>
                      </a:prstGeom>
                      <a:noFill/>
                      <a:ln w="38100">
                        <a:miter/>
                      </a:ln>
                    </p:spPr>
                  </p:pic>
                </p:oleObj>
              </mc:Fallback>
            </mc:AlternateContent>
          </a:graphicData>
        </a:graphic>
      </p:graphicFrame>
      <p:sp>
        <p:nvSpPr>
          <p:cNvPr id="2139" name="Rectangle 89"/>
          <p:cNvSpPr/>
          <p:nvPr/>
        </p:nvSpPr>
        <p:spPr>
          <a:xfrm>
            <a:off x="558800" y="3644900"/>
            <a:ext cx="1511300" cy="366713"/>
          </a:xfrm>
          <a:prstGeom prst="rect">
            <a:avLst/>
          </a:prstGeom>
          <a:noFill/>
          <a:ln w="9525">
            <a:noFill/>
          </a:ln>
        </p:spPr>
        <p:txBody>
          <a:bodyPr/>
          <a:p>
            <a:pPr fontAlgn="base"/>
            <a:r>
              <a:rPr lang="zh-CN" altLang="en-US" b="1" strike="noStrike" noProof="1">
                <a:solidFill>
                  <a:srgbClr val="0033CC"/>
                </a:solidFill>
                <a:effectLst>
                  <a:outerShdw blurRad="38100" dist="38100" dir="2700000">
                    <a:srgbClr val="C0C0C0"/>
                  </a:outerShdw>
                </a:effectLst>
                <a:latin typeface="Arial" panose="020B0604020202020204"/>
                <a:ea typeface="宋体" panose="02010600030101010101" pitchFamily="2" charset="-122"/>
                <a:cs typeface="+mn-cs"/>
              </a:rPr>
              <a:t>线性函数：</a:t>
            </a:r>
            <a:endParaRPr lang="zh-CN" altLang="en-US" b="1" strike="noStrike" noProof="1">
              <a:solidFill>
                <a:srgbClr val="0033CC"/>
              </a:solidFill>
              <a:effectLst>
                <a:outerShdw blurRad="38100" dist="38100" dir="2700000">
                  <a:srgbClr val="C0C0C0"/>
                </a:outerShdw>
              </a:effectLst>
            </a:endParaRPr>
          </a:p>
        </p:txBody>
      </p:sp>
      <p:grpSp>
        <p:nvGrpSpPr>
          <p:cNvPr id="19469" name="组合 2139"/>
          <p:cNvGrpSpPr/>
          <p:nvPr/>
        </p:nvGrpSpPr>
        <p:grpSpPr>
          <a:xfrm>
            <a:off x="4951413" y="3206750"/>
            <a:ext cx="2952750" cy="1301750"/>
            <a:chOff x="3346" y="1295"/>
            <a:chExt cx="1860" cy="820"/>
          </a:xfrm>
        </p:grpSpPr>
        <p:cxnSp>
          <p:nvCxnSpPr>
            <p:cNvPr id="19470" name="Line 91"/>
            <p:cNvCxnSpPr/>
            <p:nvPr/>
          </p:nvCxnSpPr>
          <p:spPr>
            <a:xfrm flipV="1">
              <a:off x="4364" y="1385"/>
              <a:ext cx="13" cy="730"/>
            </a:xfrm>
            <a:prstGeom prst="line">
              <a:avLst/>
            </a:prstGeom>
            <a:ln w="9525" cap="flat" cmpd="sng">
              <a:solidFill>
                <a:srgbClr val="000000"/>
              </a:solidFill>
              <a:prstDash val="solid"/>
              <a:round/>
              <a:headEnd type="none" w="med" len="med"/>
              <a:tailEnd type="triangle" w="med" len="med"/>
            </a:ln>
          </p:spPr>
        </p:cxnSp>
        <p:cxnSp>
          <p:nvCxnSpPr>
            <p:cNvPr id="19471" name="Line 92"/>
            <p:cNvCxnSpPr/>
            <p:nvPr/>
          </p:nvCxnSpPr>
          <p:spPr>
            <a:xfrm>
              <a:off x="3346" y="1752"/>
              <a:ext cx="1860" cy="0"/>
            </a:xfrm>
            <a:prstGeom prst="line">
              <a:avLst/>
            </a:prstGeom>
            <a:ln w="9525" cap="flat" cmpd="sng">
              <a:solidFill>
                <a:srgbClr val="000000"/>
              </a:solidFill>
              <a:prstDash val="solid"/>
              <a:round/>
              <a:headEnd type="none" w="med" len="med"/>
              <a:tailEnd type="triangle" w="med" len="med"/>
            </a:ln>
          </p:spPr>
        </p:cxnSp>
        <p:cxnSp>
          <p:nvCxnSpPr>
            <p:cNvPr id="19472" name="Line 93"/>
            <p:cNvCxnSpPr/>
            <p:nvPr/>
          </p:nvCxnSpPr>
          <p:spPr>
            <a:xfrm flipV="1">
              <a:off x="4525" y="1571"/>
              <a:ext cx="409" cy="4"/>
            </a:xfrm>
            <a:prstGeom prst="line">
              <a:avLst/>
            </a:prstGeom>
            <a:ln w="38100" cap="flat" cmpd="sng">
              <a:solidFill>
                <a:srgbClr val="FF0000"/>
              </a:solidFill>
              <a:prstDash val="solid"/>
              <a:round/>
              <a:headEnd type="none" w="med" len="med"/>
              <a:tailEnd type="none" w="med" len="med"/>
            </a:ln>
          </p:spPr>
        </p:cxnSp>
        <p:sp>
          <p:nvSpPr>
            <p:cNvPr id="19473" name="Text Box 94"/>
            <p:cNvSpPr/>
            <p:nvPr/>
          </p:nvSpPr>
          <p:spPr>
            <a:xfrm>
              <a:off x="4934" y="1839"/>
              <a:ext cx="189" cy="233"/>
            </a:xfrm>
            <a:prstGeom prst="rect">
              <a:avLst/>
            </a:prstGeom>
            <a:noFill/>
            <a:ln w="9525">
              <a:noFill/>
            </a:ln>
          </p:spPr>
          <p:txBody>
            <a:bodyPr wrap="none" anchor="t" anchorCtr="0">
              <a:spAutoFit/>
            </a:bodyPr>
            <a:p>
              <a:r>
                <a:rPr lang="en-US" altLang="zh-CN">
                  <a:latin typeface="Arial" panose="020B0604020202020204"/>
                  <a:ea typeface="宋体" panose="02010600030101010101" pitchFamily="2" charset="-122"/>
                </a:rPr>
                <a:t>x</a:t>
              </a:r>
              <a:endParaRPr lang="en-US" altLang="zh-CN">
                <a:latin typeface="Arial" panose="020B0604020202020204"/>
                <a:ea typeface="宋体" panose="02010600030101010101" pitchFamily="2" charset="-122"/>
              </a:endParaRPr>
            </a:p>
          </p:txBody>
        </p:sp>
        <p:sp>
          <p:nvSpPr>
            <p:cNvPr id="19474" name="Text Box 95"/>
            <p:cNvSpPr/>
            <p:nvPr/>
          </p:nvSpPr>
          <p:spPr>
            <a:xfrm>
              <a:off x="3664" y="1295"/>
              <a:ext cx="326" cy="233"/>
            </a:xfrm>
            <a:prstGeom prst="rect">
              <a:avLst/>
            </a:prstGeom>
            <a:noFill/>
            <a:ln w="9525">
              <a:noFill/>
            </a:ln>
          </p:spPr>
          <p:txBody>
            <a:bodyPr wrap="none" anchor="t" anchorCtr="0">
              <a:spAutoFit/>
            </a:bodyPr>
            <a:p>
              <a:r>
                <a:rPr lang="en-US" altLang="zh-CN">
                  <a:latin typeface="Arial" panose="020B0604020202020204"/>
                  <a:ea typeface="宋体" panose="02010600030101010101" pitchFamily="2" charset="-122"/>
                </a:rPr>
                <a:t>f(x)</a:t>
              </a:r>
              <a:endParaRPr lang="en-US" altLang="zh-CN">
                <a:latin typeface="Arial" panose="020B0604020202020204"/>
                <a:ea typeface="宋体" panose="02010600030101010101" pitchFamily="2" charset="-122"/>
              </a:endParaRPr>
            </a:p>
          </p:txBody>
        </p:sp>
        <p:cxnSp>
          <p:nvCxnSpPr>
            <p:cNvPr id="19475" name="Line 96"/>
            <p:cNvCxnSpPr/>
            <p:nvPr/>
          </p:nvCxnSpPr>
          <p:spPr>
            <a:xfrm flipV="1">
              <a:off x="4241" y="1571"/>
              <a:ext cx="284" cy="362"/>
            </a:xfrm>
            <a:prstGeom prst="line">
              <a:avLst/>
            </a:prstGeom>
            <a:ln w="38100" cap="flat" cmpd="sng">
              <a:solidFill>
                <a:srgbClr val="FF0000"/>
              </a:solidFill>
              <a:prstDash val="solid"/>
              <a:round/>
              <a:headEnd type="none" w="med" len="med"/>
              <a:tailEnd type="none" w="med" len="med"/>
            </a:ln>
          </p:spPr>
        </p:cxnSp>
        <p:cxnSp>
          <p:nvCxnSpPr>
            <p:cNvPr id="19476" name="Line 97"/>
            <p:cNvCxnSpPr/>
            <p:nvPr/>
          </p:nvCxnSpPr>
          <p:spPr>
            <a:xfrm>
              <a:off x="3742" y="1923"/>
              <a:ext cx="499" cy="1"/>
            </a:xfrm>
            <a:prstGeom prst="line">
              <a:avLst/>
            </a:prstGeom>
            <a:ln w="38100" cap="flat" cmpd="sng">
              <a:solidFill>
                <a:srgbClr val="FF0000"/>
              </a:solidFill>
              <a:prstDash val="solid"/>
              <a:round/>
              <a:headEnd type="none" w="med" len="med"/>
              <a:tailEnd type="none" w="med" len="med"/>
            </a:ln>
          </p:spPr>
        </p:cxnSp>
      </p:grpSp>
      <p:graphicFrame>
        <p:nvGraphicFramePr>
          <p:cNvPr id="19477" name="Object 4"/>
          <p:cNvGraphicFramePr/>
          <p:nvPr/>
        </p:nvGraphicFramePr>
        <p:xfrm>
          <a:off x="2286000" y="5357813"/>
          <a:ext cx="2428875" cy="523875"/>
        </p:xfrm>
        <a:graphic>
          <a:graphicData uri="http://schemas.openxmlformats.org/presentationml/2006/ole">
            <mc:AlternateContent xmlns:mc="http://schemas.openxmlformats.org/markup-compatibility/2006">
              <mc:Choice xmlns:v="urn:schemas-microsoft-com:vml" Requires="v">
                <p:oleObj spid="_x0000_s3083" name="" r:id="rId5" imgW="335915" imgH="228600" progId="Equation.3">
                  <p:embed/>
                </p:oleObj>
              </mc:Choice>
              <mc:Fallback>
                <p:oleObj name="" r:id="rId5" imgW="335915" imgH="228600" progId="Equation.3">
                  <p:embed/>
                  <p:pic>
                    <p:nvPicPr>
                      <p:cNvPr id="0" name="图片 3082"/>
                      <p:cNvPicPr/>
                      <p:nvPr/>
                    </p:nvPicPr>
                    <p:blipFill>
                      <a:blip r:embed="rId6"/>
                      <a:stretch>
                        <a:fillRect/>
                      </a:stretch>
                    </p:blipFill>
                    <p:spPr>
                      <a:xfrm>
                        <a:off x="2286000" y="5357813"/>
                        <a:ext cx="2428875" cy="523875"/>
                      </a:xfrm>
                      <a:prstGeom prst="rect">
                        <a:avLst/>
                      </a:prstGeom>
                      <a:noFill/>
                      <a:ln w="38100">
                        <a:noFill/>
                        <a:miter/>
                      </a:ln>
                    </p:spPr>
                  </p:pic>
                </p:oleObj>
              </mc:Fallback>
            </mc:AlternateContent>
          </a:graphicData>
        </a:graphic>
      </p:graphicFrame>
      <p:sp>
        <p:nvSpPr>
          <p:cNvPr id="2149" name="Rectangle 99"/>
          <p:cNvSpPr/>
          <p:nvPr/>
        </p:nvSpPr>
        <p:spPr>
          <a:xfrm>
            <a:off x="611188" y="4797425"/>
            <a:ext cx="2665413" cy="366713"/>
          </a:xfrm>
          <a:prstGeom prst="rect">
            <a:avLst/>
          </a:prstGeom>
          <a:noFill/>
          <a:ln w="9525">
            <a:noFill/>
          </a:ln>
        </p:spPr>
        <p:txBody>
          <a:bodyPr/>
          <a:p>
            <a:pPr fontAlgn="base"/>
            <a:r>
              <a:rPr lang="en-US" altLang="zh-CN" b="1" strike="noStrike" noProof="1">
                <a:solidFill>
                  <a:srgbClr val="0033CC"/>
                </a:solidFill>
                <a:effectLst>
                  <a:outerShdw blurRad="38100" dist="38100" dir="2700000">
                    <a:srgbClr val="C0C0C0"/>
                  </a:outerShdw>
                </a:effectLst>
                <a:latin typeface="Arial" panose="020B0604020202020204"/>
                <a:ea typeface="宋体" panose="02010600030101010101" pitchFamily="2" charset="-122"/>
                <a:cs typeface="+mn-cs"/>
              </a:rPr>
              <a:t>Log-Sigmoid</a:t>
            </a:r>
            <a:r>
              <a:rPr lang="zh-CN" altLang="en-US" b="1" strike="noStrike" noProof="1">
                <a:solidFill>
                  <a:srgbClr val="0033CC"/>
                </a:solidFill>
                <a:effectLst>
                  <a:outerShdw blurRad="38100" dist="38100" dir="2700000">
                    <a:srgbClr val="C0C0C0"/>
                  </a:outerShdw>
                </a:effectLst>
                <a:latin typeface="Arial" panose="020B0604020202020204"/>
                <a:ea typeface="宋体" panose="02010600030101010101" pitchFamily="2" charset="-122"/>
                <a:cs typeface="+mn-cs"/>
              </a:rPr>
              <a:t>函数：</a:t>
            </a:r>
            <a:endParaRPr lang="zh-CN" altLang="en-US" b="1" strike="noStrike" noProof="1">
              <a:solidFill>
                <a:srgbClr val="0033CC"/>
              </a:solidFill>
              <a:effectLst>
                <a:outerShdw blurRad="38100" dist="38100" dir="2700000">
                  <a:srgbClr val="C0C0C0"/>
                </a:outerShdw>
              </a:effectLst>
            </a:endParaRPr>
          </a:p>
        </p:txBody>
      </p:sp>
      <p:sp>
        <p:nvSpPr>
          <p:cNvPr id="19479" name="Rectangle 6"/>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19480" name="Rectangle 8"/>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157" name="组合 2156"/>
          <p:cNvGrpSpPr/>
          <p:nvPr/>
        </p:nvGrpSpPr>
        <p:grpSpPr>
          <a:xfrm>
            <a:off x="642938" y="6143625"/>
            <a:ext cx="5500687" cy="571500"/>
            <a:chOff x="642910" y="6143644"/>
            <a:chExt cx="5500726" cy="571504"/>
          </a:xfrm>
        </p:grpSpPr>
        <p:sp>
          <p:nvSpPr>
            <p:cNvPr id="19482" name="TextBox 28"/>
            <p:cNvSpPr/>
            <p:nvPr/>
          </p:nvSpPr>
          <p:spPr>
            <a:xfrm>
              <a:off x="642910" y="6202940"/>
              <a:ext cx="2262158" cy="369332"/>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注意该函数的导数：</a:t>
              </a:r>
              <a:endParaRPr lang="zh-CN" altLang="en-US">
                <a:latin typeface="Arial" panose="020B0604020202020204"/>
                <a:ea typeface="宋体" panose="02010600030101010101" pitchFamily="2" charset="-122"/>
              </a:endParaRPr>
            </a:p>
          </p:txBody>
        </p:sp>
        <p:pic>
          <p:nvPicPr>
            <p:cNvPr id="19483" name="Picture 7"/>
            <p:cNvPicPr>
              <a:picLocks noChangeAspect="1"/>
            </p:cNvPicPr>
            <p:nvPr/>
          </p:nvPicPr>
          <p:blipFill>
            <a:blip r:embed="rId7">
              <a:clrChange>
                <a:clrFrom>
                  <a:srgbClr val="FFFFFF"/>
                </a:clrFrom>
                <a:clrTo>
                  <a:srgbClr val="FFFFFF">
                    <a:alpha val="0"/>
                  </a:srgbClr>
                </a:clrTo>
              </a:clrChange>
            </a:blip>
            <a:stretch>
              <a:fillRect/>
            </a:stretch>
          </p:blipFill>
          <p:spPr>
            <a:xfrm>
              <a:off x="2749827" y="6143644"/>
              <a:ext cx="3393809" cy="571504"/>
            </a:xfrm>
            <a:prstGeom prst="rect">
              <a:avLst/>
            </a:prstGeom>
            <a:noFill/>
            <a:ln w="9525">
              <a:noFill/>
            </a:ln>
          </p:spPr>
        </p:pic>
      </p:gr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childTnLst>
                                    <p:set>
                                      <p:cBhvr additive="base">
                                        <p:cTn id="6" dur="1" fill="hold">
                                          <p:stCondLst>
                                            <p:cond delay="0"/>
                                          </p:stCondLst>
                                        </p:cTn>
                                        <p:tgtEl>
                                          <p:spTgt spid="2157"/>
                                        </p:tgtEl>
                                        <p:attrNameLst>
                                          <p:attrName>style.visibility</p:attrName>
                                        </p:attrNameLst>
                                      </p:cBhvr>
                                      <p:to>
                                        <p:strVal val="visible"/>
                                      </p:to>
                                    </p:set>
                                    <p:animEffect transition="in" filter="wipe(left)">
                                      <p:cBhvr additive="base">
                                        <p:cTn id="7" dur="500"/>
                                        <p:tgtEl>
                                          <p:spTgt spid="21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文本框 1"/>
          <p:cNvSpPr txBox="1"/>
          <p:nvPr/>
        </p:nvSpPr>
        <p:spPr>
          <a:xfrm>
            <a:off x="2286000" y="746125"/>
            <a:ext cx="4589463" cy="368300"/>
          </a:xfrm>
          <a:prstGeom prst="rect">
            <a:avLst/>
          </a:prstGeom>
          <a:noFill/>
          <a:ln w="9525">
            <a:noFill/>
          </a:ln>
        </p:spPr>
        <p:txBody>
          <a:bodyPr wrap="square" anchor="t" anchorCtr="0">
            <a:spAutoFit/>
          </a:bodyPr>
          <a:p>
            <a:r>
              <a:rPr lang="zh-CN" altLang="en-US" b="1">
                <a:latin typeface="Arial" panose="020B0604020202020204"/>
                <a:ea typeface="宋体" panose="02010600030101010101" pitchFamily="2" charset="-122"/>
              </a:rPr>
              <a:t>神经元组合成神经网络</a:t>
            </a:r>
            <a:r>
              <a:rPr lang="en-US" altLang="zh-CN" b="1">
                <a:latin typeface="Arial" panose="020B0604020202020204"/>
                <a:ea typeface="宋体" panose="02010600030101010101" pitchFamily="2" charset="-122"/>
              </a:rPr>
              <a:t> Neural Network</a:t>
            </a:r>
            <a:endParaRPr lang="en-US" altLang="zh-CN" b="1">
              <a:latin typeface="Arial" panose="020B0604020202020204"/>
              <a:ea typeface="宋体" panose="02010600030101010101" pitchFamily="2" charset="-122"/>
            </a:endParaRPr>
          </a:p>
        </p:txBody>
      </p:sp>
      <p:pic>
        <p:nvPicPr>
          <p:cNvPr id="20482" name="图片 1"/>
          <p:cNvPicPr>
            <a:picLocks noChangeAspect="1"/>
          </p:cNvPicPr>
          <p:nvPr/>
        </p:nvPicPr>
        <p:blipFill>
          <a:blip r:embed="rId1"/>
          <a:stretch>
            <a:fillRect/>
          </a:stretch>
        </p:blipFill>
        <p:spPr>
          <a:xfrm>
            <a:off x="217488" y="1917700"/>
            <a:ext cx="7885112" cy="3505200"/>
          </a:xfrm>
          <a:prstGeom prst="rect">
            <a:avLst/>
          </a:prstGeom>
          <a:noFill/>
          <a:ln w="9525">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0" name="图片 99"/>
          <p:cNvPicPr/>
          <p:nvPr>
            <p:custDataLst>
              <p:tags r:id="rId1"/>
            </p:custDataLst>
          </p:nvPr>
        </p:nvPicPr>
        <p:blipFill>
          <a:blip r:embed="rId2"/>
          <a:stretch>
            <a:fillRect/>
          </a:stretch>
        </p:blipFill>
        <p:spPr>
          <a:xfrm>
            <a:off x="433070" y="1671320"/>
            <a:ext cx="7819390" cy="4399915"/>
          </a:xfrm>
          <a:prstGeom prst="rect">
            <a:avLst/>
          </a:prstGeom>
          <a:noFill/>
          <a:ln w="9525">
            <a:noFill/>
          </a:ln>
        </p:spPr>
      </p:pic>
      <p:sp>
        <p:nvSpPr>
          <p:cNvPr id="2" name="文本框 1"/>
          <p:cNvSpPr txBox="1"/>
          <p:nvPr/>
        </p:nvSpPr>
        <p:spPr>
          <a:xfrm>
            <a:off x="2001520" y="567055"/>
            <a:ext cx="2771775" cy="398780"/>
          </a:xfrm>
          <a:prstGeom prst="rect">
            <a:avLst/>
          </a:prstGeom>
          <a:noFill/>
        </p:spPr>
        <p:txBody>
          <a:bodyPr wrap="square" rtlCol="0">
            <a:spAutoFit/>
          </a:bodyPr>
          <a:p>
            <a:r>
              <a:rPr lang="zh-CN" altLang="en-US" sz="2000" b="1"/>
              <a:t>典型的神经网络模型</a:t>
            </a:r>
            <a:endParaRPr lang="zh-CN" altLang="en-US" sz="2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文本框 1"/>
          <p:cNvSpPr txBox="1"/>
          <p:nvPr/>
        </p:nvSpPr>
        <p:spPr>
          <a:xfrm>
            <a:off x="2136775" y="933450"/>
            <a:ext cx="4361180" cy="368300"/>
          </a:xfrm>
          <a:prstGeom prst="rect">
            <a:avLst/>
          </a:prstGeom>
          <a:noFill/>
          <a:ln w="9525">
            <a:noFill/>
          </a:ln>
        </p:spPr>
        <p:txBody>
          <a:bodyPr wrap="square" anchor="t" anchorCtr="0">
            <a:spAutoFit/>
          </a:bodyPr>
          <a:p>
            <a:r>
              <a:rPr lang="en-US" altLang="zh-CN" b="1">
                <a:solidFill>
                  <a:srgbClr val="FF0000"/>
                </a:solidFill>
                <a:latin typeface="Arial" panose="020B0604020202020204"/>
                <a:ea typeface="宋体" panose="02010600030101010101" pitchFamily="2" charset="-122"/>
              </a:rPr>
              <a:t>BP </a:t>
            </a:r>
            <a:r>
              <a:rPr lang="zh-CN" altLang="en-US" b="1">
                <a:solidFill>
                  <a:srgbClr val="FF0000"/>
                </a:solidFill>
                <a:latin typeface="Arial" panose="020B0604020202020204"/>
                <a:ea typeface="宋体" panose="02010600030101010101" pitchFamily="2" charset="-122"/>
              </a:rPr>
              <a:t>神经网络中的需要确定的参数</a:t>
            </a:r>
            <a:endParaRPr lang="zh-CN" altLang="en-US" b="1">
              <a:solidFill>
                <a:srgbClr val="FF0000"/>
              </a:solidFill>
              <a:latin typeface="Arial" panose="020B0604020202020204"/>
              <a:ea typeface="宋体" panose="02010600030101010101" pitchFamily="2" charset="-122"/>
            </a:endParaRPr>
          </a:p>
        </p:txBody>
      </p:sp>
      <p:sp>
        <p:nvSpPr>
          <p:cNvPr id="21506" name="文本框 2"/>
          <p:cNvSpPr txBox="1"/>
          <p:nvPr/>
        </p:nvSpPr>
        <p:spPr>
          <a:xfrm>
            <a:off x="1474788" y="3806825"/>
            <a:ext cx="6462712" cy="2861310"/>
          </a:xfrm>
          <a:prstGeom prst="rect">
            <a:avLst/>
          </a:prstGeom>
          <a:noFill/>
          <a:ln w="9525">
            <a:noFill/>
          </a:ln>
        </p:spPr>
        <p:txBody>
          <a:bodyPr wrap="square" anchor="t" anchorCtr="0">
            <a:spAutoFit/>
          </a:bodyPr>
          <a:p>
            <a:r>
              <a:rPr lang="zh-CN" altLang="en-US" sz="2000" b="1">
                <a:solidFill>
                  <a:srgbClr val="FF0000"/>
                </a:solidFill>
                <a:latin typeface="Arial" panose="020B0604020202020204"/>
                <a:ea typeface="宋体" panose="02010600030101010101" pitchFamily="2" charset="-122"/>
              </a:rPr>
              <a:t>第一层输入 ：    x1,x2,x3; </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第二层：    得到 y1,y2,y3; 输出 z1，z2，z3</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其中：y1=w11*x1+w12*x2+w13*x3，</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           y2=w21*x1+w22*x2+w23*x3;</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           y3=w31*x1+w32*x2+w33*x3，</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      z1=f(y1-b1);  z2=f(y2-b2);  z3=f(y3-b3); </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第三层：得到，c1=v11*z1+v12*z2;  </a:t>
            </a:r>
            <a:r>
              <a:rPr lang="en-US" altLang="zh-CN" sz="2000" b="1">
                <a:solidFill>
                  <a:srgbClr val="FF0000"/>
                </a:solidFill>
                <a:latin typeface="Arial" panose="020B0604020202020204"/>
                <a:ea typeface="宋体" panose="02010600030101010101" pitchFamily="2" charset="-122"/>
              </a:rPr>
              <a:t>    </a:t>
            </a:r>
            <a:r>
              <a:rPr lang="zh-CN" altLang="en-US" sz="2000" b="1">
                <a:solidFill>
                  <a:srgbClr val="FF0000"/>
                </a:solidFill>
                <a:latin typeface="Arial" panose="020B0604020202020204"/>
                <a:ea typeface="宋体" panose="02010600030101010101" pitchFamily="2" charset="-122"/>
              </a:rPr>
              <a:t>c2=v21*z1+v22*z2;  </a:t>
            </a:r>
            <a:endParaRPr lang="zh-CN" altLang="en-US" sz="2000" b="1">
              <a:solidFill>
                <a:srgbClr val="FF0000"/>
              </a:solidFill>
              <a:latin typeface="Arial" panose="020B0604020202020204"/>
              <a:ea typeface="宋体" panose="02010600030101010101" pitchFamily="2" charset="-122"/>
            </a:endParaRPr>
          </a:p>
          <a:p>
            <a:r>
              <a:rPr lang="zh-CN" altLang="en-US" sz="2000" b="1">
                <a:solidFill>
                  <a:srgbClr val="FF0000"/>
                </a:solidFill>
                <a:latin typeface="Arial" panose="020B0604020202020204"/>
                <a:ea typeface="宋体" panose="02010600030101010101" pitchFamily="2" charset="-122"/>
              </a:rPr>
              <a:t>        输出，o1=g(c1-d1), o2=g(c2-d2),</a:t>
            </a:r>
            <a:endParaRPr lang="zh-CN" altLang="en-US" sz="2000" b="1">
              <a:solidFill>
                <a:srgbClr val="FF0000"/>
              </a:solidFill>
              <a:latin typeface="Arial" panose="020B0604020202020204"/>
              <a:ea typeface="宋体" panose="02010600030101010101" pitchFamily="2" charset="-122"/>
            </a:endParaRPr>
          </a:p>
        </p:txBody>
      </p:sp>
      <p:pic>
        <p:nvPicPr>
          <p:cNvPr id="21507" name="图片 3"/>
          <p:cNvPicPr>
            <a:picLocks noChangeAspect="1"/>
          </p:cNvPicPr>
          <p:nvPr/>
        </p:nvPicPr>
        <p:blipFill>
          <a:blip r:embed="rId1"/>
          <a:stretch>
            <a:fillRect/>
          </a:stretch>
        </p:blipFill>
        <p:spPr>
          <a:xfrm>
            <a:off x="863600" y="1917700"/>
            <a:ext cx="6506210" cy="1889125"/>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Rectangle 2"/>
          <p:cNvSpPr/>
          <p:nvPr>
            <p:ph type="title"/>
          </p:nvPr>
        </p:nvSpPr>
        <p:spPr>
          <a:xfrm>
            <a:off x="571500" y="500063"/>
            <a:ext cx="7772400" cy="838200"/>
          </a:xfrm>
          <a:ln/>
        </p:spPr>
        <p:txBody>
          <a:bodyPr wrap="square" lIns="91440" tIns="45720" rIns="91440" bIns="45720" anchor="ctr" anchorCtr="0"/>
          <a:p>
            <a:r>
              <a:rPr lang="zh-CN" altLang="en-US"/>
              <a:t>神经网络拓扑结构</a:t>
            </a:r>
            <a:endParaRPr lang="zh-CN" altLang="en-US"/>
          </a:p>
        </p:txBody>
      </p:sp>
      <p:sp>
        <p:nvSpPr>
          <p:cNvPr id="22530" name="Rectangle 3"/>
          <p:cNvSpPr/>
          <p:nvPr>
            <p:ph type="body"/>
          </p:nvPr>
        </p:nvSpPr>
        <p:spPr>
          <a:xfrm>
            <a:off x="381000" y="1524000"/>
            <a:ext cx="8382000" cy="4800600"/>
          </a:xfrm>
          <a:ln/>
        </p:spPr>
        <p:txBody>
          <a:bodyPr wrap="square" lIns="91440" tIns="45720" rIns="91440" bIns="45720" anchor="t" anchorCtr="0"/>
          <a:p>
            <a:pPr algn="just">
              <a:spcBef>
                <a:spcPct val="0"/>
              </a:spcBef>
              <a:buClrTx/>
              <a:buFontTx/>
              <a:buNone/>
            </a:pPr>
            <a:endParaRPr lang="en-US" altLang="zh-CN"/>
          </a:p>
          <a:p>
            <a:pPr lvl="1">
              <a:lnSpc>
                <a:spcPct val="95000"/>
              </a:lnSpc>
            </a:pPr>
            <a:endParaRPr lang="en-US" altLang="zh-CN"/>
          </a:p>
        </p:txBody>
      </p:sp>
      <p:grpSp>
        <p:nvGrpSpPr>
          <p:cNvPr id="22531" name="组合 2163"/>
          <p:cNvGrpSpPr/>
          <p:nvPr/>
        </p:nvGrpSpPr>
        <p:grpSpPr>
          <a:xfrm>
            <a:off x="1692275" y="1700213"/>
            <a:ext cx="5921375" cy="2438400"/>
            <a:chOff x="576" y="806"/>
            <a:chExt cx="5063" cy="3280"/>
          </a:xfrm>
        </p:grpSpPr>
        <p:grpSp>
          <p:nvGrpSpPr>
            <p:cNvPr id="22532" name="组合 2164"/>
            <p:cNvGrpSpPr/>
            <p:nvPr/>
          </p:nvGrpSpPr>
          <p:grpSpPr>
            <a:xfrm>
              <a:off x="960" y="3540"/>
              <a:ext cx="4127" cy="546"/>
              <a:chOff x="960" y="3540"/>
              <a:chExt cx="4127" cy="546"/>
            </a:xfrm>
          </p:grpSpPr>
          <p:sp>
            <p:nvSpPr>
              <p:cNvPr id="22533" name="Rectangle 51"/>
              <p:cNvSpPr/>
              <p:nvPr/>
            </p:nvSpPr>
            <p:spPr>
              <a:xfrm>
                <a:off x="4273" y="3553"/>
                <a:ext cx="814" cy="533"/>
              </a:xfrm>
              <a:prstGeom prst="rect">
                <a:avLst/>
              </a:prstGeom>
              <a:noFill/>
              <a:ln w="9525">
                <a:noFill/>
              </a:ln>
            </p:spPr>
            <p:txBody>
              <a:bodyPr wrap="none" anchor="t" anchorCtr="0">
                <a:spAutoFit/>
              </a:bodyPr>
              <a:p>
                <a:r>
                  <a:rPr lang="zh-CN" altLang="en-US" sz="2000" b="1">
                    <a:latin typeface="Times New Roman" panose="02020603050405020304" charset="0"/>
                    <a:ea typeface="宋体" panose="02010600030101010101" pitchFamily="2" charset="-122"/>
                  </a:rPr>
                  <a:t>输出层</a:t>
                </a:r>
                <a:endParaRPr lang="zh-CN" altLang="en-US" sz="2000" b="1">
                  <a:latin typeface="Times New Roman" panose="02020603050405020304" charset="0"/>
                  <a:ea typeface="宋体" panose="02010600030101010101" pitchFamily="2" charset="-122"/>
                </a:endParaRPr>
              </a:p>
            </p:txBody>
          </p:sp>
          <p:sp>
            <p:nvSpPr>
              <p:cNvPr id="22534" name="Rectangle 52"/>
              <p:cNvSpPr/>
              <p:nvPr/>
            </p:nvSpPr>
            <p:spPr>
              <a:xfrm>
                <a:off x="2592" y="3553"/>
                <a:ext cx="813" cy="533"/>
              </a:xfrm>
              <a:prstGeom prst="rect">
                <a:avLst/>
              </a:prstGeom>
              <a:noFill/>
              <a:ln w="9525">
                <a:noFill/>
              </a:ln>
            </p:spPr>
            <p:txBody>
              <a:bodyPr wrap="none" anchor="t" anchorCtr="0">
                <a:spAutoFit/>
              </a:bodyPr>
              <a:p>
                <a:r>
                  <a:rPr lang="zh-CN" altLang="en-US" sz="2000" b="1">
                    <a:latin typeface="Times New Roman" panose="02020603050405020304" charset="0"/>
                    <a:ea typeface="宋体" panose="02010600030101010101" pitchFamily="2" charset="-122"/>
                  </a:rPr>
                  <a:t>隐藏层</a:t>
                </a:r>
                <a:endParaRPr lang="zh-CN" altLang="en-US" sz="2000" b="1">
                  <a:latin typeface="Times New Roman" panose="02020603050405020304" charset="0"/>
                  <a:ea typeface="宋体" panose="02010600030101010101" pitchFamily="2" charset="-122"/>
                </a:endParaRPr>
              </a:p>
            </p:txBody>
          </p:sp>
          <p:sp>
            <p:nvSpPr>
              <p:cNvPr id="22535" name="Rectangle 53"/>
              <p:cNvSpPr/>
              <p:nvPr/>
            </p:nvSpPr>
            <p:spPr>
              <a:xfrm>
                <a:off x="960" y="3540"/>
                <a:ext cx="813" cy="533"/>
              </a:xfrm>
              <a:prstGeom prst="rect">
                <a:avLst/>
              </a:prstGeom>
              <a:noFill/>
              <a:ln w="9525">
                <a:noFill/>
              </a:ln>
            </p:spPr>
            <p:txBody>
              <a:bodyPr wrap="none" anchor="t" anchorCtr="0">
                <a:spAutoFit/>
              </a:bodyPr>
              <a:p>
                <a:r>
                  <a:rPr lang="zh-CN" altLang="en-US" sz="2000" b="1">
                    <a:latin typeface="Times New Roman" panose="02020603050405020304" charset="0"/>
                    <a:ea typeface="宋体" panose="02010600030101010101" pitchFamily="2" charset="-122"/>
                  </a:rPr>
                  <a:t>输入层</a:t>
                </a:r>
                <a:endParaRPr lang="zh-CN" altLang="en-US" sz="2000" b="1">
                  <a:latin typeface="Times New Roman" panose="02020603050405020304" charset="0"/>
                  <a:ea typeface="宋体" panose="02010600030101010101" pitchFamily="2" charset="-122"/>
                </a:endParaRPr>
              </a:p>
            </p:txBody>
          </p:sp>
        </p:grpSp>
        <p:grpSp>
          <p:nvGrpSpPr>
            <p:cNvPr id="22536" name="组合 2168"/>
            <p:cNvGrpSpPr/>
            <p:nvPr/>
          </p:nvGrpSpPr>
          <p:grpSpPr>
            <a:xfrm>
              <a:off x="5040" y="806"/>
              <a:ext cx="599" cy="2753"/>
              <a:chOff x="5040" y="806"/>
              <a:chExt cx="599" cy="2753"/>
            </a:xfrm>
          </p:grpSpPr>
          <p:sp>
            <p:nvSpPr>
              <p:cNvPr id="22537" name="Rectangle 55"/>
              <p:cNvSpPr/>
              <p:nvPr/>
            </p:nvSpPr>
            <p:spPr>
              <a:xfrm>
                <a:off x="5092" y="806"/>
                <a:ext cx="499"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   o</a:t>
                </a:r>
                <a:r>
                  <a:rPr lang="en-US" altLang="zh-CN" sz="2000" b="1" baseline="-30000">
                    <a:latin typeface="Times New Roman" panose="02020603050405020304" charset="0"/>
                    <a:ea typeface="宋体" panose="02010600030101010101" pitchFamily="2" charset="-122"/>
                  </a:rPr>
                  <a:t>1</a:t>
                </a:r>
                <a:endParaRPr lang="en-US" altLang="zh-CN" sz="2000" b="1" baseline="-30000">
                  <a:latin typeface="Times New Roman" panose="02020603050405020304" charset="0"/>
                  <a:ea typeface="宋体" panose="02010600030101010101" pitchFamily="2" charset="-122"/>
                </a:endParaRPr>
              </a:p>
            </p:txBody>
          </p:sp>
          <p:sp>
            <p:nvSpPr>
              <p:cNvPr id="22538" name="Rectangle 56"/>
              <p:cNvSpPr/>
              <p:nvPr/>
            </p:nvSpPr>
            <p:spPr>
              <a:xfrm>
                <a:off x="5079" y="1536"/>
                <a:ext cx="500"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   o</a:t>
                </a:r>
                <a:r>
                  <a:rPr lang="en-US" altLang="zh-CN" sz="2000" b="1" baseline="-30000">
                    <a:latin typeface="Times New Roman" panose="02020603050405020304" charset="0"/>
                    <a:ea typeface="宋体" panose="02010600030101010101" pitchFamily="2" charset="-122"/>
                  </a:rPr>
                  <a:t>2</a:t>
                </a:r>
                <a:endParaRPr lang="en-US" altLang="zh-CN" sz="2000" b="1" baseline="-30000">
                  <a:latin typeface="Times New Roman" panose="02020603050405020304" charset="0"/>
                  <a:ea typeface="宋体" panose="02010600030101010101" pitchFamily="2" charset="-122"/>
                </a:endParaRPr>
              </a:p>
            </p:txBody>
          </p:sp>
          <p:sp>
            <p:nvSpPr>
              <p:cNvPr id="22539" name="Rectangle 57"/>
              <p:cNvSpPr/>
              <p:nvPr/>
            </p:nvSpPr>
            <p:spPr>
              <a:xfrm>
                <a:off x="5092" y="3025"/>
                <a:ext cx="547"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   o</a:t>
                </a:r>
                <a:r>
                  <a:rPr lang="en-US" altLang="zh-CN" sz="2000" b="1" baseline="-30000">
                    <a:latin typeface="Times New Roman" panose="02020603050405020304" charset="0"/>
                    <a:ea typeface="宋体" panose="02010600030101010101" pitchFamily="2" charset="-122"/>
                  </a:rPr>
                  <a:t>m</a:t>
                </a:r>
                <a:endParaRPr lang="en-US" altLang="zh-CN" sz="2000" b="1" baseline="-30000">
                  <a:latin typeface="Times New Roman" panose="02020603050405020304" charset="0"/>
                  <a:ea typeface="宋体" panose="02010600030101010101" pitchFamily="2" charset="-122"/>
                </a:endParaRPr>
              </a:p>
            </p:txBody>
          </p:sp>
          <p:sp>
            <p:nvSpPr>
              <p:cNvPr id="22540" name="Rectangle 58"/>
              <p:cNvSpPr/>
              <p:nvPr/>
            </p:nvSpPr>
            <p:spPr>
              <a:xfrm>
                <a:off x="5040" y="2543"/>
                <a:ext cx="375"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grpSp>
        <p:grpSp>
          <p:nvGrpSpPr>
            <p:cNvPr id="22541" name="组合 2173"/>
            <p:cNvGrpSpPr/>
            <p:nvPr/>
          </p:nvGrpSpPr>
          <p:grpSpPr>
            <a:xfrm>
              <a:off x="576" y="817"/>
              <a:ext cx="374" cy="2742"/>
              <a:chOff x="576" y="817"/>
              <a:chExt cx="374" cy="2742"/>
            </a:xfrm>
          </p:grpSpPr>
          <p:sp>
            <p:nvSpPr>
              <p:cNvPr id="22542" name="Rectangle 60"/>
              <p:cNvSpPr/>
              <p:nvPr/>
            </p:nvSpPr>
            <p:spPr>
              <a:xfrm>
                <a:off x="595" y="817"/>
                <a:ext cx="336"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x</a:t>
                </a:r>
                <a:r>
                  <a:rPr lang="en-US" altLang="zh-CN" sz="2000" b="1" baseline="-30000">
                    <a:latin typeface="Times New Roman" panose="02020603050405020304" charset="0"/>
                    <a:ea typeface="宋体" panose="02010600030101010101" pitchFamily="2" charset="-122"/>
                  </a:rPr>
                  <a:t>1</a:t>
                </a:r>
                <a:endParaRPr lang="en-US" altLang="zh-CN" sz="2000" b="1" baseline="-30000">
                  <a:latin typeface="Times New Roman" panose="02020603050405020304" charset="0"/>
                  <a:ea typeface="宋体" panose="02010600030101010101" pitchFamily="2" charset="-122"/>
                </a:endParaRPr>
              </a:p>
            </p:txBody>
          </p:sp>
          <p:sp>
            <p:nvSpPr>
              <p:cNvPr id="22543" name="Rectangle 61"/>
              <p:cNvSpPr/>
              <p:nvPr/>
            </p:nvSpPr>
            <p:spPr>
              <a:xfrm>
                <a:off x="604" y="1586"/>
                <a:ext cx="337"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x</a:t>
                </a:r>
                <a:r>
                  <a:rPr lang="en-US" altLang="zh-CN" sz="2000" b="1" baseline="-30000">
                    <a:latin typeface="Times New Roman" panose="02020603050405020304" charset="0"/>
                    <a:ea typeface="宋体" panose="02010600030101010101" pitchFamily="2" charset="-122"/>
                  </a:rPr>
                  <a:t>2</a:t>
                </a:r>
                <a:endParaRPr lang="en-US" altLang="zh-CN" sz="2000" b="1" baseline="-30000">
                  <a:latin typeface="Times New Roman" panose="02020603050405020304" charset="0"/>
                  <a:ea typeface="宋体" panose="02010600030101010101" pitchFamily="2" charset="-122"/>
                </a:endParaRPr>
              </a:p>
            </p:txBody>
          </p:sp>
          <p:sp>
            <p:nvSpPr>
              <p:cNvPr id="22544" name="Rectangle 62"/>
              <p:cNvSpPr/>
              <p:nvPr/>
            </p:nvSpPr>
            <p:spPr>
              <a:xfrm>
                <a:off x="604" y="3025"/>
                <a:ext cx="345"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x</a:t>
                </a:r>
                <a:r>
                  <a:rPr lang="en-US" altLang="zh-CN" sz="2000" b="1" baseline="-30000">
                    <a:latin typeface="Times New Roman" panose="02020603050405020304" charset="0"/>
                    <a:ea typeface="宋体" panose="02010600030101010101" pitchFamily="2" charset="-122"/>
                  </a:rPr>
                  <a:t>n</a:t>
                </a:r>
                <a:endParaRPr lang="en-US" altLang="zh-CN" sz="2000" b="1" baseline="-30000">
                  <a:latin typeface="Times New Roman" panose="02020603050405020304" charset="0"/>
                  <a:ea typeface="宋体" panose="02010600030101010101" pitchFamily="2" charset="-122"/>
                </a:endParaRPr>
              </a:p>
            </p:txBody>
          </p:sp>
          <p:sp>
            <p:nvSpPr>
              <p:cNvPr id="22545" name="Rectangle 63"/>
              <p:cNvSpPr/>
              <p:nvPr/>
            </p:nvSpPr>
            <p:spPr>
              <a:xfrm>
                <a:off x="576" y="2491"/>
                <a:ext cx="374"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grpSp>
        <p:grpSp>
          <p:nvGrpSpPr>
            <p:cNvPr id="22546" name="组合 2178"/>
            <p:cNvGrpSpPr/>
            <p:nvPr/>
          </p:nvGrpSpPr>
          <p:grpSpPr>
            <a:xfrm>
              <a:off x="576" y="864"/>
              <a:ext cx="4704" cy="2602"/>
              <a:chOff x="576" y="864"/>
              <a:chExt cx="4704" cy="2602"/>
            </a:xfrm>
          </p:grpSpPr>
          <p:grpSp>
            <p:nvGrpSpPr>
              <p:cNvPr id="22547" name="组合 2179"/>
              <p:cNvGrpSpPr/>
              <p:nvPr/>
            </p:nvGrpSpPr>
            <p:grpSpPr>
              <a:xfrm>
                <a:off x="576" y="864"/>
                <a:ext cx="4704" cy="2602"/>
                <a:chOff x="2337" y="7836"/>
                <a:chExt cx="5580" cy="2184"/>
              </a:xfrm>
            </p:grpSpPr>
            <p:sp>
              <p:nvSpPr>
                <p:cNvPr id="22548" name="Oval 66"/>
                <p:cNvSpPr/>
                <p:nvPr/>
              </p:nvSpPr>
              <p:spPr>
                <a:xfrm>
                  <a:off x="3057" y="7911"/>
                  <a:ext cx="180" cy="156"/>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49" name="Oval 67"/>
                <p:cNvSpPr/>
                <p:nvPr/>
              </p:nvSpPr>
              <p:spPr>
                <a:xfrm>
                  <a:off x="3057" y="8550"/>
                  <a:ext cx="180" cy="156"/>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0" name="Oval 68"/>
                <p:cNvSpPr/>
                <p:nvPr/>
              </p:nvSpPr>
              <p:spPr>
                <a:xfrm>
                  <a:off x="3057" y="9798"/>
                  <a:ext cx="180" cy="156"/>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1" name="Rectangle 69"/>
                <p:cNvSpPr/>
                <p:nvPr/>
              </p:nvSpPr>
              <p:spPr>
                <a:xfrm>
                  <a:off x="4317" y="7836"/>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2" name="Rectangle 70"/>
                <p:cNvSpPr/>
                <p:nvPr/>
              </p:nvSpPr>
              <p:spPr>
                <a:xfrm>
                  <a:off x="4317" y="8460"/>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3" name="Rectangle 71"/>
                <p:cNvSpPr/>
                <p:nvPr/>
              </p:nvSpPr>
              <p:spPr>
                <a:xfrm>
                  <a:off x="4317" y="9708"/>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zh-CN" sz="2400">
                    <a:latin typeface="Times New Roman" panose="02020603050405020304" charset="0"/>
                    <a:ea typeface="宋体" panose="02010600030101010101" pitchFamily="2" charset="-122"/>
                  </a:endParaRPr>
                </a:p>
              </p:txBody>
            </p:sp>
            <p:sp>
              <p:nvSpPr>
                <p:cNvPr id="22554" name="Rectangle 72"/>
                <p:cNvSpPr/>
                <p:nvPr/>
              </p:nvSpPr>
              <p:spPr>
                <a:xfrm>
                  <a:off x="5397" y="7836"/>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5" name="Rectangle 73"/>
                <p:cNvSpPr/>
                <p:nvPr/>
              </p:nvSpPr>
              <p:spPr>
                <a:xfrm>
                  <a:off x="5397" y="8460"/>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6" name="Rectangle 74"/>
                <p:cNvSpPr/>
                <p:nvPr/>
              </p:nvSpPr>
              <p:spPr>
                <a:xfrm>
                  <a:off x="5397" y="9708"/>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7" name="Rectangle 75"/>
                <p:cNvSpPr/>
                <p:nvPr/>
              </p:nvSpPr>
              <p:spPr>
                <a:xfrm>
                  <a:off x="7017" y="9708"/>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8" name="Rectangle 76"/>
                <p:cNvSpPr/>
                <p:nvPr/>
              </p:nvSpPr>
              <p:spPr>
                <a:xfrm>
                  <a:off x="7017" y="8460"/>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sp>
              <p:nvSpPr>
                <p:cNvPr id="22559" name="Rectangle 77"/>
                <p:cNvSpPr/>
                <p:nvPr/>
              </p:nvSpPr>
              <p:spPr>
                <a:xfrm>
                  <a:off x="7017" y="7836"/>
                  <a:ext cx="180" cy="312"/>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p>
                  <a:endParaRPr lang="zh-CN" altLang="en-US">
                    <a:latin typeface="Arial" panose="020B0604020202020204"/>
                    <a:ea typeface="宋体" panose="02010600030101010101" pitchFamily="2" charset="-122"/>
                  </a:endParaRPr>
                </a:p>
              </p:txBody>
            </p:sp>
            <p:cxnSp>
              <p:nvCxnSpPr>
                <p:cNvPr id="22560" name="Line 78"/>
                <p:cNvCxnSpPr/>
                <p:nvPr/>
              </p:nvCxnSpPr>
              <p:spPr>
                <a:xfrm>
                  <a:off x="2337" y="7992"/>
                  <a:ext cx="720" cy="0"/>
                </a:xfrm>
                <a:prstGeom prst="line">
                  <a:avLst/>
                </a:prstGeom>
                <a:ln w="9525" cap="flat" cmpd="sng">
                  <a:solidFill>
                    <a:srgbClr val="000000"/>
                  </a:solidFill>
                  <a:prstDash val="solid"/>
                  <a:round/>
                  <a:headEnd type="none" w="med" len="med"/>
                  <a:tailEnd type="triangle" w="med" len="med"/>
                </a:ln>
              </p:spPr>
            </p:cxnSp>
            <p:cxnSp>
              <p:nvCxnSpPr>
                <p:cNvPr id="22561" name="Line 79"/>
                <p:cNvCxnSpPr/>
                <p:nvPr/>
              </p:nvCxnSpPr>
              <p:spPr>
                <a:xfrm>
                  <a:off x="2337" y="8616"/>
                  <a:ext cx="720" cy="0"/>
                </a:xfrm>
                <a:prstGeom prst="line">
                  <a:avLst/>
                </a:prstGeom>
                <a:ln w="9525" cap="flat" cmpd="sng">
                  <a:solidFill>
                    <a:srgbClr val="000000"/>
                  </a:solidFill>
                  <a:prstDash val="solid"/>
                  <a:round/>
                  <a:headEnd type="none" w="med" len="med"/>
                  <a:tailEnd type="triangle" w="med" len="med"/>
                </a:ln>
              </p:spPr>
            </p:cxnSp>
            <p:cxnSp>
              <p:nvCxnSpPr>
                <p:cNvPr id="22562" name="Line 80"/>
                <p:cNvCxnSpPr/>
                <p:nvPr/>
              </p:nvCxnSpPr>
              <p:spPr>
                <a:xfrm>
                  <a:off x="2337" y="9864"/>
                  <a:ext cx="720" cy="0"/>
                </a:xfrm>
                <a:prstGeom prst="line">
                  <a:avLst/>
                </a:prstGeom>
                <a:ln w="9525" cap="flat" cmpd="sng">
                  <a:solidFill>
                    <a:srgbClr val="000000"/>
                  </a:solidFill>
                  <a:prstDash val="solid"/>
                  <a:round/>
                  <a:headEnd type="none" w="med" len="med"/>
                  <a:tailEnd type="triangle" w="med" len="med"/>
                </a:ln>
              </p:spPr>
            </p:cxnSp>
            <p:cxnSp>
              <p:nvCxnSpPr>
                <p:cNvPr id="22563" name="Line 81"/>
                <p:cNvCxnSpPr/>
                <p:nvPr/>
              </p:nvCxnSpPr>
              <p:spPr>
                <a:xfrm>
                  <a:off x="7197" y="9864"/>
                  <a:ext cx="720" cy="0"/>
                </a:xfrm>
                <a:prstGeom prst="line">
                  <a:avLst/>
                </a:prstGeom>
                <a:ln w="9525" cap="flat" cmpd="sng">
                  <a:solidFill>
                    <a:srgbClr val="000000"/>
                  </a:solidFill>
                  <a:prstDash val="solid"/>
                  <a:round/>
                  <a:headEnd type="none" w="med" len="med"/>
                  <a:tailEnd type="triangle" w="med" len="med"/>
                </a:ln>
              </p:spPr>
            </p:cxnSp>
            <p:cxnSp>
              <p:nvCxnSpPr>
                <p:cNvPr id="22564" name="Line 82"/>
                <p:cNvCxnSpPr/>
                <p:nvPr/>
              </p:nvCxnSpPr>
              <p:spPr>
                <a:xfrm>
                  <a:off x="7197" y="8616"/>
                  <a:ext cx="720" cy="0"/>
                </a:xfrm>
                <a:prstGeom prst="line">
                  <a:avLst/>
                </a:prstGeom>
                <a:ln w="9525" cap="flat" cmpd="sng">
                  <a:solidFill>
                    <a:srgbClr val="000000"/>
                  </a:solidFill>
                  <a:prstDash val="solid"/>
                  <a:round/>
                  <a:headEnd type="none" w="med" len="med"/>
                  <a:tailEnd type="triangle" w="med" len="med"/>
                </a:ln>
              </p:spPr>
            </p:cxnSp>
            <p:cxnSp>
              <p:nvCxnSpPr>
                <p:cNvPr id="22565" name="Line 83"/>
                <p:cNvCxnSpPr/>
                <p:nvPr/>
              </p:nvCxnSpPr>
              <p:spPr>
                <a:xfrm>
                  <a:off x="7197" y="7992"/>
                  <a:ext cx="720" cy="0"/>
                </a:xfrm>
                <a:prstGeom prst="line">
                  <a:avLst/>
                </a:prstGeom>
                <a:ln w="9525" cap="flat" cmpd="sng">
                  <a:solidFill>
                    <a:srgbClr val="000000"/>
                  </a:solidFill>
                  <a:prstDash val="solid"/>
                  <a:round/>
                  <a:headEnd type="none" w="med" len="med"/>
                  <a:tailEnd type="triangle" w="med" len="med"/>
                </a:ln>
              </p:spPr>
            </p:cxnSp>
            <p:cxnSp>
              <p:nvCxnSpPr>
                <p:cNvPr id="22566" name="Line 84"/>
                <p:cNvCxnSpPr/>
                <p:nvPr/>
              </p:nvCxnSpPr>
              <p:spPr>
                <a:xfrm>
                  <a:off x="3237" y="7992"/>
                  <a:ext cx="1080" cy="0"/>
                </a:xfrm>
                <a:prstGeom prst="line">
                  <a:avLst/>
                </a:prstGeom>
                <a:ln w="9525" cap="flat" cmpd="sng">
                  <a:solidFill>
                    <a:srgbClr val="000000"/>
                  </a:solidFill>
                  <a:prstDash val="solid"/>
                  <a:round/>
                  <a:headEnd type="none" w="med" len="med"/>
                  <a:tailEnd type="triangle" w="med" len="med"/>
                </a:ln>
              </p:spPr>
            </p:cxnSp>
            <p:cxnSp>
              <p:nvCxnSpPr>
                <p:cNvPr id="22567" name="Line 85"/>
                <p:cNvCxnSpPr/>
                <p:nvPr/>
              </p:nvCxnSpPr>
              <p:spPr>
                <a:xfrm>
                  <a:off x="3237" y="8616"/>
                  <a:ext cx="1080" cy="0"/>
                </a:xfrm>
                <a:prstGeom prst="line">
                  <a:avLst/>
                </a:prstGeom>
                <a:ln w="9525" cap="flat" cmpd="sng">
                  <a:solidFill>
                    <a:srgbClr val="000000"/>
                  </a:solidFill>
                  <a:prstDash val="solid"/>
                  <a:round/>
                  <a:headEnd type="none" w="med" len="med"/>
                  <a:tailEnd type="triangle" w="med" len="med"/>
                </a:ln>
              </p:spPr>
            </p:cxnSp>
            <p:cxnSp>
              <p:nvCxnSpPr>
                <p:cNvPr id="22568" name="Line 86"/>
                <p:cNvCxnSpPr/>
                <p:nvPr/>
              </p:nvCxnSpPr>
              <p:spPr>
                <a:xfrm>
                  <a:off x="3237" y="9864"/>
                  <a:ext cx="1080" cy="0"/>
                </a:xfrm>
                <a:prstGeom prst="line">
                  <a:avLst/>
                </a:prstGeom>
                <a:ln w="9525" cap="flat" cmpd="sng">
                  <a:solidFill>
                    <a:srgbClr val="000000"/>
                  </a:solidFill>
                  <a:prstDash val="solid"/>
                  <a:round/>
                  <a:headEnd type="none" w="med" len="med"/>
                  <a:tailEnd type="triangle" w="med" len="med"/>
                </a:ln>
              </p:spPr>
            </p:cxnSp>
            <p:cxnSp>
              <p:nvCxnSpPr>
                <p:cNvPr id="22569" name="Line 87"/>
                <p:cNvCxnSpPr/>
                <p:nvPr/>
              </p:nvCxnSpPr>
              <p:spPr>
                <a:xfrm>
                  <a:off x="3237" y="7992"/>
                  <a:ext cx="1080" cy="468"/>
                </a:xfrm>
                <a:prstGeom prst="line">
                  <a:avLst/>
                </a:prstGeom>
                <a:ln w="9525" cap="flat" cmpd="sng">
                  <a:solidFill>
                    <a:srgbClr val="000000"/>
                  </a:solidFill>
                  <a:prstDash val="solid"/>
                  <a:round/>
                  <a:headEnd type="none" w="med" len="med"/>
                  <a:tailEnd type="triangle" w="med" len="med"/>
                </a:ln>
              </p:spPr>
            </p:cxnSp>
            <p:cxnSp>
              <p:nvCxnSpPr>
                <p:cNvPr id="22570" name="Line 88"/>
                <p:cNvCxnSpPr/>
                <p:nvPr/>
              </p:nvCxnSpPr>
              <p:spPr>
                <a:xfrm>
                  <a:off x="3237" y="7992"/>
                  <a:ext cx="1080" cy="1716"/>
                </a:xfrm>
                <a:prstGeom prst="line">
                  <a:avLst/>
                </a:prstGeom>
                <a:ln w="9525" cap="flat" cmpd="sng">
                  <a:solidFill>
                    <a:srgbClr val="000000"/>
                  </a:solidFill>
                  <a:prstDash val="solid"/>
                  <a:round/>
                  <a:headEnd type="none" w="med" len="med"/>
                  <a:tailEnd type="triangle" w="med" len="med"/>
                </a:ln>
              </p:spPr>
            </p:cxnSp>
            <p:cxnSp>
              <p:nvCxnSpPr>
                <p:cNvPr id="22571" name="Line 89"/>
                <p:cNvCxnSpPr/>
                <p:nvPr/>
              </p:nvCxnSpPr>
              <p:spPr>
                <a:xfrm flipV="1">
                  <a:off x="3237" y="7992"/>
                  <a:ext cx="1080" cy="624"/>
                </a:xfrm>
                <a:prstGeom prst="line">
                  <a:avLst/>
                </a:prstGeom>
                <a:ln w="9525" cap="flat" cmpd="sng">
                  <a:solidFill>
                    <a:srgbClr val="000000"/>
                  </a:solidFill>
                  <a:prstDash val="solid"/>
                  <a:round/>
                  <a:headEnd type="none" w="med" len="med"/>
                  <a:tailEnd type="triangle" w="med" len="med"/>
                </a:ln>
              </p:spPr>
            </p:cxnSp>
            <p:cxnSp>
              <p:nvCxnSpPr>
                <p:cNvPr id="22572" name="Line 90"/>
                <p:cNvCxnSpPr/>
                <p:nvPr/>
              </p:nvCxnSpPr>
              <p:spPr>
                <a:xfrm flipV="1">
                  <a:off x="3237" y="8148"/>
                  <a:ext cx="1080" cy="1716"/>
                </a:xfrm>
                <a:prstGeom prst="line">
                  <a:avLst/>
                </a:prstGeom>
                <a:ln w="9525" cap="flat" cmpd="sng">
                  <a:solidFill>
                    <a:srgbClr val="000000"/>
                  </a:solidFill>
                  <a:prstDash val="solid"/>
                  <a:round/>
                  <a:headEnd type="none" w="med" len="med"/>
                  <a:tailEnd type="triangle" w="med" len="med"/>
                </a:ln>
              </p:spPr>
            </p:cxnSp>
            <p:cxnSp>
              <p:nvCxnSpPr>
                <p:cNvPr id="22573" name="Line 91"/>
                <p:cNvCxnSpPr/>
                <p:nvPr/>
              </p:nvCxnSpPr>
              <p:spPr>
                <a:xfrm>
                  <a:off x="3237" y="8616"/>
                  <a:ext cx="1080" cy="1248"/>
                </a:xfrm>
                <a:prstGeom prst="line">
                  <a:avLst/>
                </a:prstGeom>
                <a:ln w="9525" cap="flat" cmpd="sng">
                  <a:solidFill>
                    <a:srgbClr val="000000"/>
                  </a:solidFill>
                  <a:prstDash val="solid"/>
                  <a:round/>
                  <a:headEnd type="none" w="med" len="med"/>
                  <a:tailEnd type="triangle" w="med" len="med"/>
                </a:ln>
              </p:spPr>
            </p:cxnSp>
            <p:cxnSp>
              <p:nvCxnSpPr>
                <p:cNvPr id="22574" name="Line 92"/>
                <p:cNvCxnSpPr/>
                <p:nvPr/>
              </p:nvCxnSpPr>
              <p:spPr>
                <a:xfrm flipV="1">
                  <a:off x="3237" y="8772"/>
                  <a:ext cx="1080" cy="1092"/>
                </a:xfrm>
                <a:prstGeom prst="line">
                  <a:avLst/>
                </a:prstGeom>
                <a:ln w="9525" cap="flat" cmpd="sng">
                  <a:solidFill>
                    <a:srgbClr val="000000"/>
                  </a:solidFill>
                  <a:prstDash val="solid"/>
                  <a:round/>
                  <a:headEnd type="none" w="med" len="med"/>
                  <a:tailEnd type="triangle" w="med" len="med"/>
                </a:ln>
              </p:spPr>
            </p:cxnSp>
            <p:cxnSp>
              <p:nvCxnSpPr>
                <p:cNvPr id="22575" name="Line 93"/>
                <p:cNvCxnSpPr/>
                <p:nvPr/>
              </p:nvCxnSpPr>
              <p:spPr>
                <a:xfrm>
                  <a:off x="4497" y="7992"/>
                  <a:ext cx="900" cy="0"/>
                </a:xfrm>
                <a:prstGeom prst="line">
                  <a:avLst/>
                </a:prstGeom>
                <a:ln w="9525" cap="flat" cmpd="sng">
                  <a:solidFill>
                    <a:srgbClr val="000000"/>
                  </a:solidFill>
                  <a:prstDash val="solid"/>
                  <a:round/>
                  <a:headEnd type="none" w="med" len="med"/>
                  <a:tailEnd type="triangle" w="med" len="med"/>
                </a:ln>
              </p:spPr>
            </p:cxnSp>
            <p:cxnSp>
              <p:nvCxnSpPr>
                <p:cNvPr id="22576" name="Line 94"/>
                <p:cNvCxnSpPr/>
                <p:nvPr/>
              </p:nvCxnSpPr>
              <p:spPr>
                <a:xfrm>
                  <a:off x="4497" y="8616"/>
                  <a:ext cx="900" cy="0"/>
                </a:xfrm>
                <a:prstGeom prst="line">
                  <a:avLst/>
                </a:prstGeom>
                <a:ln w="9525" cap="flat" cmpd="sng">
                  <a:solidFill>
                    <a:srgbClr val="000000"/>
                  </a:solidFill>
                  <a:prstDash val="solid"/>
                  <a:round/>
                  <a:headEnd type="none" w="med" len="med"/>
                  <a:tailEnd type="triangle" w="med" len="med"/>
                </a:ln>
              </p:spPr>
            </p:cxnSp>
            <p:cxnSp>
              <p:nvCxnSpPr>
                <p:cNvPr id="22577" name="Line 95"/>
                <p:cNvCxnSpPr/>
                <p:nvPr/>
              </p:nvCxnSpPr>
              <p:spPr>
                <a:xfrm>
                  <a:off x="4497" y="9864"/>
                  <a:ext cx="900" cy="0"/>
                </a:xfrm>
                <a:prstGeom prst="line">
                  <a:avLst/>
                </a:prstGeom>
                <a:ln w="9525" cap="flat" cmpd="sng">
                  <a:solidFill>
                    <a:srgbClr val="000000"/>
                  </a:solidFill>
                  <a:prstDash val="solid"/>
                  <a:round/>
                  <a:headEnd type="none" w="med" len="med"/>
                  <a:tailEnd type="triangle" w="med" len="med"/>
                </a:ln>
              </p:spPr>
            </p:cxnSp>
            <p:cxnSp>
              <p:nvCxnSpPr>
                <p:cNvPr id="22578" name="Line 96"/>
                <p:cNvCxnSpPr/>
                <p:nvPr/>
              </p:nvCxnSpPr>
              <p:spPr>
                <a:xfrm>
                  <a:off x="4497" y="7992"/>
                  <a:ext cx="900" cy="468"/>
                </a:xfrm>
                <a:prstGeom prst="line">
                  <a:avLst/>
                </a:prstGeom>
                <a:ln w="9525" cap="flat" cmpd="sng">
                  <a:solidFill>
                    <a:srgbClr val="000000"/>
                  </a:solidFill>
                  <a:prstDash val="solid"/>
                  <a:round/>
                  <a:headEnd type="none" w="med" len="med"/>
                  <a:tailEnd type="triangle" w="med" len="med"/>
                </a:ln>
              </p:spPr>
            </p:cxnSp>
            <p:cxnSp>
              <p:nvCxnSpPr>
                <p:cNvPr id="22579" name="Line 97"/>
                <p:cNvCxnSpPr/>
                <p:nvPr/>
              </p:nvCxnSpPr>
              <p:spPr>
                <a:xfrm>
                  <a:off x="4497" y="7992"/>
                  <a:ext cx="900" cy="1716"/>
                </a:xfrm>
                <a:prstGeom prst="line">
                  <a:avLst/>
                </a:prstGeom>
                <a:ln w="9525" cap="flat" cmpd="sng">
                  <a:solidFill>
                    <a:srgbClr val="000000"/>
                  </a:solidFill>
                  <a:prstDash val="solid"/>
                  <a:round/>
                  <a:headEnd type="none" w="med" len="med"/>
                  <a:tailEnd type="triangle" w="med" len="med"/>
                </a:ln>
              </p:spPr>
            </p:cxnSp>
            <p:cxnSp>
              <p:nvCxnSpPr>
                <p:cNvPr id="22580" name="Line 98"/>
                <p:cNvCxnSpPr/>
                <p:nvPr/>
              </p:nvCxnSpPr>
              <p:spPr>
                <a:xfrm flipV="1">
                  <a:off x="4497" y="7992"/>
                  <a:ext cx="900" cy="624"/>
                </a:xfrm>
                <a:prstGeom prst="line">
                  <a:avLst/>
                </a:prstGeom>
                <a:ln w="9525" cap="flat" cmpd="sng">
                  <a:solidFill>
                    <a:srgbClr val="000000"/>
                  </a:solidFill>
                  <a:prstDash val="solid"/>
                  <a:round/>
                  <a:headEnd type="none" w="med" len="med"/>
                  <a:tailEnd type="triangle" w="med" len="med"/>
                </a:ln>
              </p:spPr>
            </p:cxnSp>
            <p:cxnSp>
              <p:nvCxnSpPr>
                <p:cNvPr id="22581" name="Line 99"/>
                <p:cNvCxnSpPr/>
                <p:nvPr/>
              </p:nvCxnSpPr>
              <p:spPr>
                <a:xfrm>
                  <a:off x="4497" y="8616"/>
                  <a:ext cx="900" cy="1248"/>
                </a:xfrm>
                <a:prstGeom prst="line">
                  <a:avLst/>
                </a:prstGeom>
                <a:ln w="9525" cap="flat" cmpd="sng">
                  <a:solidFill>
                    <a:srgbClr val="000000"/>
                  </a:solidFill>
                  <a:prstDash val="solid"/>
                  <a:round/>
                  <a:headEnd type="none" w="med" len="med"/>
                  <a:tailEnd type="triangle" w="med" len="med"/>
                </a:ln>
              </p:spPr>
            </p:cxnSp>
            <p:cxnSp>
              <p:nvCxnSpPr>
                <p:cNvPr id="22582" name="Line 100"/>
                <p:cNvCxnSpPr/>
                <p:nvPr/>
              </p:nvCxnSpPr>
              <p:spPr>
                <a:xfrm flipV="1">
                  <a:off x="4497" y="8148"/>
                  <a:ext cx="900" cy="1716"/>
                </a:xfrm>
                <a:prstGeom prst="line">
                  <a:avLst/>
                </a:prstGeom>
                <a:ln w="9525" cap="flat" cmpd="sng">
                  <a:solidFill>
                    <a:srgbClr val="000000"/>
                  </a:solidFill>
                  <a:prstDash val="solid"/>
                  <a:round/>
                  <a:headEnd type="none" w="med" len="med"/>
                  <a:tailEnd type="triangle" w="med" len="med"/>
                </a:ln>
              </p:spPr>
            </p:cxnSp>
            <p:cxnSp>
              <p:nvCxnSpPr>
                <p:cNvPr id="22583" name="Line 101"/>
                <p:cNvCxnSpPr/>
                <p:nvPr/>
              </p:nvCxnSpPr>
              <p:spPr>
                <a:xfrm flipV="1">
                  <a:off x="4497" y="8772"/>
                  <a:ext cx="900" cy="1092"/>
                </a:xfrm>
                <a:prstGeom prst="line">
                  <a:avLst/>
                </a:prstGeom>
                <a:ln w="9525" cap="flat" cmpd="sng">
                  <a:solidFill>
                    <a:srgbClr val="000000"/>
                  </a:solidFill>
                  <a:prstDash val="solid"/>
                  <a:round/>
                  <a:headEnd type="none" w="med" len="med"/>
                  <a:tailEnd type="triangle" w="med" len="med"/>
                </a:ln>
              </p:spPr>
            </p:cxnSp>
            <p:cxnSp>
              <p:nvCxnSpPr>
                <p:cNvPr id="22584" name="Line 102"/>
                <p:cNvCxnSpPr/>
                <p:nvPr/>
              </p:nvCxnSpPr>
              <p:spPr>
                <a:xfrm>
                  <a:off x="5577" y="7992"/>
                  <a:ext cx="540" cy="0"/>
                </a:xfrm>
                <a:prstGeom prst="line">
                  <a:avLst/>
                </a:prstGeom>
                <a:ln w="9525" cap="flat" cmpd="sng">
                  <a:solidFill>
                    <a:srgbClr val="000000"/>
                  </a:solidFill>
                  <a:prstDash val="solid"/>
                  <a:round/>
                  <a:headEnd type="none" w="med" len="med"/>
                  <a:tailEnd type="triangle" w="med" len="med"/>
                </a:ln>
              </p:spPr>
            </p:cxnSp>
            <p:cxnSp>
              <p:nvCxnSpPr>
                <p:cNvPr id="22585" name="Line 103"/>
                <p:cNvCxnSpPr/>
                <p:nvPr/>
              </p:nvCxnSpPr>
              <p:spPr>
                <a:xfrm>
                  <a:off x="5577" y="8616"/>
                  <a:ext cx="540" cy="0"/>
                </a:xfrm>
                <a:prstGeom prst="line">
                  <a:avLst/>
                </a:prstGeom>
                <a:ln w="9525" cap="flat" cmpd="sng">
                  <a:solidFill>
                    <a:srgbClr val="000000"/>
                  </a:solidFill>
                  <a:prstDash val="solid"/>
                  <a:round/>
                  <a:headEnd type="none" w="med" len="med"/>
                  <a:tailEnd type="triangle" w="med" len="med"/>
                </a:ln>
              </p:spPr>
            </p:cxnSp>
            <p:cxnSp>
              <p:nvCxnSpPr>
                <p:cNvPr id="22586" name="Line 104"/>
                <p:cNvCxnSpPr/>
                <p:nvPr/>
              </p:nvCxnSpPr>
              <p:spPr>
                <a:xfrm>
                  <a:off x="5577" y="9864"/>
                  <a:ext cx="540" cy="0"/>
                </a:xfrm>
                <a:prstGeom prst="line">
                  <a:avLst/>
                </a:prstGeom>
                <a:ln w="9525" cap="flat" cmpd="sng">
                  <a:solidFill>
                    <a:srgbClr val="000000"/>
                  </a:solidFill>
                  <a:prstDash val="solid"/>
                  <a:round/>
                  <a:headEnd type="none" w="med" len="med"/>
                  <a:tailEnd type="triangle" w="med" len="med"/>
                </a:ln>
              </p:spPr>
            </p:cxnSp>
            <p:cxnSp>
              <p:nvCxnSpPr>
                <p:cNvPr id="22587" name="Line 105"/>
                <p:cNvCxnSpPr/>
                <p:nvPr/>
              </p:nvCxnSpPr>
              <p:spPr>
                <a:xfrm>
                  <a:off x="6477" y="7992"/>
                  <a:ext cx="540" cy="0"/>
                </a:xfrm>
                <a:prstGeom prst="line">
                  <a:avLst/>
                </a:prstGeom>
                <a:ln w="9525" cap="flat" cmpd="sng">
                  <a:solidFill>
                    <a:srgbClr val="000000"/>
                  </a:solidFill>
                  <a:prstDash val="solid"/>
                  <a:round/>
                  <a:headEnd type="none" w="med" len="med"/>
                  <a:tailEnd type="triangle" w="med" len="med"/>
                </a:ln>
              </p:spPr>
            </p:cxnSp>
            <p:cxnSp>
              <p:nvCxnSpPr>
                <p:cNvPr id="22588" name="Line 106"/>
                <p:cNvCxnSpPr/>
                <p:nvPr/>
              </p:nvCxnSpPr>
              <p:spPr>
                <a:xfrm>
                  <a:off x="6477" y="8616"/>
                  <a:ext cx="540" cy="0"/>
                </a:xfrm>
                <a:prstGeom prst="line">
                  <a:avLst/>
                </a:prstGeom>
                <a:ln w="9525" cap="flat" cmpd="sng">
                  <a:solidFill>
                    <a:srgbClr val="000000"/>
                  </a:solidFill>
                  <a:prstDash val="solid"/>
                  <a:round/>
                  <a:headEnd type="none" w="med" len="med"/>
                  <a:tailEnd type="triangle" w="med" len="med"/>
                </a:ln>
              </p:spPr>
            </p:cxnSp>
            <p:cxnSp>
              <p:nvCxnSpPr>
                <p:cNvPr id="22589" name="Line 107"/>
                <p:cNvCxnSpPr/>
                <p:nvPr/>
              </p:nvCxnSpPr>
              <p:spPr>
                <a:xfrm>
                  <a:off x="6477" y="9864"/>
                  <a:ext cx="540" cy="0"/>
                </a:xfrm>
                <a:prstGeom prst="line">
                  <a:avLst/>
                </a:prstGeom>
                <a:ln w="9525" cap="flat" cmpd="sng">
                  <a:solidFill>
                    <a:srgbClr val="000000"/>
                  </a:solidFill>
                  <a:prstDash val="solid"/>
                  <a:round/>
                  <a:headEnd type="none" w="med" len="med"/>
                  <a:tailEnd type="triangle" w="med" len="med"/>
                </a:ln>
              </p:spPr>
            </p:cxnSp>
          </p:grpSp>
          <p:grpSp>
            <p:nvGrpSpPr>
              <p:cNvPr id="22590" name="组合 2222"/>
              <p:cNvGrpSpPr/>
              <p:nvPr/>
            </p:nvGrpSpPr>
            <p:grpSpPr>
              <a:xfrm>
                <a:off x="1114" y="2484"/>
                <a:ext cx="3755" cy="599"/>
                <a:chOff x="1114" y="2484"/>
                <a:chExt cx="3755" cy="599"/>
              </a:xfrm>
            </p:grpSpPr>
            <p:sp>
              <p:nvSpPr>
                <p:cNvPr id="22591" name="Rectangle 109"/>
                <p:cNvSpPr/>
                <p:nvPr/>
              </p:nvSpPr>
              <p:spPr>
                <a:xfrm>
                  <a:off x="1114" y="2484"/>
                  <a:ext cx="375" cy="533"/>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sp>
              <p:nvSpPr>
                <p:cNvPr id="22592" name="Rectangle 110"/>
                <p:cNvSpPr/>
                <p:nvPr/>
              </p:nvSpPr>
              <p:spPr>
                <a:xfrm>
                  <a:off x="2208" y="2499"/>
                  <a:ext cx="374" cy="533"/>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sp>
              <p:nvSpPr>
                <p:cNvPr id="22593" name="Rectangle 111"/>
                <p:cNvSpPr/>
                <p:nvPr/>
              </p:nvSpPr>
              <p:spPr>
                <a:xfrm>
                  <a:off x="3120" y="2499"/>
                  <a:ext cx="374" cy="533"/>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sp>
              <p:nvSpPr>
                <p:cNvPr id="22594" name="Rectangle 112"/>
                <p:cNvSpPr/>
                <p:nvPr/>
              </p:nvSpPr>
              <p:spPr>
                <a:xfrm>
                  <a:off x="4495" y="2548"/>
                  <a:ext cx="374" cy="535"/>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sp>
              <p:nvSpPr>
                <p:cNvPr id="22595" name="Rectangle 113"/>
                <p:cNvSpPr/>
                <p:nvPr/>
              </p:nvSpPr>
              <p:spPr>
                <a:xfrm>
                  <a:off x="3870" y="2525"/>
                  <a:ext cx="375" cy="534"/>
                </a:xfrm>
                <a:prstGeom prst="rect">
                  <a:avLst/>
                </a:prstGeom>
                <a:noFill/>
                <a:ln w="9525">
                  <a:noFill/>
                </a:ln>
              </p:spPr>
              <p:txBody>
                <a:bodyPr wrap="none" anchor="t" anchorCtr="0">
                  <a:spAutoFit/>
                </a:bodyPr>
                <a:p>
                  <a:r>
                    <a:rPr lang="en-US" altLang="zh-CN" sz="2000" b="1">
                      <a:latin typeface="Times New Roman" panose="02020603050405020304" charset="0"/>
                      <a:ea typeface="宋体" panose="02010600030101010101" pitchFamily="2" charset="-122"/>
                    </a:rPr>
                    <a:t>…</a:t>
                  </a:r>
                  <a:endParaRPr lang="en-US" altLang="zh-CN" sz="2000" b="1">
                    <a:latin typeface="Times New Roman" panose="02020603050405020304" charset="0"/>
                    <a:ea typeface="宋体" panose="02010600030101010101" pitchFamily="2" charset="-122"/>
                  </a:endParaRPr>
                </a:p>
              </p:txBody>
            </p:sp>
          </p:grpSp>
        </p:grpSp>
      </p:grpSp>
      <p:sp>
        <p:nvSpPr>
          <p:cNvPr id="2229" name="Rectangle 114"/>
          <p:cNvSpPr/>
          <p:nvPr/>
        </p:nvSpPr>
        <p:spPr>
          <a:xfrm>
            <a:off x="611188" y="4171950"/>
            <a:ext cx="8137525" cy="1920875"/>
          </a:xfrm>
          <a:prstGeom prst="rect">
            <a:avLst/>
          </a:prstGeom>
          <a:noFill/>
          <a:ln w="9525">
            <a:noFill/>
          </a:ln>
        </p:spPr>
        <p:txBody>
          <a:bodyPr/>
          <a:p>
            <a:pPr fontAlgn="base"/>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神经网络由大量神经元互连而成，按其拓扑结构可分成</a:t>
            </a:r>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a:t>
            </a:r>
            <a:endParaRPr lang="en-US" altLang="zh-CN" sz="2000" b="1" strike="noStrike" noProof="1">
              <a:effectLst>
                <a:outerShdw blurRad="38100" dist="38100" dir="2700000">
                  <a:srgbClr val="C0C0C0"/>
                </a:outerShdw>
              </a:effectLst>
            </a:endParaRPr>
          </a:p>
          <a:p>
            <a:pPr fontAlgn="base"/>
            <a:r>
              <a:rPr lang="zh-CN" altLang="en-US" sz="2000" b="1" strike="noStrike" noProof="1">
                <a:solidFill>
                  <a:srgbClr val="EA550A"/>
                </a:solidFill>
                <a:effectLst>
                  <a:outerShdw blurRad="38100" dist="38100" dir="2700000">
                    <a:srgbClr val="C0C0C0"/>
                  </a:outerShdw>
                </a:effectLst>
                <a:latin typeface="Arial" panose="020B0604020202020204"/>
                <a:ea typeface="宋体" panose="02010600030101010101" pitchFamily="2" charset="-122"/>
                <a:cs typeface="+mn-cs"/>
              </a:rPr>
              <a:t>层次网络模型</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 神经元分成若干层顺序连接，在输入层上加上输入信息，通过中间各层，加权后传递到输出层后输出，其中有的在同一层中的各神经元相互之间有连接，有的从输出层到输入层有反馈；</a:t>
            </a:r>
            <a:endParaRPr lang="zh-CN" altLang="en-US" sz="2000" b="1" strike="noStrike" noProof="1">
              <a:effectLst>
                <a:outerShdw blurRad="38100" dist="38100" dir="2700000">
                  <a:srgbClr val="C0C0C0"/>
                </a:outerShdw>
              </a:effectLst>
            </a:endParaRPr>
          </a:p>
          <a:p>
            <a:pPr fontAlgn="base"/>
            <a:r>
              <a:rPr lang="zh-CN" altLang="en-US" sz="2000" b="1" strike="noStrike" noProof="1">
                <a:solidFill>
                  <a:srgbClr val="EA550A"/>
                </a:solidFill>
                <a:effectLst>
                  <a:outerShdw blurRad="38100" dist="38100" dir="2700000">
                    <a:srgbClr val="C0C0C0"/>
                  </a:outerShdw>
                </a:effectLst>
                <a:latin typeface="Arial" panose="020B0604020202020204"/>
                <a:ea typeface="宋体" panose="02010600030101010101" pitchFamily="2" charset="-122"/>
                <a:cs typeface="+mn-cs"/>
              </a:rPr>
              <a:t>互连网络模型 </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任意两个神经元之间都有相互连接的关系，在连接中，有的神经元之间是双向的，有的是单向的，按实际情况决定。</a:t>
            </a:r>
            <a:endParaRPr lang="zh-CN" altLang="en-US" sz="2000" b="1" strike="noStrike" noProof="1">
              <a:effectLst>
                <a:outerShdw blurRad="38100" dist="38100" dir="2700000">
                  <a:srgbClr val="C0C0C0"/>
                </a:outerShdw>
              </a:effectLst>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p:nvPr>
            <p:ph type="title"/>
          </p:nvPr>
        </p:nvSpPr>
        <p:spPr>
          <a:ln/>
        </p:spPr>
        <p:txBody>
          <a:bodyPr wrap="square" lIns="91440" tIns="45720" rIns="91440" bIns="45720" anchor="ctr" anchorCtr="0"/>
          <a:p>
            <a:r>
              <a:rPr lang="en-US" altLang="zh-CN"/>
              <a:t>BP</a:t>
            </a:r>
            <a:r>
              <a:rPr lang="zh-CN" altLang="en-US"/>
              <a:t>神经网络的学习</a:t>
            </a:r>
            <a:endParaRPr lang="zh-CN" altLang="en-US"/>
          </a:p>
        </p:txBody>
      </p:sp>
      <p:sp>
        <p:nvSpPr>
          <p:cNvPr id="2233" name="内容占位符 2"/>
          <p:cNvSpPr>
            <a:spLocks noGrp="1"/>
          </p:cNvSpPr>
          <p:nvPr>
            <p:ph idx="3"/>
          </p:nvPr>
        </p:nvSpPr>
        <p:spPr>
          <a:xfrm>
            <a:off x="357505" y="1981200"/>
            <a:ext cx="8501380" cy="3185160"/>
          </a:xfrm>
        </p:spPr>
        <p:txBody>
          <a:bodyPr wrap="square" lIns="91440" tIns="45720" rIns="91440" bIns="45720" anchor="t"/>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2400" b="0" i="0" u="none" strike="noStrike" kern="1200" cap="none" spc="0" normalizeH="0" baseline="0" noProof="1">
                <a:solidFill>
                  <a:schemeClr val="tx1"/>
                </a:solidFill>
                <a:latin typeface="+mn-lt"/>
                <a:ea typeface="+mn-ea"/>
                <a:cs typeface="+mn-cs"/>
              </a:rPr>
              <a:t>学习就是通过向有限个例子（训练样本）的学习来找到隐藏在例子背后（即产生这些例子）的规律（如函数形式）。</a:t>
            </a:r>
            <a:endParaRPr kumimoji="0" lang="zh-CN" altLang="en-US" sz="2400" b="0" i="0" u="none" strike="noStrike" kern="120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2400" b="0" i="0" u="none" strike="noStrike" kern="1200" cap="none" spc="0" normalizeH="0" baseline="0" noProof="1">
                <a:solidFill>
                  <a:schemeClr val="tx1"/>
                </a:solidFill>
                <a:latin typeface="+mn-lt"/>
                <a:ea typeface="+mn-ea"/>
                <a:cs typeface="+mn-cs"/>
              </a:rPr>
              <a:t> 当样本数据改变系统参数时，系统会对这些改变进行自适应或自组织的学习，在神经网络中表现为突触的改变。</a:t>
            </a:r>
            <a:endParaRPr kumimoji="0" lang="zh-CN" altLang="en-US" sz="2400" b="0" i="0" u="none" strike="noStrike" kern="120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2400" b="0" i="0" u="none" strike="noStrike" kern="1200" cap="none" spc="0" normalizeH="0" baseline="0" noProof="1">
                <a:solidFill>
                  <a:schemeClr val="tx1"/>
                </a:solidFill>
                <a:latin typeface="+mn-lt"/>
                <a:ea typeface="+mn-ea"/>
                <a:cs typeface="+mn-cs"/>
              </a:rPr>
              <a:t> 按突触修正假说，神经网络在拓扑结构固定时，其学习归结为</a:t>
            </a:r>
            <a:r>
              <a:rPr kumimoji="0" lang="zh-CN" altLang="en-US" sz="2400" b="1" i="0" u="none" strike="noStrike" kern="1200" cap="none" spc="0" normalizeH="0" baseline="0" noProof="1">
                <a:solidFill>
                  <a:srgbClr val="C00000"/>
                </a:solidFill>
                <a:effectLst>
                  <a:outerShdw blurRad="38100" dist="38100" dir="2700000">
                    <a:srgbClr val="C0C0C0"/>
                  </a:outerShdw>
                </a:effectLst>
                <a:latin typeface="+mn-lt"/>
                <a:ea typeface="+mn-ea"/>
                <a:cs typeface="+mn-cs"/>
              </a:rPr>
              <a:t>连接权</a:t>
            </a:r>
            <a:r>
              <a:rPr kumimoji="0" lang="zh-CN" altLang="en-US" sz="2400" b="0" i="0" u="none" strike="noStrike" kern="1200" cap="none" spc="0" normalizeH="0" baseline="0" noProof="1">
                <a:solidFill>
                  <a:schemeClr val="tx1"/>
                </a:solidFill>
                <a:latin typeface="+mn-lt"/>
                <a:ea typeface="+mn-ea"/>
                <a:cs typeface="+mn-cs"/>
              </a:rPr>
              <a:t>的变化。</a:t>
            </a:r>
            <a:endParaRPr kumimoji="0" lang="zh-CN" altLang="en-US" sz="2400" b="0" i="0" u="none" strike="noStrike" kern="120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pPr>
            <a:r>
              <a:rPr kumimoji="0" lang="zh-CN" altLang="en-US" sz="2400" b="1" i="0" u="none" strike="noStrike" kern="1200" cap="none" spc="0" normalizeH="0" baseline="0" noProof="1">
                <a:solidFill>
                  <a:srgbClr val="FF0000"/>
                </a:solidFill>
                <a:latin typeface="+mn-lt"/>
                <a:ea typeface="+mn-ea"/>
                <a:cs typeface="+mn-cs"/>
              </a:rPr>
              <a:t>（学习过程其实就是确定其中的所有参数，使其能适应训练数据）</a:t>
            </a:r>
            <a:endParaRPr kumimoji="0" lang="zh-CN" altLang="en-US" sz="2400" b="1" i="0" u="none" strike="noStrike" kern="1200" cap="none" spc="0" normalizeH="0" baseline="0" noProof="1">
              <a:solidFill>
                <a:srgbClr val="FF0000"/>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pPr>
            <a:endParaRPr kumimoji="0" lang="zh-CN" altLang="en-US" sz="2400" b="0" i="0" u="none" strike="noStrike" kern="1200" cap="none" spc="0" normalizeH="0" baseline="0" noProof="1">
              <a:solidFill>
                <a:schemeClr val="tx1"/>
              </a:solidFill>
              <a:latin typeface="+mn-lt"/>
              <a:ea typeface="+mn-ea"/>
              <a:cs typeface="+mn-cs"/>
            </a:endParaRPr>
          </a:p>
          <a:p>
            <a:pPr marL="342900" marR="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Char char="n"/>
            </a:pPr>
            <a:endParaRPr kumimoji="0" lang="zh-CN" altLang="en-US" sz="2400" b="0" i="0" u="none" strike="noStrike" kern="1200" cap="none" spc="0" normalizeH="0" baseline="0" noProof="1">
              <a:solidFill>
                <a:schemeClr val="tx1"/>
              </a:solidFill>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p:nvPr>
            <p:ph type="title"/>
          </p:nvPr>
        </p:nvSpPr>
        <p:spPr>
          <a:ln/>
        </p:spPr>
        <p:txBody>
          <a:bodyPr wrap="square" lIns="91440" tIns="45720" rIns="91440" bIns="45720" anchor="ctr" anchorCtr="0"/>
          <a:p>
            <a:r>
              <a:rPr lang="zh-CN" altLang="en-US"/>
              <a:t>什么是监督学习（</a:t>
            </a:r>
            <a:r>
              <a:rPr lang="en-US" altLang="zh-CN"/>
              <a:t>supervised learning)</a:t>
            </a:r>
            <a:r>
              <a:rPr lang="zh-CN" altLang="en-US"/>
              <a:t>？</a:t>
            </a:r>
            <a:endParaRPr lang="zh-CN" altLang="en-US"/>
          </a:p>
        </p:txBody>
      </p:sp>
      <p:sp>
        <p:nvSpPr>
          <p:cNvPr id="24578" name="内容占位符 2"/>
          <p:cNvSpPr/>
          <p:nvPr>
            <p:ph idx="4294967295"/>
          </p:nvPr>
        </p:nvSpPr>
        <p:spPr>
          <a:xfrm>
            <a:off x="457200" y="1981200"/>
            <a:ext cx="8229600" cy="2733675"/>
          </a:xfrm>
          <a:ln/>
        </p:spPr>
        <p:txBody>
          <a:bodyPr wrap="square" lIns="91440" tIns="45720" rIns="91440" bIns="45720" anchor="t" anchorCtr="0"/>
          <a:p>
            <a:r>
              <a:rPr lang="zh-CN" altLang="en-US"/>
              <a:t>监督就是对每一个输入</a:t>
            </a:r>
            <a:r>
              <a:rPr lang="en-US" altLang="zh-CN"/>
              <a:t>X</a:t>
            </a:r>
            <a:r>
              <a:rPr lang="en-US" altLang="zh-CN" baseline="-25000"/>
              <a:t>i</a:t>
            </a:r>
            <a:r>
              <a:rPr lang="en-US" altLang="zh-CN"/>
              <a:t>,</a:t>
            </a:r>
            <a:r>
              <a:rPr lang="zh-CN" altLang="en-US"/>
              <a:t>都假定我们已经知道它的期望输出</a:t>
            </a:r>
            <a:r>
              <a:rPr lang="en-US" altLang="zh-CN"/>
              <a:t>Y</a:t>
            </a:r>
            <a:r>
              <a:rPr lang="en-US" altLang="zh-CN" baseline="-25000"/>
              <a:t>i</a:t>
            </a:r>
            <a:r>
              <a:rPr lang="en-US" altLang="zh-CN"/>
              <a:t>,</a:t>
            </a:r>
            <a:r>
              <a:rPr lang="zh-CN" altLang="en-US"/>
              <a:t>这个</a:t>
            </a:r>
            <a:r>
              <a:rPr lang="en-US" altLang="zh-CN"/>
              <a:t>Y</a:t>
            </a:r>
            <a:r>
              <a:rPr lang="en-US" altLang="zh-CN" baseline="-25000"/>
              <a:t>i</a:t>
            </a:r>
            <a:r>
              <a:rPr lang="zh-CN" altLang="en-US"/>
              <a:t>可以理解为监督信号，也叫“教师信号”。</a:t>
            </a:r>
            <a:endParaRPr lang="zh-CN" altLang="en-US"/>
          </a:p>
          <a:p>
            <a:r>
              <a:rPr lang="zh-CN" altLang="en-US"/>
              <a:t>每一个输入</a:t>
            </a:r>
            <a:r>
              <a:rPr lang="en-US" altLang="zh-CN"/>
              <a:t>X</a:t>
            </a:r>
            <a:r>
              <a:rPr lang="en-US" altLang="zh-CN" baseline="-25000"/>
              <a:t>i</a:t>
            </a:r>
            <a:r>
              <a:rPr lang="zh-CN" altLang="en-US"/>
              <a:t>及其期望输出</a:t>
            </a:r>
            <a:r>
              <a:rPr lang="en-US" altLang="zh-CN"/>
              <a:t>Y</a:t>
            </a:r>
            <a:r>
              <a:rPr lang="en-US" altLang="zh-CN" baseline="-25000"/>
              <a:t>i</a:t>
            </a:r>
            <a:r>
              <a:rPr lang="zh-CN" altLang="en-US"/>
              <a:t>，就构成了一个训练实例。</a:t>
            </a:r>
            <a:endParaRPr lang="zh-CN" altLang="en-US"/>
          </a:p>
          <a:p>
            <a:endParaRPr lang="zh-CN" altLang="en-US"/>
          </a:p>
        </p:txBody>
      </p:sp>
      <p:graphicFrame>
        <p:nvGraphicFramePr>
          <p:cNvPr id="4" name="表格 3"/>
          <p:cNvGraphicFramePr/>
          <p:nvPr/>
        </p:nvGraphicFramePr>
        <p:xfrm>
          <a:off x="1946275" y="4606925"/>
          <a:ext cx="5653088" cy="1843088"/>
        </p:xfrm>
        <a:graphic>
          <a:graphicData uri="http://schemas.openxmlformats.org/drawingml/2006/table">
            <a:tbl>
              <a:tblPr firstRow="1" bandRow="1">
                <a:tableStyleId>{5940675A-B579-460E-94D1-54222C63F5DA}</a:tableStyleId>
              </a:tblPr>
              <a:tblGrid>
                <a:gridCol w="1559560"/>
                <a:gridCol w="1694815"/>
                <a:gridCol w="2398395"/>
              </a:tblGrid>
              <a:tr h="292100">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颜值x1</a:t>
                      </a:r>
                      <a:endParaRPr lang="zh-CN"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品行x2</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是否交友</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655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65</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78</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1</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421640">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80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35</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6555">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70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60</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1</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r h="375920">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c>
                  <a:txBody>
                    <a:bodyPr/>
                    <a:p>
                      <a:pPr>
                        <a:buNone/>
                      </a:pPr>
                      <a:r>
                        <a:rPr lang="en-US" sz="1400" b="1">
                          <a:latin typeface="宋体" panose="02010600030101010101" pitchFamily="2" charset="-122"/>
                          <a:ea typeface="宋体" panose="02010600030101010101" pitchFamily="2" charset="-122"/>
                          <a:cs typeface="宋体" panose="02010600030101010101" pitchFamily="2" charset="-122"/>
                        </a:rPr>
                        <a:t>...</a:t>
                      </a:r>
                      <a:endParaRPr lang="en-US" altLang="en-US" sz="14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w="19050" cap="flat" cmpd="sng">
                      <a:solidFill>
                        <a:srgbClr val="080000"/>
                      </a:solidFill>
                      <a:prstDash val="solid"/>
                      <a:headEnd type="none" w="med" len="med"/>
                      <a:tailEnd type="none" w="med" len="med"/>
                    </a:lnL>
                    <a:lnR w="19050" cap="flat" cmpd="sng">
                      <a:solidFill>
                        <a:srgbClr val="080000"/>
                      </a:solidFill>
                      <a:prstDash val="solid"/>
                      <a:headEnd type="none" w="med" len="med"/>
                      <a:tailEnd type="none" w="med" len="med"/>
                    </a:lnR>
                    <a:lnT w="19050" cap="flat" cmpd="sng">
                      <a:solidFill>
                        <a:srgbClr val="080000"/>
                      </a:solidFill>
                      <a:prstDash val="solid"/>
                      <a:headEnd type="none" w="med" len="med"/>
                      <a:tailEnd type="none" w="med" len="med"/>
                    </a:lnT>
                    <a:lnB w="1905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p:nvPr>
            <p:ph type="title"/>
          </p:nvPr>
        </p:nvSpPr>
        <p:spPr>
          <a:ln/>
        </p:spPr>
        <p:txBody>
          <a:bodyPr wrap="square" lIns="91440" tIns="45720" rIns="91440" bIns="45720" anchor="ctr" anchorCtr="0"/>
          <a:p>
            <a:r>
              <a:rPr lang="zh-CN" altLang="en-US"/>
              <a:t>监督学习与非监督学习的区别</a:t>
            </a:r>
            <a:endParaRPr lang="zh-CN" altLang="en-US"/>
          </a:p>
        </p:txBody>
      </p:sp>
      <p:sp>
        <p:nvSpPr>
          <p:cNvPr id="25602" name="内容占位符 2"/>
          <p:cNvSpPr/>
          <p:nvPr>
            <p:ph idx="4294967295"/>
          </p:nvPr>
        </p:nvSpPr>
        <p:spPr>
          <a:xfrm>
            <a:off x="457200" y="1981200"/>
            <a:ext cx="8229600" cy="2805113"/>
          </a:xfrm>
          <a:ln/>
        </p:spPr>
        <p:txBody>
          <a:bodyPr wrap="square" lIns="91440" tIns="45720" rIns="91440" bIns="45720" anchor="t" anchorCtr="0"/>
          <a:p>
            <a:r>
              <a:rPr lang="zh-CN" altLang="en-US"/>
              <a:t>在监督学习中，假定我们知道每一输入对应的期望输出，并利用学习系统的误差，不断校正系统的行为；</a:t>
            </a:r>
            <a:endParaRPr lang="zh-CN" altLang="en-US"/>
          </a:p>
          <a:p>
            <a:r>
              <a:rPr lang="zh-CN" altLang="en-US"/>
              <a:t>在非监督学习中，我们不知道学习系统的期望输出。</a:t>
            </a:r>
            <a:endParaRPr lang="zh-CN" altLang="en-US"/>
          </a:p>
          <a:p>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p:nvPr>
            <p:ph type="title"/>
          </p:nvPr>
        </p:nvSpPr>
        <p:spPr>
          <a:ln/>
        </p:spPr>
        <p:txBody>
          <a:bodyPr wrap="square" lIns="91440" tIns="45720" rIns="91440" bIns="45720" anchor="ctr" anchorCtr="0"/>
          <a:p>
            <a:r>
              <a:rPr lang="zh-CN" altLang="en-US"/>
              <a:t>神经网络的分类</a:t>
            </a:r>
            <a:endParaRPr lang="zh-CN" altLang="en-US"/>
          </a:p>
        </p:txBody>
      </p:sp>
      <p:sp>
        <p:nvSpPr>
          <p:cNvPr id="26626" name="内容占位符 2"/>
          <p:cNvSpPr/>
          <p:nvPr>
            <p:ph idx="4294967295"/>
          </p:nvPr>
        </p:nvSpPr>
        <p:spPr>
          <a:xfrm>
            <a:off x="642938" y="2643188"/>
            <a:ext cx="8229600" cy="2428875"/>
          </a:xfrm>
          <a:ln/>
        </p:spPr>
        <p:txBody>
          <a:bodyPr wrap="square" lIns="91440" tIns="45720" rIns="91440" bIns="45720" anchor="t" anchorCtr="0"/>
          <a:p>
            <a:r>
              <a:rPr lang="zh-CN" altLang="en-US"/>
              <a:t>按网络结构分为：前馈网络和反馈网络；</a:t>
            </a:r>
            <a:endParaRPr lang="zh-CN" altLang="en-US"/>
          </a:p>
          <a:p>
            <a:r>
              <a:rPr lang="zh-CN" altLang="en-US"/>
              <a:t>按学习方式分为：监督学习和非监督学习</a:t>
            </a:r>
            <a:r>
              <a:rPr lang="en-US" altLang="zh-CN"/>
              <a:t>,</a:t>
            </a:r>
            <a:r>
              <a:rPr lang="zh-CN" altLang="en-US"/>
              <a:t>也叫有导师学习和无导师学习。       </a:t>
            </a:r>
            <a:endParaRPr lang="zh-CN" altLang="en-US"/>
          </a:p>
          <a:p>
            <a:pPr>
              <a:buNone/>
            </a:pPr>
            <a:r>
              <a:rPr lang="zh-CN" altLang="en-US"/>
              <a:t> 本讲主要论述</a:t>
            </a:r>
            <a:r>
              <a:rPr lang="zh-CN" altLang="en-US" b="1"/>
              <a:t>前馈网络</a:t>
            </a:r>
            <a:r>
              <a:rPr lang="zh-CN" altLang="en-US"/>
              <a:t>的</a:t>
            </a:r>
            <a:r>
              <a:rPr lang="zh-CN" altLang="en-US" b="1"/>
              <a:t>监督</a:t>
            </a:r>
            <a:r>
              <a:rPr lang="zh-CN" altLang="en-US"/>
              <a:t>学习法。</a:t>
            </a:r>
            <a:endParaRPr lang="zh-CN" altLang="en-US"/>
          </a:p>
          <a:p>
            <a:endParaRPr lang="zh-CN" altLang="en-US"/>
          </a:p>
        </p:txBody>
      </p:sp>
      <p:sp>
        <p:nvSpPr>
          <p:cNvPr id="2246" name="矩形 3"/>
          <p:cNvSpPr/>
          <p:nvPr/>
        </p:nvSpPr>
        <p:spPr>
          <a:xfrm>
            <a:off x="714375" y="1928813"/>
            <a:ext cx="8001000" cy="523875"/>
          </a:xfrm>
          <a:prstGeom prst="rect">
            <a:avLst/>
          </a:prstGeom>
          <a:noFill/>
          <a:ln w="9525">
            <a:noFill/>
          </a:ln>
        </p:spPr>
        <p:txBody>
          <a:bodyPr/>
          <a:p>
            <a:pPr fontAlgn="base"/>
            <a:r>
              <a:rPr lang="zh-CN" altLang="en-US" sz="2800" b="1" strike="noStrike" noProof="1">
                <a:effectLst>
                  <a:outerShdw blurRad="38100" dist="38100" dir="2700000">
                    <a:srgbClr val="C0C0C0"/>
                  </a:outerShdw>
                </a:effectLst>
                <a:latin typeface="Arial" panose="020B0604020202020204"/>
                <a:ea typeface="宋体" panose="02010600030101010101" pitchFamily="2" charset="-122"/>
                <a:cs typeface="+mn-cs"/>
              </a:rPr>
              <a:t>神经网络的分类有多种方法，常用如下分类：</a:t>
            </a:r>
            <a:endParaRPr lang="zh-CN" altLang="en-US" sz="2800" b="1" strike="noStrike" noProof="1">
              <a:effectLst>
                <a:outerShdw blurRad="38100" dist="38100" dir="2700000">
                  <a:srgbClr val="C0C0C0"/>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p:nvPr>
            <p:ph type="title"/>
          </p:nvPr>
        </p:nvSpPr>
        <p:spPr>
          <a:ln/>
        </p:spPr>
        <p:txBody>
          <a:bodyPr wrap="square" lIns="91440" tIns="45720" rIns="91440" bIns="45720" anchor="ctr" anchorCtr="0"/>
          <a:p>
            <a:r>
              <a:rPr lang="zh-CN" altLang="en-US"/>
              <a:t>简介</a:t>
            </a:r>
            <a:endParaRPr lang="zh-CN" altLang="en-US"/>
          </a:p>
        </p:txBody>
      </p:sp>
      <p:sp>
        <p:nvSpPr>
          <p:cNvPr id="27650" name="矩形 3"/>
          <p:cNvSpPr/>
          <p:nvPr/>
        </p:nvSpPr>
        <p:spPr>
          <a:xfrm>
            <a:off x="785813" y="4214813"/>
            <a:ext cx="7858125" cy="1200150"/>
          </a:xfrm>
          <a:prstGeom prst="rect">
            <a:avLst/>
          </a:prstGeom>
          <a:noFill/>
          <a:ln w="9525">
            <a:noFill/>
          </a:ln>
        </p:spPr>
        <p:txBody>
          <a:bodyPr anchor="t" anchorCtr="0">
            <a:spAutoFit/>
          </a:bodyPr>
          <a:p>
            <a:pPr marL="457200" indent="-457200">
              <a:buFont typeface="Arial" panose="020B0604020202020204"/>
              <a:buChar char="•"/>
            </a:pPr>
            <a:r>
              <a:rPr lang="en-US" altLang="zh-CN" sz="2400">
                <a:latin typeface="Arial" panose="020B0604020202020204"/>
                <a:ea typeface="宋体" panose="02010600030101010101" pitchFamily="2" charset="-122"/>
              </a:rPr>
              <a:t>BP</a:t>
            </a:r>
            <a:r>
              <a:rPr lang="en-US" altLang="en-US" sz="2400">
                <a:latin typeface="Arial" panose="020B0604020202020204"/>
                <a:ea typeface="宋体" panose="02010600030101010101" pitchFamily="2" charset="-122"/>
              </a:rPr>
              <a:t>（</a:t>
            </a:r>
            <a:r>
              <a:rPr lang="en-US" altLang="zh-CN" sz="2400">
                <a:latin typeface="Arial" panose="020B0604020202020204"/>
                <a:ea typeface="宋体" panose="02010600030101010101" pitchFamily="2" charset="-122"/>
              </a:rPr>
              <a:t>Back Propagation</a:t>
            </a:r>
            <a:r>
              <a:rPr lang="en-US" altLang="en-US" sz="2400">
                <a:latin typeface="Arial" panose="020B0604020202020204"/>
                <a:ea typeface="宋体" panose="02010600030101010101" pitchFamily="2" charset="-122"/>
              </a:rPr>
              <a:t>）</a:t>
            </a:r>
            <a:r>
              <a:rPr lang="zh-CN" altLang="en-US" sz="2400">
                <a:latin typeface="Arial" panose="020B0604020202020204"/>
                <a:ea typeface="宋体" panose="02010600030101010101" pitchFamily="2" charset="-122"/>
              </a:rPr>
              <a:t>网络</a:t>
            </a:r>
            <a:r>
              <a:rPr lang="en-US" altLang="zh-CN" sz="2400">
                <a:latin typeface="Arial" panose="020B0604020202020204"/>
                <a:ea typeface="宋体" panose="02010600030101010101" pitchFamily="2" charset="-122"/>
              </a:rPr>
              <a:t>1985</a:t>
            </a:r>
            <a:r>
              <a:rPr lang="zh-CN" altLang="en-US" sz="2400">
                <a:latin typeface="Arial" panose="020B0604020202020204"/>
                <a:ea typeface="宋体" panose="02010600030101010101" pitchFamily="2" charset="-122"/>
              </a:rPr>
              <a:t>年由</a:t>
            </a:r>
            <a:r>
              <a:rPr lang="en-US" altLang="zh-CN" sz="2400">
                <a:latin typeface="Arial" panose="020B0604020202020204"/>
                <a:ea typeface="宋体" panose="02010600030101010101" pitchFamily="2" charset="-122"/>
              </a:rPr>
              <a:t>Rumelhart</a:t>
            </a:r>
            <a:r>
              <a:rPr lang="zh-CN" altLang="en-US" sz="2400">
                <a:latin typeface="Arial" panose="020B0604020202020204"/>
                <a:ea typeface="宋体" panose="02010600030101010101" pitchFamily="2" charset="-122"/>
              </a:rPr>
              <a:t>和</a:t>
            </a:r>
            <a:r>
              <a:rPr lang="en-US" altLang="en-US" sz="2400">
                <a:latin typeface="Arial" panose="020B0604020202020204"/>
                <a:ea typeface="宋体" panose="02010600030101010101" pitchFamily="2" charset="-122"/>
              </a:rPr>
              <a:t>McCelland</a:t>
            </a:r>
            <a:r>
              <a:rPr lang="zh-CN" altLang="en-US" sz="2400">
                <a:latin typeface="Arial" panose="020B0604020202020204"/>
                <a:ea typeface="宋体" panose="02010600030101010101" pitchFamily="2" charset="-122"/>
              </a:rPr>
              <a:t>提出</a:t>
            </a:r>
            <a:endParaRPr lang="en-US" altLang="zh-CN" sz="2400">
              <a:latin typeface="Arial" panose="020B0604020202020204"/>
              <a:ea typeface="宋体" panose="02010600030101010101" pitchFamily="2" charset="-122"/>
            </a:endParaRPr>
          </a:p>
          <a:p>
            <a:pPr marL="457200" indent="-457200">
              <a:buFont typeface="Arial" panose="020B0604020202020204"/>
              <a:buChar char="•"/>
            </a:pPr>
            <a:r>
              <a:rPr lang="zh-CN" altLang="en-US" sz="2400">
                <a:latin typeface="Arial" panose="020B0604020202020204"/>
                <a:ea typeface="宋体" panose="02010600030101010101" pitchFamily="2" charset="-122"/>
              </a:rPr>
              <a:t>是目前应用最广泛的神经网络模型之一</a:t>
            </a:r>
            <a:endParaRPr lang="en-US" altLang="zh-CN" sz="2400">
              <a:latin typeface="Arial" panose="020B0604020202020204"/>
              <a:ea typeface="宋体" panose="02010600030101010101" pitchFamily="2" charset="-122"/>
            </a:endParaRPr>
          </a:p>
        </p:txBody>
      </p:sp>
      <p:pic>
        <p:nvPicPr>
          <p:cNvPr id="27651" name="Picture 4"/>
          <p:cNvPicPr>
            <a:picLocks noChangeAspect="1"/>
          </p:cNvPicPr>
          <p:nvPr/>
        </p:nvPicPr>
        <p:blipFill>
          <a:blip r:embed="rId1"/>
          <a:stretch>
            <a:fillRect/>
          </a:stretch>
        </p:blipFill>
        <p:spPr>
          <a:xfrm>
            <a:off x="2214563" y="1928813"/>
            <a:ext cx="1511300" cy="2017712"/>
          </a:xfrm>
          <a:prstGeom prst="rect">
            <a:avLst/>
          </a:prstGeom>
          <a:noFill/>
          <a:ln w="9525">
            <a:noFill/>
          </a:ln>
        </p:spPr>
      </p:pic>
      <p:pic>
        <p:nvPicPr>
          <p:cNvPr id="27652" name="Picture 5"/>
          <p:cNvPicPr>
            <a:picLocks noChangeAspect="1"/>
          </p:cNvPicPr>
          <p:nvPr/>
        </p:nvPicPr>
        <p:blipFill>
          <a:blip r:embed="rId2"/>
          <a:stretch>
            <a:fillRect/>
          </a:stretch>
        </p:blipFill>
        <p:spPr>
          <a:xfrm>
            <a:off x="4816475" y="1857375"/>
            <a:ext cx="1684338" cy="2087563"/>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Rectangle 2"/>
          <p:cNvSpPr/>
          <p:nvPr>
            <p:ph type="title"/>
          </p:nvPr>
        </p:nvSpPr>
        <p:spPr>
          <a:ln/>
        </p:spPr>
        <p:txBody>
          <a:bodyPr wrap="square" lIns="91440" tIns="45720" rIns="91440" bIns="45720" anchor="ctr" anchorCtr="0"/>
          <a:p>
            <a:r>
              <a:rPr lang="en-US" altLang="zh-CN" sz="3600"/>
              <a:t>BP</a:t>
            </a:r>
            <a:r>
              <a:rPr lang="zh-CN" altLang="en-US" sz="3600"/>
              <a:t>学习算法思想</a:t>
            </a:r>
            <a:endParaRPr lang="zh-CN" altLang="en-US" sz="3600"/>
          </a:p>
        </p:txBody>
      </p:sp>
      <p:sp>
        <p:nvSpPr>
          <p:cNvPr id="30722" name="Rectangle 3"/>
          <p:cNvSpPr/>
          <p:nvPr>
            <p:ph type="body"/>
          </p:nvPr>
        </p:nvSpPr>
        <p:spPr>
          <a:xfrm>
            <a:off x="642938" y="1928813"/>
            <a:ext cx="8299450" cy="3357562"/>
          </a:xfrm>
          <a:ln/>
        </p:spPr>
        <p:txBody>
          <a:bodyPr wrap="square" lIns="91440" tIns="45720" rIns="91440" bIns="45720" anchor="t" anchorCtr="0"/>
          <a:p>
            <a:pPr marL="692150" lvl="1" indent="-347345"/>
            <a:r>
              <a:rPr lang="zh-CN" altLang="en-US" sz="2000"/>
              <a:t>在外界输入样本的刺激下不断改变网络的连接权值</a:t>
            </a:r>
            <a:r>
              <a:rPr lang="en-US" altLang="zh-CN" sz="2000"/>
              <a:t>,</a:t>
            </a:r>
            <a:r>
              <a:rPr lang="zh-CN" altLang="en-US" sz="2000"/>
              <a:t>以使网络的输出不断地接近期望的输出。</a:t>
            </a:r>
            <a:endParaRPr lang="en-US" altLang="zh-CN" sz="2000"/>
          </a:p>
          <a:p>
            <a:pPr marL="692150" lvl="1" indent="-347345"/>
            <a:r>
              <a:rPr lang="zh-CN" altLang="en-US" sz="2000"/>
              <a:t>两环节组成</a:t>
            </a:r>
            <a:r>
              <a:rPr lang="en-US" altLang="zh-CN" sz="2000"/>
              <a:t>:</a:t>
            </a:r>
            <a:r>
              <a:rPr lang="zh-CN" altLang="en-US" sz="2000"/>
              <a:t>信息的正向传递与误差的反向传播</a:t>
            </a:r>
            <a:endParaRPr lang="zh-CN" altLang="en-US" sz="2000"/>
          </a:p>
          <a:p>
            <a:pPr marL="1092200" lvl="2" indent="-347345"/>
            <a:r>
              <a:rPr lang="zh-CN" altLang="en-US" sz="2000"/>
              <a:t>正向传播过程中，输入信息从输入层经隐含层逐层计算传向输出层，每一层神经元的状态只影响下一层神经元的状态</a:t>
            </a:r>
            <a:endParaRPr lang="zh-CN" altLang="en-US" sz="2000"/>
          </a:p>
          <a:p>
            <a:pPr marL="1092200" lvl="2" indent="-347345"/>
            <a:r>
              <a:rPr lang="zh-CN" altLang="en-US" sz="2000"/>
              <a:t>计算输出层的误差变化值，然后转向反向传播，通过网络将误差信号沿原来的连接通路反传回来修改各层神经元的权值直至达到期望目标</a:t>
            </a:r>
            <a:endParaRPr lang="zh-CN" altLang="en-US" sz="2000"/>
          </a:p>
        </p:txBody>
      </p:sp>
      <p:grpSp>
        <p:nvGrpSpPr>
          <p:cNvPr id="30723" name="组合 2271"/>
          <p:cNvGrpSpPr/>
          <p:nvPr/>
        </p:nvGrpSpPr>
        <p:grpSpPr>
          <a:xfrm>
            <a:off x="3071813" y="4929188"/>
            <a:ext cx="3857625" cy="1643062"/>
            <a:chOff x="2714612" y="4071942"/>
            <a:chExt cx="3857652" cy="1643074"/>
          </a:xfrm>
        </p:grpSpPr>
        <p:cxnSp>
          <p:nvCxnSpPr>
            <p:cNvPr id="30724" name="直接连接符 9"/>
            <p:cNvCxnSpPr/>
            <p:nvPr/>
          </p:nvCxnSpPr>
          <p:spPr>
            <a:xfrm>
              <a:off x="3071801" y="4251330"/>
              <a:ext cx="1500199" cy="500067"/>
            </a:xfrm>
            <a:prstGeom prst="line">
              <a:avLst/>
            </a:prstGeom>
            <a:ln w="9525" cap="flat" cmpd="sng">
              <a:solidFill>
                <a:srgbClr val="000000"/>
              </a:solidFill>
              <a:prstDash val="solid"/>
              <a:round/>
              <a:headEnd type="none" w="med" len="med"/>
              <a:tailEnd type="none" w="med" len="med"/>
            </a:ln>
          </p:spPr>
        </p:cxnSp>
        <p:sp>
          <p:nvSpPr>
            <p:cNvPr id="30725" name="椭圆 10"/>
            <p:cNvSpPr/>
            <p:nvPr/>
          </p:nvSpPr>
          <p:spPr>
            <a:xfrm>
              <a:off x="2714612" y="4786322"/>
              <a:ext cx="357189" cy="357190"/>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26" name="椭圆 11"/>
            <p:cNvSpPr/>
            <p:nvPr/>
          </p:nvSpPr>
          <p:spPr>
            <a:xfrm>
              <a:off x="2714612" y="5357826"/>
              <a:ext cx="357189" cy="357190"/>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27" name="椭圆 14"/>
            <p:cNvSpPr/>
            <p:nvPr/>
          </p:nvSpPr>
          <p:spPr>
            <a:xfrm>
              <a:off x="2714612" y="4071942"/>
              <a:ext cx="357189" cy="357190"/>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28" name="椭圆 15"/>
            <p:cNvSpPr/>
            <p:nvPr/>
          </p:nvSpPr>
          <p:spPr>
            <a:xfrm>
              <a:off x="6215073" y="4857760"/>
              <a:ext cx="357191" cy="357191"/>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29" name="椭圆 16"/>
            <p:cNvSpPr/>
            <p:nvPr/>
          </p:nvSpPr>
          <p:spPr>
            <a:xfrm>
              <a:off x="4572000" y="4572008"/>
              <a:ext cx="357189" cy="357191"/>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30" name="椭圆 17"/>
            <p:cNvSpPr/>
            <p:nvPr/>
          </p:nvSpPr>
          <p:spPr>
            <a:xfrm>
              <a:off x="4572000" y="5214950"/>
              <a:ext cx="357189" cy="357190"/>
            </a:xfrm>
            <a:prstGeom prst="ellipse">
              <a:avLst/>
            </a:prstGeom>
            <a:noFill/>
            <a:ln w="9525" cap="flat" cmpd="sng">
              <a:solidFill>
                <a:srgbClr val="00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cxnSp>
          <p:nvCxnSpPr>
            <p:cNvPr id="30731" name="直接连接符 20"/>
            <p:cNvCxnSpPr/>
            <p:nvPr/>
          </p:nvCxnSpPr>
          <p:spPr>
            <a:xfrm>
              <a:off x="3071801" y="4965711"/>
              <a:ext cx="1500199" cy="428628"/>
            </a:xfrm>
            <a:prstGeom prst="line">
              <a:avLst/>
            </a:prstGeom>
            <a:ln w="9525" cap="flat" cmpd="sng">
              <a:solidFill>
                <a:srgbClr val="000000"/>
              </a:solidFill>
              <a:prstDash val="solid"/>
              <a:round/>
              <a:headEnd type="none" w="med" len="med"/>
              <a:tailEnd type="none" w="med" len="med"/>
            </a:ln>
          </p:spPr>
        </p:cxnSp>
        <p:cxnSp>
          <p:nvCxnSpPr>
            <p:cNvPr id="30732" name="直接连接符 24"/>
            <p:cNvCxnSpPr/>
            <p:nvPr/>
          </p:nvCxnSpPr>
          <p:spPr>
            <a:xfrm flipV="1">
              <a:off x="3000364" y="4876810"/>
              <a:ext cx="1624023" cy="695330"/>
            </a:xfrm>
            <a:prstGeom prst="line">
              <a:avLst/>
            </a:prstGeom>
            <a:ln w="9525" cap="flat" cmpd="sng">
              <a:solidFill>
                <a:srgbClr val="000000"/>
              </a:solidFill>
              <a:prstDash val="solid"/>
              <a:round/>
              <a:headEnd type="none" w="med" len="med"/>
              <a:tailEnd type="none" w="med" len="med"/>
            </a:ln>
          </p:spPr>
        </p:cxnSp>
        <p:cxnSp>
          <p:nvCxnSpPr>
            <p:cNvPr id="30733" name="直接连接符 26"/>
            <p:cNvCxnSpPr/>
            <p:nvPr/>
          </p:nvCxnSpPr>
          <p:spPr>
            <a:xfrm rot="5400000" flipH="1" flipV="1">
              <a:off x="3661563" y="4752190"/>
              <a:ext cx="268290" cy="1552586"/>
            </a:xfrm>
            <a:prstGeom prst="line">
              <a:avLst/>
            </a:prstGeom>
            <a:ln w="9525" cap="flat" cmpd="sng">
              <a:solidFill>
                <a:srgbClr val="000000"/>
              </a:solidFill>
              <a:prstDash val="solid"/>
              <a:round/>
              <a:headEnd type="none" w="med" len="med"/>
              <a:tailEnd type="none" w="med" len="med"/>
            </a:ln>
          </p:spPr>
        </p:cxnSp>
        <p:cxnSp>
          <p:nvCxnSpPr>
            <p:cNvPr id="30734" name="直接连接符 29"/>
            <p:cNvCxnSpPr/>
            <p:nvPr/>
          </p:nvCxnSpPr>
          <p:spPr>
            <a:xfrm>
              <a:off x="3071801" y="4251330"/>
              <a:ext cx="1552586" cy="1016007"/>
            </a:xfrm>
            <a:prstGeom prst="line">
              <a:avLst/>
            </a:prstGeom>
            <a:ln w="9525" cap="flat" cmpd="sng">
              <a:solidFill>
                <a:srgbClr val="000000"/>
              </a:solidFill>
              <a:prstDash val="solid"/>
              <a:round/>
              <a:headEnd type="none" w="med" len="med"/>
              <a:tailEnd type="none" w="med" len="med"/>
            </a:ln>
          </p:spPr>
        </p:cxnSp>
        <p:cxnSp>
          <p:nvCxnSpPr>
            <p:cNvPr id="30735" name="直接连接符 32"/>
            <p:cNvCxnSpPr/>
            <p:nvPr/>
          </p:nvCxnSpPr>
          <p:spPr>
            <a:xfrm flipV="1">
              <a:off x="3071801" y="4751397"/>
              <a:ext cx="1500199" cy="214314"/>
            </a:xfrm>
            <a:prstGeom prst="line">
              <a:avLst/>
            </a:prstGeom>
            <a:ln w="9525" cap="flat" cmpd="sng">
              <a:solidFill>
                <a:srgbClr val="000000"/>
              </a:solidFill>
              <a:prstDash val="solid"/>
              <a:round/>
              <a:headEnd type="none" w="med" len="med"/>
              <a:tailEnd type="none" w="med" len="med"/>
            </a:ln>
          </p:spPr>
        </p:cxnSp>
        <p:cxnSp>
          <p:nvCxnSpPr>
            <p:cNvPr id="30736" name="直接连接符 35"/>
            <p:cNvCxnSpPr/>
            <p:nvPr/>
          </p:nvCxnSpPr>
          <p:spPr>
            <a:xfrm>
              <a:off x="4929189" y="4751397"/>
              <a:ext cx="1285884" cy="285752"/>
            </a:xfrm>
            <a:prstGeom prst="line">
              <a:avLst/>
            </a:prstGeom>
            <a:ln w="9525" cap="flat" cmpd="sng">
              <a:solidFill>
                <a:srgbClr val="000000"/>
              </a:solidFill>
              <a:prstDash val="solid"/>
              <a:round/>
              <a:headEnd type="none" w="med" len="med"/>
              <a:tailEnd type="none" w="med" len="med"/>
            </a:ln>
          </p:spPr>
        </p:cxnSp>
        <p:cxnSp>
          <p:nvCxnSpPr>
            <p:cNvPr id="30737" name="直接连接符 37"/>
            <p:cNvCxnSpPr/>
            <p:nvPr/>
          </p:nvCxnSpPr>
          <p:spPr>
            <a:xfrm flipV="1">
              <a:off x="4929189" y="5037149"/>
              <a:ext cx="1285884" cy="357190"/>
            </a:xfrm>
            <a:prstGeom prst="line">
              <a:avLst/>
            </a:prstGeom>
            <a:ln w="9525" cap="flat" cmpd="sng">
              <a:solidFill>
                <a:srgbClr val="000000"/>
              </a:solidFill>
              <a:prstDash val="solid"/>
              <a:round/>
              <a:headEnd type="none" w="med" len="med"/>
              <a:tailEnd type="none" w="med" len="med"/>
            </a:ln>
          </p:spPr>
        </p:cxnSp>
      </p:grpSp>
      <p:grpSp>
        <p:nvGrpSpPr>
          <p:cNvPr id="2287" name="组合 2286"/>
          <p:cNvGrpSpPr/>
          <p:nvPr/>
        </p:nvGrpSpPr>
        <p:grpSpPr>
          <a:xfrm>
            <a:off x="3071813" y="4929188"/>
            <a:ext cx="3857625" cy="1643062"/>
            <a:chOff x="2714612" y="4071942"/>
            <a:chExt cx="3857652" cy="1643074"/>
          </a:xfrm>
        </p:grpSpPr>
        <p:cxnSp>
          <p:nvCxnSpPr>
            <p:cNvPr id="30739" name="直接连接符 44"/>
            <p:cNvCxnSpPr/>
            <p:nvPr/>
          </p:nvCxnSpPr>
          <p:spPr>
            <a:xfrm>
              <a:off x="3071801" y="4251330"/>
              <a:ext cx="1500199" cy="500067"/>
            </a:xfrm>
            <a:prstGeom prst="line">
              <a:avLst/>
            </a:prstGeom>
            <a:ln w="9525" cap="flat" cmpd="sng">
              <a:solidFill>
                <a:srgbClr val="FF0000"/>
              </a:solidFill>
              <a:prstDash val="solid"/>
              <a:round/>
              <a:headEnd type="none" w="med" len="med"/>
              <a:tailEnd type="none" w="med" len="med"/>
            </a:ln>
          </p:spPr>
        </p:cxnSp>
        <p:sp>
          <p:nvSpPr>
            <p:cNvPr id="30740" name="椭圆 45"/>
            <p:cNvSpPr/>
            <p:nvPr/>
          </p:nvSpPr>
          <p:spPr>
            <a:xfrm>
              <a:off x="2714612" y="4786322"/>
              <a:ext cx="357189" cy="357190"/>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41" name="椭圆 46"/>
            <p:cNvSpPr/>
            <p:nvPr/>
          </p:nvSpPr>
          <p:spPr>
            <a:xfrm>
              <a:off x="2714612" y="5357826"/>
              <a:ext cx="357189" cy="357190"/>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42" name="椭圆 47"/>
            <p:cNvSpPr/>
            <p:nvPr/>
          </p:nvSpPr>
          <p:spPr>
            <a:xfrm>
              <a:off x="2714612" y="4071942"/>
              <a:ext cx="357189" cy="357190"/>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43" name="椭圆 48"/>
            <p:cNvSpPr/>
            <p:nvPr/>
          </p:nvSpPr>
          <p:spPr>
            <a:xfrm>
              <a:off x="6215073" y="4857760"/>
              <a:ext cx="357191" cy="357191"/>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44" name="椭圆 49"/>
            <p:cNvSpPr/>
            <p:nvPr/>
          </p:nvSpPr>
          <p:spPr>
            <a:xfrm>
              <a:off x="4572000" y="4572008"/>
              <a:ext cx="357189" cy="357191"/>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30745" name="椭圆 50"/>
            <p:cNvSpPr/>
            <p:nvPr/>
          </p:nvSpPr>
          <p:spPr>
            <a:xfrm>
              <a:off x="4572000" y="5214950"/>
              <a:ext cx="357189" cy="357190"/>
            </a:xfrm>
            <a:prstGeom prst="ellipse">
              <a:avLst/>
            </a:prstGeom>
            <a:noFill/>
            <a:ln w="9525"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cxnSp>
          <p:nvCxnSpPr>
            <p:cNvPr id="30746" name="直接连接符 51"/>
            <p:cNvCxnSpPr/>
            <p:nvPr/>
          </p:nvCxnSpPr>
          <p:spPr>
            <a:xfrm>
              <a:off x="3071801" y="4965711"/>
              <a:ext cx="1500199" cy="428628"/>
            </a:xfrm>
            <a:prstGeom prst="line">
              <a:avLst/>
            </a:prstGeom>
            <a:ln w="9525" cap="flat" cmpd="sng">
              <a:solidFill>
                <a:srgbClr val="FF0000"/>
              </a:solidFill>
              <a:prstDash val="solid"/>
              <a:round/>
              <a:headEnd type="none" w="med" len="med"/>
              <a:tailEnd type="none" w="med" len="med"/>
            </a:ln>
          </p:spPr>
        </p:cxnSp>
        <p:cxnSp>
          <p:nvCxnSpPr>
            <p:cNvPr id="30747" name="直接连接符 52"/>
            <p:cNvCxnSpPr/>
            <p:nvPr/>
          </p:nvCxnSpPr>
          <p:spPr>
            <a:xfrm flipV="1">
              <a:off x="3000364" y="4876810"/>
              <a:ext cx="1624023" cy="695330"/>
            </a:xfrm>
            <a:prstGeom prst="line">
              <a:avLst/>
            </a:prstGeom>
            <a:ln w="9525" cap="flat" cmpd="sng">
              <a:solidFill>
                <a:srgbClr val="FF0000"/>
              </a:solidFill>
              <a:prstDash val="solid"/>
              <a:round/>
              <a:headEnd type="none" w="med" len="med"/>
              <a:tailEnd type="none" w="med" len="med"/>
            </a:ln>
          </p:spPr>
        </p:cxnSp>
        <p:cxnSp>
          <p:nvCxnSpPr>
            <p:cNvPr id="30748" name="直接连接符 53"/>
            <p:cNvCxnSpPr/>
            <p:nvPr/>
          </p:nvCxnSpPr>
          <p:spPr>
            <a:xfrm rot="5400000" flipH="1" flipV="1">
              <a:off x="3661563" y="4752190"/>
              <a:ext cx="268290" cy="1552586"/>
            </a:xfrm>
            <a:prstGeom prst="line">
              <a:avLst/>
            </a:prstGeom>
            <a:ln w="9525" cap="flat" cmpd="sng">
              <a:solidFill>
                <a:srgbClr val="FF0000"/>
              </a:solidFill>
              <a:prstDash val="solid"/>
              <a:round/>
              <a:headEnd type="none" w="med" len="med"/>
              <a:tailEnd type="none" w="med" len="med"/>
            </a:ln>
          </p:spPr>
        </p:cxnSp>
        <p:cxnSp>
          <p:nvCxnSpPr>
            <p:cNvPr id="30749" name="直接连接符 54"/>
            <p:cNvCxnSpPr/>
            <p:nvPr/>
          </p:nvCxnSpPr>
          <p:spPr>
            <a:xfrm>
              <a:off x="3071801" y="4251330"/>
              <a:ext cx="1552586" cy="1016007"/>
            </a:xfrm>
            <a:prstGeom prst="line">
              <a:avLst/>
            </a:prstGeom>
            <a:ln w="9525" cap="flat" cmpd="sng">
              <a:solidFill>
                <a:srgbClr val="FF0000"/>
              </a:solidFill>
              <a:prstDash val="solid"/>
              <a:round/>
              <a:headEnd type="none" w="med" len="med"/>
              <a:tailEnd type="none" w="med" len="med"/>
            </a:ln>
          </p:spPr>
        </p:cxnSp>
        <p:cxnSp>
          <p:nvCxnSpPr>
            <p:cNvPr id="30750" name="直接连接符 55"/>
            <p:cNvCxnSpPr/>
            <p:nvPr/>
          </p:nvCxnSpPr>
          <p:spPr>
            <a:xfrm flipV="1">
              <a:off x="3071801" y="4751397"/>
              <a:ext cx="1500199" cy="214314"/>
            </a:xfrm>
            <a:prstGeom prst="line">
              <a:avLst/>
            </a:prstGeom>
            <a:ln w="9525" cap="flat" cmpd="sng">
              <a:solidFill>
                <a:srgbClr val="FF0000"/>
              </a:solidFill>
              <a:prstDash val="solid"/>
              <a:round/>
              <a:headEnd type="none" w="med" len="med"/>
              <a:tailEnd type="none" w="med" len="med"/>
            </a:ln>
          </p:spPr>
        </p:cxnSp>
        <p:cxnSp>
          <p:nvCxnSpPr>
            <p:cNvPr id="30751" name="直接连接符 56"/>
            <p:cNvCxnSpPr/>
            <p:nvPr/>
          </p:nvCxnSpPr>
          <p:spPr>
            <a:xfrm>
              <a:off x="4929189" y="4751397"/>
              <a:ext cx="1285884" cy="285752"/>
            </a:xfrm>
            <a:prstGeom prst="line">
              <a:avLst/>
            </a:prstGeom>
            <a:ln w="9525" cap="flat" cmpd="sng">
              <a:solidFill>
                <a:srgbClr val="FF0000"/>
              </a:solidFill>
              <a:prstDash val="solid"/>
              <a:round/>
              <a:headEnd type="none" w="med" len="med"/>
              <a:tailEnd type="none" w="med" len="med"/>
            </a:ln>
          </p:spPr>
        </p:cxnSp>
        <p:cxnSp>
          <p:nvCxnSpPr>
            <p:cNvPr id="30752" name="直接连接符 57"/>
            <p:cNvCxnSpPr/>
            <p:nvPr/>
          </p:nvCxnSpPr>
          <p:spPr>
            <a:xfrm flipV="1">
              <a:off x="4929189" y="5037149"/>
              <a:ext cx="1285884" cy="357190"/>
            </a:xfrm>
            <a:prstGeom prst="line">
              <a:avLst/>
            </a:prstGeom>
            <a:ln w="9525" cap="flat" cmpd="sng">
              <a:solidFill>
                <a:srgbClr val="FF0000"/>
              </a:solidFill>
              <a:prstDash val="solid"/>
              <a:round/>
              <a:headEnd type="none" w="med" len="med"/>
              <a:tailEnd type="none" w="med" len="med"/>
            </a:ln>
          </p:spPr>
        </p:cxnSp>
      </p:grpSp>
      <p:grpSp>
        <p:nvGrpSpPr>
          <p:cNvPr id="2302" name="组合 2301"/>
          <p:cNvGrpSpPr/>
          <p:nvPr/>
        </p:nvGrpSpPr>
        <p:grpSpPr>
          <a:xfrm>
            <a:off x="3071813" y="4929188"/>
            <a:ext cx="3857625" cy="1643062"/>
            <a:chOff x="2714612" y="4071942"/>
            <a:chExt cx="3857652" cy="1643074"/>
          </a:xfrm>
        </p:grpSpPr>
        <p:cxnSp>
          <p:nvCxnSpPr>
            <p:cNvPr id="30754" name="直接连接符 59"/>
            <p:cNvCxnSpPr/>
            <p:nvPr/>
          </p:nvCxnSpPr>
          <p:spPr>
            <a:xfrm>
              <a:off x="3071801" y="4251330"/>
              <a:ext cx="1500199" cy="500067"/>
            </a:xfrm>
            <a:prstGeom prst="line">
              <a:avLst/>
            </a:prstGeom>
            <a:ln w="12700" cap="flat" cmpd="sng">
              <a:solidFill>
                <a:srgbClr val="1818FF"/>
              </a:solidFill>
              <a:prstDash val="solid"/>
              <a:round/>
              <a:headEnd type="none" w="med" len="med"/>
              <a:tailEnd type="none" w="med" len="med"/>
            </a:ln>
          </p:spPr>
        </p:cxnSp>
        <p:sp>
          <p:nvSpPr>
            <p:cNvPr id="30755" name="椭圆 60"/>
            <p:cNvSpPr/>
            <p:nvPr/>
          </p:nvSpPr>
          <p:spPr>
            <a:xfrm>
              <a:off x="2714612" y="4786322"/>
              <a:ext cx="357189" cy="357190"/>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sp>
          <p:nvSpPr>
            <p:cNvPr id="30756" name="椭圆 61"/>
            <p:cNvSpPr/>
            <p:nvPr/>
          </p:nvSpPr>
          <p:spPr>
            <a:xfrm>
              <a:off x="2714612" y="5357826"/>
              <a:ext cx="357189" cy="357190"/>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sp>
          <p:nvSpPr>
            <p:cNvPr id="30757" name="椭圆 62"/>
            <p:cNvSpPr/>
            <p:nvPr/>
          </p:nvSpPr>
          <p:spPr>
            <a:xfrm>
              <a:off x="2714612" y="4071942"/>
              <a:ext cx="357189" cy="357190"/>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sp>
          <p:nvSpPr>
            <p:cNvPr id="30758" name="椭圆 63"/>
            <p:cNvSpPr/>
            <p:nvPr/>
          </p:nvSpPr>
          <p:spPr>
            <a:xfrm>
              <a:off x="6215073" y="4857760"/>
              <a:ext cx="357191" cy="357191"/>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sp>
          <p:nvSpPr>
            <p:cNvPr id="30759" name="椭圆 64"/>
            <p:cNvSpPr/>
            <p:nvPr/>
          </p:nvSpPr>
          <p:spPr>
            <a:xfrm>
              <a:off x="4572000" y="4572008"/>
              <a:ext cx="357189" cy="357191"/>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sp>
          <p:nvSpPr>
            <p:cNvPr id="30760" name="椭圆 65"/>
            <p:cNvSpPr/>
            <p:nvPr/>
          </p:nvSpPr>
          <p:spPr>
            <a:xfrm>
              <a:off x="4572000" y="5214950"/>
              <a:ext cx="357189" cy="357190"/>
            </a:xfrm>
            <a:prstGeom prst="ellipse">
              <a:avLst/>
            </a:prstGeom>
            <a:noFill/>
            <a:ln w="12700" cap="flat" cmpd="sng">
              <a:solidFill>
                <a:srgbClr val="1818FF"/>
              </a:solidFill>
              <a:prstDash val="solid"/>
              <a:round/>
              <a:headEnd type="none" w="med" len="med"/>
              <a:tailEnd type="none" w="med" len="med"/>
            </a:ln>
          </p:spPr>
          <p:txBody>
            <a:bodyPr anchor="ctr" anchorCtr="0"/>
            <a:p>
              <a:pPr algn="ctr"/>
              <a:endParaRPr lang="zh-CN" altLang="en-US">
                <a:solidFill>
                  <a:srgbClr val="FFC000"/>
                </a:solidFill>
                <a:latin typeface="Arial" panose="020B0604020202020204"/>
                <a:ea typeface="宋体" panose="02010600030101010101" pitchFamily="2" charset="-122"/>
              </a:endParaRPr>
            </a:p>
          </p:txBody>
        </p:sp>
        <p:cxnSp>
          <p:nvCxnSpPr>
            <p:cNvPr id="30761" name="直接连接符 66"/>
            <p:cNvCxnSpPr/>
            <p:nvPr/>
          </p:nvCxnSpPr>
          <p:spPr>
            <a:xfrm>
              <a:off x="3071801" y="4965711"/>
              <a:ext cx="1500199" cy="428628"/>
            </a:xfrm>
            <a:prstGeom prst="line">
              <a:avLst/>
            </a:prstGeom>
            <a:ln w="12700" cap="flat" cmpd="sng">
              <a:solidFill>
                <a:srgbClr val="1818FF"/>
              </a:solidFill>
              <a:prstDash val="solid"/>
              <a:round/>
              <a:headEnd type="none" w="med" len="med"/>
              <a:tailEnd type="none" w="med" len="med"/>
            </a:ln>
          </p:spPr>
        </p:cxnSp>
        <p:cxnSp>
          <p:nvCxnSpPr>
            <p:cNvPr id="30762" name="直接连接符 67"/>
            <p:cNvCxnSpPr/>
            <p:nvPr/>
          </p:nvCxnSpPr>
          <p:spPr>
            <a:xfrm flipV="1">
              <a:off x="3000364" y="4876810"/>
              <a:ext cx="1624023" cy="695330"/>
            </a:xfrm>
            <a:prstGeom prst="line">
              <a:avLst/>
            </a:prstGeom>
            <a:ln w="12700" cap="flat" cmpd="sng">
              <a:solidFill>
                <a:srgbClr val="1818FF"/>
              </a:solidFill>
              <a:prstDash val="solid"/>
              <a:round/>
              <a:headEnd type="none" w="med" len="med"/>
              <a:tailEnd type="none" w="med" len="med"/>
            </a:ln>
          </p:spPr>
        </p:cxnSp>
        <p:cxnSp>
          <p:nvCxnSpPr>
            <p:cNvPr id="30763" name="直接连接符 68"/>
            <p:cNvCxnSpPr/>
            <p:nvPr/>
          </p:nvCxnSpPr>
          <p:spPr>
            <a:xfrm rot="5400000" flipH="1" flipV="1">
              <a:off x="3661563" y="4752190"/>
              <a:ext cx="268290" cy="1552586"/>
            </a:xfrm>
            <a:prstGeom prst="line">
              <a:avLst/>
            </a:prstGeom>
            <a:ln w="12700" cap="flat" cmpd="sng">
              <a:solidFill>
                <a:srgbClr val="1818FF"/>
              </a:solidFill>
              <a:prstDash val="solid"/>
              <a:round/>
              <a:headEnd type="none" w="med" len="med"/>
              <a:tailEnd type="none" w="med" len="med"/>
            </a:ln>
          </p:spPr>
        </p:cxnSp>
        <p:cxnSp>
          <p:nvCxnSpPr>
            <p:cNvPr id="30764" name="直接连接符 69"/>
            <p:cNvCxnSpPr/>
            <p:nvPr/>
          </p:nvCxnSpPr>
          <p:spPr>
            <a:xfrm>
              <a:off x="3071801" y="4251330"/>
              <a:ext cx="1552586" cy="1016007"/>
            </a:xfrm>
            <a:prstGeom prst="line">
              <a:avLst/>
            </a:prstGeom>
            <a:ln w="12700" cap="flat" cmpd="sng">
              <a:solidFill>
                <a:srgbClr val="1818FF"/>
              </a:solidFill>
              <a:prstDash val="solid"/>
              <a:round/>
              <a:headEnd type="none" w="med" len="med"/>
              <a:tailEnd type="none" w="med" len="med"/>
            </a:ln>
          </p:spPr>
        </p:cxnSp>
        <p:cxnSp>
          <p:nvCxnSpPr>
            <p:cNvPr id="30765" name="直接连接符 70"/>
            <p:cNvCxnSpPr/>
            <p:nvPr/>
          </p:nvCxnSpPr>
          <p:spPr>
            <a:xfrm flipV="1">
              <a:off x="3071801" y="4751397"/>
              <a:ext cx="1500199" cy="214314"/>
            </a:xfrm>
            <a:prstGeom prst="line">
              <a:avLst/>
            </a:prstGeom>
            <a:ln w="12700" cap="flat" cmpd="sng">
              <a:solidFill>
                <a:srgbClr val="1818FF"/>
              </a:solidFill>
              <a:prstDash val="solid"/>
              <a:round/>
              <a:headEnd type="none" w="med" len="med"/>
              <a:tailEnd type="none" w="med" len="med"/>
            </a:ln>
          </p:spPr>
        </p:cxnSp>
        <p:cxnSp>
          <p:nvCxnSpPr>
            <p:cNvPr id="30766" name="直接连接符 71"/>
            <p:cNvCxnSpPr/>
            <p:nvPr/>
          </p:nvCxnSpPr>
          <p:spPr>
            <a:xfrm>
              <a:off x="4929189" y="4751397"/>
              <a:ext cx="1285884" cy="285752"/>
            </a:xfrm>
            <a:prstGeom prst="line">
              <a:avLst/>
            </a:prstGeom>
            <a:ln w="12700" cap="flat" cmpd="sng">
              <a:solidFill>
                <a:srgbClr val="1818FF"/>
              </a:solidFill>
              <a:prstDash val="solid"/>
              <a:round/>
              <a:headEnd type="none" w="med" len="med"/>
              <a:tailEnd type="none" w="med" len="med"/>
            </a:ln>
          </p:spPr>
        </p:cxnSp>
        <p:cxnSp>
          <p:nvCxnSpPr>
            <p:cNvPr id="30767" name="直接连接符 72"/>
            <p:cNvCxnSpPr/>
            <p:nvPr/>
          </p:nvCxnSpPr>
          <p:spPr>
            <a:xfrm flipV="1">
              <a:off x="4929189" y="5037149"/>
              <a:ext cx="1285884" cy="357190"/>
            </a:xfrm>
            <a:prstGeom prst="line">
              <a:avLst/>
            </a:prstGeom>
            <a:ln w="12700" cap="flat" cmpd="sng">
              <a:solidFill>
                <a:srgbClr val="1818FF"/>
              </a:solidFill>
              <a:prstDash val="solid"/>
              <a:round/>
              <a:headEnd type="none" w="med" len="med"/>
              <a:tailEnd type="none" w="med" len="med"/>
            </a:ln>
          </p:spPr>
        </p:cxnSp>
      </p:grpSp>
      <p:sp>
        <p:nvSpPr>
          <p:cNvPr id="2317" name="TextBox 74"/>
          <p:cNvSpPr/>
          <p:nvPr/>
        </p:nvSpPr>
        <p:spPr>
          <a:xfrm>
            <a:off x="1714500" y="4929188"/>
            <a:ext cx="1011238" cy="1631950"/>
          </a:xfrm>
          <a:prstGeom prst="rect">
            <a:avLst/>
          </a:prstGeom>
          <a:noFill/>
          <a:ln w="9525">
            <a:noFill/>
          </a:ln>
        </p:spPr>
        <p:txBody>
          <a:bodyPr wrap="none"/>
          <a:p>
            <a:pPr fontAlgn="base"/>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男</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25</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岁</a:t>
            </a:r>
            <a:endParaRPr lang="en-US" altLang="zh-CN" sz="2000" b="1" strike="noStrike" noProof="1">
              <a:effectLst>
                <a:outerShdw blurRad="38100" dist="38100" dir="2700000">
                  <a:srgbClr val="C0C0C0"/>
                </a:outerShdw>
              </a:effectLst>
            </a:endParaRPr>
          </a:p>
          <a:p>
            <a:pPr fontAlgn="base"/>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本科</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3000</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元</a:t>
            </a:r>
            <a:endParaRPr lang="zh-CN" altLang="en-US" sz="2000" b="1" strike="noStrike" noProof="1">
              <a:effectLst>
                <a:outerShdw blurRad="38100" dist="38100" dir="2700000">
                  <a:srgbClr val="C0C0C0"/>
                </a:outerShdw>
              </a:effectLst>
            </a:endParaRPr>
          </a:p>
        </p:txBody>
      </p:sp>
      <p:cxnSp>
        <p:nvCxnSpPr>
          <p:cNvPr id="30769" name="直接连接符 76"/>
          <p:cNvCxnSpPr/>
          <p:nvPr/>
        </p:nvCxnSpPr>
        <p:spPr>
          <a:xfrm rot="5400000">
            <a:off x="3062288" y="6107113"/>
            <a:ext cx="357187" cy="1587"/>
          </a:xfrm>
          <a:prstGeom prst="line">
            <a:avLst/>
          </a:prstGeom>
          <a:ln w="9525" cap="flat" cmpd="sng">
            <a:solidFill>
              <a:srgbClr val="9393FC"/>
            </a:solidFill>
            <a:prstDash val="dash"/>
            <a:round/>
            <a:headEnd type="none" w="med" len="med"/>
            <a:tailEnd type="none" w="med" len="med"/>
          </a:ln>
        </p:spPr>
      </p:cxnSp>
      <p:sp>
        <p:nvSpPr>
          <p:cNvPr id="2319" name="TextBox 77"/>
          <p:cNvSpPr/>
          <p:nvPr/>
        </p:nvSpPr>
        <p:spPr>
          <a:xfrm>
            <a:off x="1714500" y="4940300"/>
            <a:ext cx="1012825" cy="1631950"/>
          </a:xfrm>
          <a:prstGeom prst="rect">
            <a:avLst/>
          </a:prstGeom>
          <a:noFill/>
          <a:ln w="9525">
            <a:noFill/>
          </a:ln>
        </p:spPr>
        <p:txBody>
          <a:bodyPr wrap="none"/>
          <a:p>
            <a:pPr fontAlgn="base"/>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女</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30</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岁</a:t>
            </a:r>
            <a:endParaRPr lang="en-US" altLang="zh-CN" sz="2000" b="1" strike="noStrike" noProof="1">
              <a:effectLst>
                <a:outerShdw blurRad="38100" dist="38100" dir="2700000">
                  <a:srgbClr val="C0C0C0"/>
                </a:outerShdw>
              </a:effectLst>
            </a:endParaRPr>
          </a:p>
          <a:p>
            <a:pPr fontAlgn="base"/>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硕士</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a:t>
            </a:r>
            <a:endParaRPr lang="en-US" altLang="zh-CN" sz="2000" b="1" strike="noStrike" noProof="1">
              <a:effectLst>
                <a:outerShdw blurRad="38100" dist="38100" dir="2700000">
                  <a:srgbClr val="C0C0C0"/>
                </a:outerShdw>
              </a:effectLst>
            </a:endParaRPr>
          </a:p>
          <a:p>
            <a:pPr fontAlgn="base"/>
            <a:r>
              <a:rPr lang="en-US" altLang="zh-CN" sz="2000" b="1" strike="noStrike" noProof="1">
                <a:effectLst>
                  <a:outerShdw blurRad="38100" dist="38100" dir="2700000">
                    <a:srgbClr val="C0C0C0"/>
                  </a:outerShdw>
                </a:effectLst>
                <a:latin typeface="Arial" panose="020B0604020202020204"/>
                <a:ea typeface="宋体" panose="02010600030101010101" pitchFamily="2" charset="-122"/>
                <a:cs typeface="+mn-cs"/>
              </a:rPr>
              <a:t>5000</a:t>
            </a:r>
            <a:r>
              <a:rPr lang="zh-CN" altLang="en-US" sz="2000" b="1" strike="noStrike" noProof="1">
                <a:effectLst>
                  <a:outerShdw blurRad="38100" dist="38100" dir="2700000">
                    <a:srgbClr val="C0C0C0"/>
                  </a:outerShdw>
                </a:effectLst>
                <a:latin typeface="Arial" panose="020B0604020202020204"/>
                <a:ea typeface="宋体" panose="02010600030101010101" pitchFamily="2" charset="-122"/>
                <a:cs typeface="+mn-cs"/>
              </a:rPr>
              <a:t>元</a:t>
            </a:r>
            <a:endParaRPr lang="zh-CN" altLang="en-US" sz="2000" b="1" strike="noStrike" noProof="1">
              <a:effectLst>
                <a:outerShdw blurRad="38100" dist="38100" dir="2700000">
                  <a:srgbClr val="C0C0C0"/>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1" nodeType="clickEffect">
                                  <p:childTnLst>
                                    <p:set>
                                      <p:cBhvr additive="base">
                                        <p:cTn id="6" dur="1" fill="hold">
                                          <p:stCondLst>
                                            <p:cond delay="0"/>
                                          </p:stCondLst>
                                        </p:cTn>
                                        <p:tgtEl>
                                          <p:spTgt spid="2317"/>
                                        </p:tgtEl>
                                        <p:attrNameLst>
                                          <p:attrName>style.visibility</p:attrName>
                                        </p:attrNameLst>
                                      </p:cBhvr>
                                      <p:to>
                                        <p:strVal val="visible"/>
                                      </p:to>
                                    </p:set>
                                    <p:anim calcmode="lin" valueType="num">
                                      <p:cBhvr additive="base">
                                        <p:cTn id="7" dur="500" fill="hold"/>
                                        <p:tgtEl>
                                          <p:spTgt spid="2317"/>
                                        </p:tgtEl>
                                        <p:attrNameLst>
                                          <p:attrName>ppt_x</p:attrName>
                                        </p:attrNameLst>
                                      </p:cBhvr>
                                      <p:tavLst>
                                        <p:tav tm="0">
                                          <p:val>
                                            <p:strVal val="0-#ppt_w/2"/>
                                          </p:val>
                                        </p:tav>
                                        <p:tav tm="100000">
                                          <p:val>
                                            <p:strVal val="#ppt_x"/>
                                          </p:val>
                                        </p:tav>
                                      </p:tavLst>
                                    </p:anim>
                                    <p:anim calcmode="lin" valueType="num">
                                      <p:cBhvr additive="base">
                                        <p:cTn id="8" dur="500" fill="hold"/>
                                        <p:tgtEl>
                                          <p:spTgt spid="23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childTnLst>
                                    <p:set>
                                      <p:cBhvr additive="base">
                                        <p:cTn id="12" dur="1" fill="hold">
                                          <p:stCondLst>
                                            <p:cond delay="0"/>
                                          </p:stCondLst>
                                        </p:cTn>
                                        <p:tgtEl>
                                          <p:spTgt spid="2287"/>
                                        </p:tgtEl>
                                        <p:attrNameLst>
                                          <p:attrName>style.visibility</p:attrName>
                                        </p:attrNameLst>
                                      </p:cBhvr>
                                      <p:to>
                                        <p:strVal val="visible"/>
                                      </p:to>
                                    </p:set>
                                    <p:animEffect transition="in" filter="wipe(left)">
                                      <p:cBhvr additive="base">
                                        <p:cTn id="13" dur="3000"/>
                                        <p:tgtEl>
                                          <p:spTgt spid="228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childTnLst>
                                    <p:set>
                                      <p:cBhvr additive="base">
                                        <p:cTn id="17" dur="1" fill="hold">
                                          <p:stCondLst>
                                            <p:cond delay="0"/>
                                          </p:stCondLst>
                                        </p:cTn>
                                        <p:tgtEl>
                                          <p:spTgt spid="2302"/>
                                        </p:tgtEl>
                                        <p:attrNameLst>
                                          <p:attrName>style.visibility</p:attrName>
                                        </p:attrNameLst>
                                      </p:cBhvr>
                                      <p:to>
                                        <p:strVal val="visible"/>
                                      </p:to>
                                    </p:set>
                                    <p:animEffect transition="in" filter="wipe(right)">
                                      <p:cBhvr additive="base">
                                        <p:cTn id="18" dur="3000"/>
                                        <p:tgtEl>
                                          <p:spTgt spid="2302"/>
                                        </p:tgtEl>
                                      </p:cBhvr>
                                    </p:animEffect>
                                  </p:childTnLst>
                                </p:cTn>
                              </p:par>
                            </p:childTnLst>
                          </p:cTn>
                        </p:par>
                        <p:par>
                          <p:cTn id="19" fill="hold">
                            <p:stCondLst>
                              <p:cond delay="3000"/>
                            </p:stCondLst>
                            <p:childTnLst>
                              <p:par>
                                <p:cTn id="20" presetID="1" presetClass="exit" presetSubtype="0" fill="hold" grpId="1" nodeType="afterEffect">
                                  <p:childTnLst>
                                    <p:set>
                                      <p:cBhvr additive="base">
                                        <p:cTn id="21" dur="1" fill="hold">
                                          <p:stCondLst>
                                            <p:cond delay="0"/>
                                          </p:stCondLst>
                                        </p:cTn>
                                        <p:tgtEl>
                                          <p:spTgt spid="231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2" nodeType="clickEffect">
                                  <p:childTnLst>
                                    <p:set>
                                      <p:cBhvr additive="base">
                                        <p:cTn id="25" dur="1" fill="hold">
                                          <p:stCondLst>
                                            <p:cond delay="0"/>
                                          </p:stCondLst>
                                        </p:cTn>
                                        <p:tgtEl>
                                          <p:spTgt spid="2319"/>
                                        </p:tgtEl>
                                        <p:attrNameLst>
                                          <p:attrName>style.visibility</p:attrName>
                                        </p:attrNameLst>
                                      </p:cBhvr>
                                      <p:to>
                                        <p:strVal val="visible"/>
                                      </p:to>
                                    </p:set>
                                    <p:anim calcmode="lin" valueType="num">
                                      <p:cBhvr additive="base">
                                        <p:cTn id="26" dur="500" fill="hold"/>
                                        <p:tgtEl>
                                          <p:spTgt spid="2319"/>
                                        </p:tgtEl>
                                        <p:attrNameLst>
                                          <p:attrName>ppt_x</p:attrName>
                                        </p:attrNameLst>
                                      </p:cBhvr>
                                      <p:tavLst>
                                        <p:tav tm="0">
                                          <p:val>
                                            <p:strVal val="0-#ppt_w/2"/>
                                          </p:val>
                                        </p:tav>
                                        <p:tav tm="100000">
                                          <p:val>
                                            <p:strVal val="#ppt_x"/>
                                          </p:val>
                                        </p:tav>
                                      </p:tavLst>
                                    </p:anim>
                                    <p:anim calcmode="lin" valueType="num">
                                      <p:cBhvr additive="base">
                                        <p:cTn id="27" dur="500" fill="hold"/>
                                        <p:tgtEl>
                                          <p:spTgt spid="23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7" grpId="0" animBg="1"/>
      <p:bldP spid="2317" grpId="1" animBg="1"/>
      <p:bldP spid="2319" grpId="2"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pic>
        <p:nvPicPr>
          <p:cNvPr id="31745" name="Picture 32"/>
          <p:cNvPicPr>
            <a:picLocks noChangeAspect="1"/>
          </p:cNvPicPr>
          <p:nvPr/>
        </p:nvPicPr>
        <p:blipFill>
          <a:blip r:embed="rId1"/>
          <a:stretch>
            <a:fillRect/>
          </a:stretch>
        </p:blipFill>
        <p:spPr>
          <a:xfrm>
            <a:off x="1928813" y="785813"/>
            <a:ext cx="5286375" cy="5370512"/>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769" name="Picture 5"/>
          <p:cNvPicPr>
            <a:picLocks noChangeAspect="1"/>
          </p:cNvPicPr>
          <p:nvPr/>
        </p:nvPicPr>
        <p:blipFill>
          <a:blip r:embed="rId1"/>
          <a:stretch>
            <a:fillRect/>
          </a:stretch>
        </p:blipFill>
        <p:spPr>
          <a:xfrm>
            <a:off x="928688" y="1785938"/>
            <a:ext cx="4071937" cy="2597150"/>
          </a:xfrm>
          <a:prstGeom prst="rect">
            <a:avLst/>
          </a:prstGeom>
          <a:noFill/>
          <a:ln w="9525">
            <a:noFill/>
          </a:ln>
        </p:spPr>
      </p:pic>
      <p:sp>
        <p:nvSpPr>
          <p:cNvPr id="2326" name="矩形 3"/>
          <p:cNvSpPr/>
          <p:nvPr/>
        </p:nvSpPr>
        <p:spPr>
          <a:xfrm>
            <a:off x="500063" y="928688"/>
            <a:ext cx="4716463" cy="584200"/>
          </a:xfrm>
          <a:prstGeom prst="rect">
            <a:avLst/>
          </a:prstGeom>
          <a:noFill/>
          <a:ln w="9525">
            <a:noFill/>
          </a:ln>
        </p:spPr>
        <p:txBody>
          <a:bodyPr wrap="none"/>
          <a:p>
            <a:pPr fontAlgn="base"/>
            <a:r>
              <a:rPr lang="zh-CN" altLang="en-US" sz="3200" b="1" strike="noStrike" noProof="1">
                <a:effectLst>
                  <a:outerShdw blurRad="38100" dist="38100" dir="2700000">
                    <a:srgbClr val="C0C0C0"/>
                  </a:outerShdw>
                </a:effectLst>
                <a:latin typeface="Arial" panose="020B0604020202020204"/>
                <a:ea typeface="宋体" panose="02010600030101010101" pitchFamily="2" charset="-122"/>
                <a:cs typeface="+mn-cs"/>
              </a:rPr>
              <a:t>如何改变网络连接权值？</a:t>
            </a:r>
            <a:endParaRPr lang="zh-CN" altLang="en-US" sz="3200" b="1" strike="noStrike" noProof="1">
              <a:effectLst>
                <a:outerShdw blurRad="38100" dist="38100" dir="2700000">
                  <a:srgbClr val="C0C0C0"/>
                </a:outerShdw>
              </a:effectLst>
            </a:endParaRPr>
          </a:p>
        </p:txBody>
      </p:sp>
      <p:sp>
        <p:nvSpPr>
          <p:cNvPr id="32771" name="椭圆 5"/>
          <p:cNvSpPr/>
          <p:nvPr/>
        </p:nvSpPr>
        <p:spPr>
          <a:xfrm>
            <a:off x="3429000" y="2071688"/>
            <a:ext cx="1357313" cy="2071687"/>
          </a:xfrm>
          <a:prstGeom prst="ellipse">
            <a:avLst/>
          </a:prstGeom>
          <a:solidFill>
            <a:srgbClr val="FF0000">
              <a:alpha val="12157"/>
            </a:srgbClr>
          </a:solidFill>
          <a:ln w="25400" cap="flat" cmpd="sng">
            <a:solidFill>
              <a:srgbClr val="FF0000"/>
            </a:solidFill>
            <a:prstDash val="solid"/>
            <a:round/>
            <a:headEnd type="none" w="med" len="med"/>
            <a:tailEnd type="none" w="med" len="med"/>
          </a:ln>
        </p:spPr>
        <p:txBody>
          <a:bodyPr anchor="ctr" anchorCtr="0"/>
          <a:p>
            <a:pPr algn="ctr"/>
            <a:endParaRPr lang="zh-CN" altLang="en-US">
              <a:solidFill>
                <a:srgbClr val="FFFFFF"/>
              </a:solidFill>
              <a:latin typeface="Arial" panose="020B0604020202020204"/>
              <a:ea typeface="宋体" panose="02010600030101010101" pitchFamily="2" charset="-122"/>
            </a:endParaRPr>
          </a:p>
        </p:txBody>
      </p:sp>
      <p:sp>
        <p:nvSpPr>
          <p:cNvPr id="2328" name="矩形 5"/>
          <p:cNvSpPr/>
          <p:nvPr/>
        </p:nvSpPr>
        <p:spPr>
          <a:xfrm>
            <a:off x="5292725" y="2286000"/>
            <a:ext cx="3208338" cy="457200"/>
          </a:xfrm>
          <a:prstGeom prst="rect">
            <a:avLst/>
          </a:prstGeom>
          <a:noFill/>
          <a:ln w="9525">
            <a:noFill/>
          </a:ln>
        </p:spPr>
        <p:txBody>
          <a:bodyPr/>
          <a:p>
            <a:pPr fontAlgn="base"/>
            <a:r>
              <a:rPr lang="en-US" altLang="zh-CN" sz="24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E=1/2×∑(t</a:t>
            </a:r>
            <a:r>
              <a:rPr lang="en-US" altLang="zh-CN" sz="2400" b="1" strike="noStrike" baseline="-25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i</a:t>
            </a:r>
            <a:r>
              <a:rPr lang="en-US" altLang="zh-CN" sz="24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-O</a:t>
            </a:r>
            <a:r>
              <a:rPr lang="en-US" altLang="zh-CN" sz="2400" b="1" strike="noStrike" baseline="-25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i</a:t>
            </a:r>
            <a:r>
              <a:rPr lang="en-US" altLang="zh-CN" sz="24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a:t>
            </a:r>
            <a:r>
              <a:rPr lang="en-US" altLang="zh-CN" sz="2400" b="1" strike="noStrike" baseline="30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2</a:t>
            </a:r>
            <a:r>
              <a:rPr lang="en-US" altLang="zh-CN" sz="24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    </a:t>
            </a:r>
            <a:endParaRPr lang="zh-CN" altLang="en-US" sz="2400" b="1" strike="noStrike" noProof="1">
              <a:solidFill>
                <a:srgbClr val="C00000"/>
              </a:solidFill>
              <a:effectLst>
                <a:outerShdw blurRad="38100" dist="38100" dir="2700000">
                  <a:srgbClr val="C0C0C0"/>
                </a:outerShdw>
              </a:effectLst>
            </a:endParaRPr>
          </a:p>
        </p:txBody>
      </p:sp>
      <p:sp>
        <p:nvSpPr>
          <p:cNvPr id="32773" name="矩形 7"/>
          <p:cNvSpPr/>
          <p:nvPr/>
        </p:nvSpPr>
        <p:spPr>
          <a:xfrm>
            <a:off x="5857875" y="2857500"/>
            <a:ext cx="2571750" cy="646113"/>
          </a:xfrm>
          <a:prstGeom prst="rect">
            <a:avLst/>
          </a:prstGeom>
          <a:noFill/>
          <a:ln w="9525">
            <a:noFill/>
          </a:ln>
        </p:spPr>
        <p:txBody>
          <a:bodyPr anchor="t" anchorCtr="0">
            <a:spAutoFit/>
          </a:bodyPr>
          <a:p>
            <a:r>
              <a:rPr lang="en-US" altLang="zh-CN">
                <a:latin typeface="Arial" panose="020B0604020202020204"/>
                <a:ea typeface="宋体" panose="02010600030101010101" pitchFamily="2" charset="-122"/>
              </a:rPr>
              <a:t>t</a:t>
            </a:r>
            <a:r>
              <a:rPr lang="en-US" altLang="zh-CN" baseline="-25000">
                <a:latin typeface="Arial" panose="020B0604020202020204"/>
                <a:ea typeface="宋体" panose="02010600030101010101" pitchFamily="2" charset="-122"/>
              </a:rPr>
              <a:t>i</a:t>
            </a:r>
            <a:r>
              <a:rPr lang="en-US" altLang="zh-CN">
                <a:latin typeface="Arial" panose="020B0604020202020204"/>
                <a:ea typeface="宋体" panose="02010600030101010101" pitchFamily="2" charset="-122"/>
              </a:rPr>
              <a:t>    i</a:t>
            </a:r>
            <a:r>
              <a:rPr lang="en-US" altLang="en-US">
                <a:latin typeface="Arial" panose="020B0604020202020204"/>
                <a:ea typeface="宋体" panose="02010600030101010101" pitchFamily="2" charset="-122"/>
              </a:rPr>
              <a:t>节点的期望输出值</a:t>
            </a:r>
            <a:endParaRPr lang="en-US" altLang="en-US">
              <a:latin typeface="Arial" panose="020B0604020202020204"/>
              <a:ea typeface="宋体" panose="02010600030101010101" pitchFamily="2" charset="-122"/>
            </a:endParaRPr>
          </a:p>
          <a:p>
            <a:r>
              <a:rPr lang="en-US" altLang="zh-CN">
                <a:latin typeface="Arial" panose="020B0604020202020204"/>
                <a:ea typeface="宋体" panose="02010600030101010101" pitchFamily="2" charset="-122"/>
              </a:rPr>
              <a:t>O</a:t>
            </a:r>
            <a:r>
              <a:rPr lang="en-US" altLang="zh-CN" baseline="-25000">
                <a:latin typeface="Arial" panose="020B0604020202020204"/>
                <a:ea typeface="宋体" panose="02010600030101010101" pitchFamily="2" charset="-122"/>
              </a:rPr>
              <a:t>i   </a:t>
            </a:r>
            <a:r>
              <a:rPr lang="en-US" altLang="zh-CN">
                <a:latin typeface="Arial" panose="020B0604020202020204"/>
                <a:ea typeface="宋体" panose="02010600030101010101" pitchFamily="2" charset="-122"/>
              </a:rPr>
              <a:t>i</a:t>
            </a:r>
            <a:r>
              <a:rPr lang="en-US" altLang="en-US">
                <a:latin typeface="Arial" panose="020B0604020202020204"/>
                <a:ea typeface="宋体" panose="02010600030101010101" pitchFamily="2" charset="-122"/>
              </a:rPr>
              <a:t>节点</a:t>
            </a:r>
            <a:r>
              <a:rPr lang="zh-CN" altLang="en-US">
                <a:latin typeface="Arial" panose="020B0604020202020204"/>
                <a:ea typeface="宋体" panose="02010600030101010101" pitchFamily="2" charset="-122"/>
              </a:rPr>
              <a:t>实际</a:t>
            </a:r>
            <a:r>
              <a:rPr lang="en-US" altLang="en-US">
                <a:latin typeface="Arial" panose="020B0604020202020204"/>
                <a:ea typeface="宋体" panose="02010600030101010101" pitchFamily="2" charset="-122"/>
              </a:rPr>
              <a:t>输出值</a:t>
            </a:r>
            <a:endParaRPr lang="zh-CN" altLang="en-US">
              <a:latin typeface="Arial" panose="020B0604020202020204"/>
              <a:ea typeface="宋体" panose="02010600030101010101" pitchFamily="2" charset="-122"/>
            </a:endParaRPr>
          </a:p>
        </p:txBody>
      </p:sp>
      <p:sp>
        <p:nvSpPr>
          <p:cNvPr id="32774" name="Rectangle 5"/>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2775" name="Rectangle 7"/>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pic>
        <p:nvPicPr>
          <p:cNvPr id="32776" name="Picture 6"/>
          <p:cNvPicPr>
            <a:picLocks noChangeAspect="1"/>
          </p:cNvPicPr>
          <p:nvPr/>
        </p:nvPicPr>
        <p:blipFill>
          <a:blip r:embed="rId2"/>
          <a:stretch>
            <a:fillRect/>
          </a:stretch>
        </p:blipFill>
        <p:spPr>
          <a:xfrm>
            <a:off x="5851525" y="3925888"/>
            <a:ext cx="2487613" cy="1011237"/>
          </a:xfrm>
          <a:prstGeom prst="rect">
            <a:avLst/>
          </a:prstGeom>
          <a:noFill/>
          <a:ln w="9525">
            <a:noFill/>
          </a:ln>
        </p:spPr>
      </p:pic>
      <p:sp>
        <p:nvSpPr>
          <p:cNvPr id="2333" name="TextBox 11"/>
          <p:cNvSpPr/>
          <p:nvPr/>
        </p:nvSpPr>
        <p:spPr>
          <a:xfrm>
            <a:off x="714375" y="5500688"/>
            <a:ext cx="7429500" cy="523875"/>
          </a:xfrm>
          <a:prstGeom prst="rect">
            <a:avLst/>
          </a:prstGeom>
          <a:noFill/>
          <a:ln w="9525">
            <a:noFill/>
          </a:ln>
        </p:spPr>
        <p:txBody>
          <a:bodyPr wrap="none"/>
          <a:p>
            <a:pPr fontAlgn="base"/>
            <a:r>
              <a:rPr lang="zh-CN" altLang="en-US"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要误差降低，就是要改变</a:t>
            </a:r>
            <a:r>
              <a:rPr lang="en-US" altLang="zh-CN"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O</a:t>
            </a:r>
            <a:r>
              <a:rPr lang="en-US" altLang="zh-CN" sz="2800" b="1" strike="noStrike" baseline="-25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i</a:t>
            </a:r>
            <a:r>
              <a:rPr lang="en-US" altLang="zh-CN"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a:t>
            </a:r>
            <a:r>
              <a:rPr lang="zh-CN" altLang="en-US"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也就要改变</a:t>
            </a:r>
            <a:r>
              <a:rPr lang="en-US" altLang="zh-CN"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w</a:t>
            </a:r>
            <a:r>
              <a:rPr lang="en-US" altLang="zh-CN" sz="2800" b="1" strike="noStrike" baseline="-25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ij</a:t>
            </a:r>
            <a:r>
              <a:rPr lang="zh-CN" altLang="en-US"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和</a:t>
            </a:r>
            <a:r>
              <a:rPr lang="el-GR" altLang="zh-CN" sz="2800" b="1" strike="noStrike"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θ</a:t>
            </a:r>
            <a:r>
              <a:rPr lang="en-US" altLang="zh-CN" sz="2800" b="1" strike="noStrike" baseline="-25000" noProof="1">
                <a:solidFill>
                  <a:srgbClr val="C00000"/>
                </a:solidFill>
                <a:effectLst>
                  <a:outerShdw blurRad="38100" dist="38100" dir="2700000">
                    <a:srgbClr val="C0C0C0"/>
                  </a:outerShdw>
                </a:effectLst>
                <a:latin typeface="Arial" panose="020B0604020202020204"/>
                <a:ea typeface="宋体" panose="02010600030101010101" pitchFamily="2" charset="-122"/>
                <a:cs typeface="+mn-cs"/>
              </a:rPr>
              <a:t>i</a:t>
            </a:r>
            <a:endParaRPr lang="zh-CN" altLang="en-US" sz="2800" b="1" strike="noStrike" baseline="-25000" noProof="1">
              <a:solidFill>
                <a:srgbClr val="C00000"/>
              </a:solidFill>
              <a:effectLst>
                <a:outerShdw blurRad="38100" dist="38100" dir="2700000">
                  <a:srgbClr val="C0C0C0"/>
                </a:outerShdw>
              </a:effectLs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3" name="Picture 14"/>
          <p:cNvPicPr>
            <a:picLocks noChangeAspect="1"/>
          </p:cNvPicPr>
          <p:nvPr/>
        </p:nvPicPr>
        <p:blipFill>
          <a:blip r:embed="rId1"/>
          <a:stretch>
            <a:fillRect/>
          </a:stretch>
        </p:blipFill>
        <p:spPr>
          <a:xfrm>
            <a:off x="393700" y="1822450"/>
            <a:ext cx="4464050" cy="4321175"/>
          </a:xfrm>
          <a:prstGeom prst="rect">
            <a:avLst/>
          </a:prstGeom>
          <a:noFill/>
          <a:ln w="9525">
            <a:noFill/>
          </a:ln>
        </p:spPr>
      </p:pic>
      <p:sp>
        <p:nvSpPr>
          <p:cNvPr id="2337" name="Rectangle 2"/>
          <p:cNvSpPr>
            <a:spLocks noGrp="1"/>
          </p:cNvSpPr>
          <p:nvPr>
            <p:ph type="title" idx="4294967295"/>
          </p:nvPr>
        </p:nvSpPr>
        <p:spPr/>
        <p:txBody>
          <a:bodyPr wrap="square" lIns="91440" tIns="45720" rIns="91440" bIns="45720" anchor="ctr"/>
          <a:p>
            <a:pPr marL="0" marR="0" indent="0" algn="l" defTabSz="914400" rtl="0" eaLnBrk="0" fontAlgn="base" latinLnBrk="0" hangingPunct="0">
              <a:lnSpc>
                <a:spcPct val="100000"/>
              </a:lnSpc>
              <a:spcBef>
                <a:spcPct val="0"/>
              </a:spcBef>
              <a:spcAft>
                <a:spcPct val="0"/>
              </a:spcAft>
              <a:buClrTx/>
              <a:buSzTx/>
              <a:buFontTx/>
              <a:buNone/>
            </a:pPr>
            <a:r>
              <a:rPr kumimoji="0" lang="zh-CN" altLang="en-US" sz="4000" b="1" i="0" u="none" strike="noStrike" kern="1200" cap="none" spc="0" normalizeH="0" baseline="0" noProof="1">
                <a:solidFill>
                  <a:schemeClr val="tx1"/>
                </a:solidFill>
                <a:effectLst>
                  <a:outerShdw blurRad="38100" dist="38100" dir="2700000">
                    <a:srgbClr val="C0C0C0"/>
                  </a:outerShdw>
                </a:effectLst>
                <a:latin typeface="+mj-lt"/>
                <a:ea typeface="+mj-ea"/>
                <a:cs typeface="+mj-cs"/>
              </a:rPr>
              <a:t>算法原理：误差修正的公式推导</a:t>
            </a:r>
            <a:endParaRPr kumimoji="0" lang="zh-CN" altLang="en-US" sz="4000" b="1" i="0" u="none" strike="noStrike" kern="1200" cap="none" spc="0" normalizeH="0" baseline="0" noProof="1">
              <a:solidFill>
                <a:schemeClr val="tx1"/>
              </a:solidFill>
              <a:effectLst>
                <a:outerShdw blurRad="38100" dist="38100" dir="2700000">
                  <a:srgbClr val="C0C0C0"/>
                </a:outerShdw>
              </a:effectLst>
              <a:latin typeface="+mj-lt"/>
              <a:ea typeface="+mj-ea"/>
              <a:cs typeface="+mj-cs"/>
            </a:endParaRPr>
          </a:p>
        </p:txBody>
      </p:sp>
      <p:sp>
        <p:nvSpPr>
          <p:cNvPr id="2338" name="Rectangle 9"/>
          <p:cNvSpPr/>
          <p:nvPr/>
        </p:nvSpPr>
        <p:spPr>
          <a:xfrm>
            <a:off x="4356100" y="5229225"/>
            <a:ext cx="2762250" cy="366713"/>
          </a:xfrm>
          <a:prstGeom prst="rect">
            <a:avLst/>
          </a:prstGeom>
          <a:noFill/>
          <a:ln w="9525">
            <a:noFill/>
          </a:ln>
        </p:spPr>
        <p:txBody>
          <a:bodyPr wrap="none"/>
          <a:p>
            <a:pPr fontAlgn="base"/>
            <a:r>
              <a:rPr lang="en-US" altLang="zh-CN"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x</a:t>
            </a:r>
            <a:r>
              <a:rPr lang="en-US" altLang="zh-CN" b="1" strike="noStrike" baseline="-25000"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j </a:t>
            </a:r>
            <a:r>
              <a:rPr lang="en-US" altLang="zh-CN"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 </a:t>
            </a:r>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输入结点的输入输出量</a:t>
            </a:r>
            <a:endParaRPr lang="zh-CN" altLang="en-US" b="1" strike="noStrike" noProof="1">
              <a:solidFill>
                <a:srgbClr val="990000"/>
              </a:solidFill>
              <a:effectLst>
                <a:outerShdw blurRad="38100" dist="38100" dir="2700000">
                  <a:srgbClr val="C0C0C0"/>
                </a:outerShdw>
              </a:effectLst>
            </a:endParaRPr>
          </a:p>
        </p:txBody>
      </p:sp>
      <p:sp>
        <p:nvSpPr>
          <p:cNvPr id="2339" name="Rectangle 10"/>
          <p:cNvSpPr/>
          <p:nvPr/>
        </p:nvSpPr>
        <p:spPr>
          <a:xfrm>
            <a:off x="4787900" y="3500438"/>
            <a:ext cx="1862138" cy="366713"/>
          </a:xfrm>
          <a:prstGeom prst="rect">
            <a:avLst/>
          </a:prstGeom>
          <a:noFill/>
          <a:ln w="9525">
            <a:noFill/>
          </a:ln>
        </p:spPr>
        <p:txBody>
          <a:bodyPr wrap="none"/>
          <a:p>
            <a:pPr fontAlgn="base"/>
            <a:r>
              <a:rPr lang="en-US" altLang="zh-CN"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y</a:t>
            </a:r>
            <a:r>
              <a:rPr lang="en-US" altLang="zh-CN" b="1" strike="noStrike" baseline="-25000"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i</a:t>
            </a:r>
            <a:r>
              <a:rPr lang="en-US" altLang="zh-CN"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  </a:t>
            </a:r>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隐结点的输出</a:t>
            </a:r>
            <a:endParaRPr lang="zh-CN" altLang="en-US" b="1" strike="noStrike" noProof="1">
              <a:solidFill>
                <a:srgbClr val="990000"/>
              </a:solidFill>
              <a:effectLst>
                <a:outerShdw blurRad="38100" dist="38100" dir="2700000">
                  <a:srgbClr val="C0C0C0"/>
                </a:outerShdw>
              </a:effectLst>
            </a:endParaRPr>
          </a:p>
        </p:txBody>
      </p:sp>
      <p:sp>
        <p:nvSpPr>
          <p:cNvPr id="2340" name="Rectangle 11"/>
          <p:cNvSpPr/>
          <p:nvPr/>
        </p:nvSpPr>
        <p:spPr>
          <a:xfrm>
            <a:off x="4356100" y="1916113"/>
            <a:ext cx="2058988" cy="366713"/>
          </a:xfrm>
          <a:prstGeom prst="rect">
            <a:avLst/>
          </a:prstGeom>
          <a:noFill/>
          <a:ln w="9525">
            <a:noFill/>
          </a:ln>
        </p:spPr>
        <p:txBody>
          <a:bodyPr wrap="none"/>
          <a:p>
            <a:pPr fontAlgn="base"/>
            <a:r>
              <a:rPr lang="en-US" altLang="zh-CN"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O</a:t>
            </a:r>
            <a:r>
              <a:rPr lang="en-US" altLang="zh-CN" b="1" strike="noStrike" baseline="-25000"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l </a:t>
            </a:r>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输出结点的输出</a:t>
            </a:r>
            <a:endParaRPr lang="zh-CN" altLang="en-US" b="1" strike="noStrike" noProof="1">
              <a:solidFill>
                <a:srgbClr val="990000"/>
              </a:solidFill>
              <a:effectLst>
                <a:outerShdw blurRad="38100" dist="38100" dir="2700000">
                  <a:srgbClr val="C0C0C0"/>
                </a:outerShdw>
              </a:effectLst>
            </a:endParaRPr>
          </a:p>
        </p:txBody>
      </p:sp>
      <p:sp>
        <p:nvSpPr>
          <p:cNvPr id="33798" name="Rectangle 13"/>
          <p:cNvSpPr/>
          <p:nvPr/>
        </p:nvSpPr>
        <p:spPr>
          <a:xfrm>
            <a:off x="0" y="3252788"/>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3799" name="Rectangle 16"/>
          <p:cNvSpPr/>
          <p:nvPr/>
        </p:nvSpPr>
        <p:spPr>
          <a:xfrm>
            <a:off x="0" y="3252788"/>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343" name="组合 2342"/>
          <p:cNvGrpSpPr/>
          <p:nvPr/>
        </p:nvGrpSpPr>
        <p:grpSpPr>
          <a:xfrm>
            <a:off x="5091113" y="3860800"/>
            <a:ext cx="3152775" cy="1292225"/>
            <a:chOff x="3207" y="2432"/>
            <a:chExt cx="1986" cy="814"/>
          </a:xfrm>
        </p:grpSpPr>
        <p:graphicFrame>
          <p:nvGraphicFramePr>
            <p:cNvPr id="33801" name="Object 4"/>
            <p:cNvGraphicFramePr>
              <a:graphicFrameLocks noChangeAspect="1"/>
            </p:cNvGraphicFramePr>
            <p:nvPr/>
          </p:nvGraphicFramePr>
          <p:xfrm>
            <a:off x="3243" y="2432"/>
            <a:ext cx="1950" cy="354"/>
          </p:xfrm>
          <a:graphic>
            <a:graphicData uri="http://schemas.openxmlformats.org/presentationml/2006/ole">
              <mc:AlternateContent xmlns:mc="http://schemas.openxmlformats.org/markup-compatibility/2006">
                <mc:Choice xmlns:v="urn:schemas-microsoft-com:vml" Requires="v">
                  <p:oleObj spid="_x0000_s3099" name="" r:id="rId2" imgW="659130" imgH="355600" progId="Equation.3">
                    <p:embed/>
                  </p:oleObj>
                </mc:Choice>
                <mc:Fallback>
                  <p:oleObj name="" r:id="rId2" imgW="659130" imgH="355600" progId="Equation.3">
                    <p:embed/>
                    <p:pic>
                      <p:nvPicPr>
                        <p:cNvPr id="0" name="图片 3098"/>
                        <p:cNvPicPr/>
                        <p:nvPr/>
                      </p:nvPicPr>
                      <p:blipFill>
                        <a:blip r:embed="rId3"/>
                        <a:stretch>
                          <a:fillRect/>
                        </a:stretch>
                      </p:blipFill>
                      <p:spPr>
                        <a:xfrm>
                          <a:off x="3243" y="2432"/>
                          <a:ext cx="1950" cy="354"/>
                        </a:xfrm>
                        <a:prstGeom prst="rect">
                          <a:avLst/>
                        </a:prstGeom>
                        <a:noFill/>
                        <a:ln w="38100">
                          <a:noFill/>
                          <a:miter/>
                        </a:ln>
                      </p:spPr>
                    </p:pic>
                  </p:oleObj>
                </mc:Fallback>
              </mc:AlternateContent>
            </a:graphicData>
          </a:graphic>
        </p:graphicFrame>
        <p:graphicFrame>
          <p:nvGraphicFramePr>
            <p:cNvPr id="33802" name="Object 5"/>
            <p:cNvGraphicFramePr>
              <a:graphicFrameLocks noChangeAspect="1"/>
            </p:cNvGraphicFramePr>
            <p:nvPr/>
          </p:nvGraphicFramePr>
          <p:xfrm>
            <a:off x="3742" y="2840"/>
            <a:ext cx="1406" cy="406"/>
          </p:xfrm>
          <a:graphic>
            <a:graphicData uri="http://schemas.openxmlformats.org/presentationml/2006/ole">
              <mc:AlternateContent xmlns:mc="http://schemas.openxmlformats.org/markup-compatibility/2006">
                <mc:Choice xmlns:v="urn:schemas-microsoft-com:vml" Requires="v">
                  <p:oleObj spid="_x0000_s3097" name="" r:id="rId4" imgW="573405" imgH="355600" progId="Equation.3">
                    <p:embed/>
                  </p:oleObj>
                </mc:Choice>
                <mc:Fallback>
                  <p:oleObj name="" r:id="rId4" imgW="573405" imgH="355600" progId="Equation.3">
                    <p:embed/>
                    <p:pic>
                      <p:nvPicPr>
                        <p:cNvPr id="0" name="图片 3096"/>
                        <p:cNvPicPr/>
                        <p:nvPr/>
                      </p:nvPicPr>
                      <p:blipFill>
                        <a:blip r:embed="rId5"/>
                        <a:stretch>
                          <a:fillRect/>
                        </a:stretch>
                      </p:blipFill>
                      <p:spPr>
                        <a:xfrm>
                          <a:off x="3742" y="2840"/>
                          <a:ext cx="1406" cy="406"/>
                        </a:xfrm>
                        <a:prstGeom prst="rect">
                          <a:avLst/>
                        </a:prstGeom>
                        <a:noFill/>
                        <a:ln w="38100">
                          <a:noFill/>
                          <a:miter/>
                        </a:ln>
                      </p:spPr>
                    </p:pic>
                  </p:oleObj>
                </mc:Fallback>
              </mc:AlternateContent>
            </a:graphicData>
          </a:graphic>
        </p:graphicFrame>
        <p:sp>
          <p:nvSpPr>
            <p:cNvPr id="33803" name="Text Box 17"/>
            <p:cNvSpPr/>
            <p:nvPr/>
          </p:nvSpPr>
          <p:spPr>
            <a:xfrm>
              <a:off x="3207" y="2882"/>
              <a:ext cx="444" cy="231"/>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其中</a:t>
              </a:r>
              <a:r>
                <a:rPr lang="en-US" altLang="zh-CN">
                  <a:latin typeface="Arial" panose="020B0604020202020204"/>
                  <a:ea typeface="宋体" panose="02010600030101010101" pitchFamily="2" charset="-122"/>
                </a:rPr>
                <a:t>,</a:t>
              </a:r>
              <a:endParaRPr lang="en-US" altLang="zh-CN">
                <a:latin typeface="Arial" panose="020B0604020202020204"/>
                <a:ea typeface="宋体" panose="02010600030101010101" pitchFamily="2" charset="-122"/>
              </a:endParaRPr>
            </a:p>
          </p:txBody>
        </p:sp>
      </p:grpSp>
      <p:grpSp>
        <p:nvGrpSpPr>
          <p:cNvPr id="2347" name="组合 2346"/>
          <p:cNvGrpSpPr/>
          <p:nvPr/>
        </p:nvGrpSpPr>
        <p:grpSpPr>
          <a:xfrm>
            <a:off x="4859338" y="2286000"/>
            <a:ext cx="3090862" cy="1271588"/>
            <a:chOff x="3207" y="2438"/>
            <a:chExt cx="1947" cy="801"/>
          </a:xfrm>
        </p:grpSpPr>
        <p:graphicFrame>
          <p:nvGraphicFramePr>
            <p:cNvPr id="33805" name="Object 2"/>
            <p:cNvGraphicFramePr>
              <a:graphicFrameLocks noChangeAspect="1"/>
            </p:cNvGraphicFramePr>
            <p:nvPr/>
          </p:nvGraphicFramePr>
          <p:xfrm>
            <a:off x="3281" y="2438"/>
            <a:ext cx="1873" cy="341"/>
          </p:xfrm>
          <a:graphic>
            <a:graphicData uri="http://schemas.openxmlformats.org/presentationml/2006/ole">
              <mc:AlternateContent xmlns:mc="http://schemas.openxmlformats.org/markup-compatibility/2006">
                <mc:Choice xmlns:v="urn:schemas-microsoft-com:vml" Requires="v">
                  <p:oleObj spid="_x0000_s3100" name="" r:id="rId6" imgW="609600" imgH="342900" progId="Equation.3">
                    <p:embed/>
                  </p:oleObj>
                </mc:Choice>
                <mc:Fallback>
                  <p:oleObj name="" r:id="rId6" imgW="609600" imgH="342900" progId="Equation.3">
                    <p:embed/>
                    <p:pic>
                      <p:nvPicPr>
                        <p:cNvPr id="0" name="图片 3099"/>
                        <p:cNvPicPr/>
                        <p:nvPr/>
                      </p:nvPicPr>
                      <p:blipFill>
                        <a:blip r:embed="rId7"/>
                        <a:stretch>
                          <a:fillRect/>
                        </a:stretch>
                      </p:blipFill>
                      <p:spPr>
                        <a:xfrm>
                          <a:off x="3281" y="2438"/>
                          <a:ext cx="1873" cy="341"/>
                        </a:xfrm>
                        <a:prstGeom prst="rect">
                          <a:avLst/>
                        </a:prstGeom>
                        <a:noFill/>
                        <a:ln w="38100">
                          <a:noFill/>
                          <a:miter/>
                        </a:ln>
                      </p:spPr>
                    </p:pic>
                  </p:oleObj>
                </mc:Fallback>
              </mc:AlternateContent>
            </a:graphicData>
          </a:graphic>
        </p:graphicFrame>
        <p:graphicFrame>
          <p:nvGraphicFramePr>
            <p:cNvPr id="33806" name="Object 3"/>
            <p:cNvGraphicFramePr>
              <a:graphicFrameLocks noChangeAspect="1"/>
            </p:cNvGraphicFramePr>
            <p:nvPr/>
          </p:nvGraphicFramePr>
          <p:xfrm>
            <a:off x="3800" y="2847"/>
            <a:ext cx="1289" cy="392"/>
          </p:xfrm>
          <a:graphic>
            <a:graphicData uri="http://schemas.openxmlformats.org/presentationml/2006/ole">
              <mc:AlternateContent xmlns:mc="http://schemas.openxmlformats.org/markup-compatibility/2006">
                <mc:Choice xmlns:v="urn:schemas-microsoft-com:vml" Requires="v">
                  <p:oleObj spid="_x0000_s3098" name="" r:id="rId8" imgW="535940" imgH="342900" progId="Equation.3">
                    <p:embed/>
                  </p:oleObj>
                </mc:Choice>
                <mc:Fallback>
                  <p:oleObj name="" r:id="rId8" imgW="535940" imgH="342900" progId="Equation.3">
                    <p:embed/>
                    <p:pic>
                      <p:nvPicPr>
                        <p:cNvPr id="0" name="图片 3097"/>
                        <p:cNvPicPr/>
                        <p:nvPr/>
                      </p:nvPicPr>
                      <p:blipFill>
                        <a:blip r:embed="rId9"/>
                        <a:stretch>
                          <a:fillRect/>
                        </a:stretch>
                      </p:blipFill>
                      <p:spPr>
                        <a:xfrm>
                          <a:off x="3800" y="2847"/>
                          <a:ext cx="1289" cy="392"/>
                        </a:xfrm>
                        <a:prstGeom prst="rect">
                          <a:avLst/>
                        </a:prstGeom>
                        <a:noFill/>
                        <a:ln w="38100">
                          <a:noFill/>
                          <a:miter/>
                        </a:ln>
                      </p:spPr>
                    </p:pic>
                  </p:oleObj>
                </mc:Fallback>
              </mc:AlternateContent>
            </a:graphicData>
          </a:graphic>
        </p:graphicFrame>
        <p:sp>
          <p:nvSpPr>
            <p:cNvPr id="33807" name="Text Box 22"/>
            <p:cNvSpPr/>
            <p:nvPr/>
          </p:nvSpPr>
          <p:spPr>
            <a:xfrm>
              <a:off x="3207" y="2882"/>
              <a:ext cx="444" cy="231"/>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其中</a:t>
              </a:r>
              <a:r>
                <a:rPr lang="en-US" altLang="zh-CN">
                  <a:latin typeface="Arial" panose="020B0604020202020204"/>
                  <a:ea typeface="宋体" panose="02010600030101010101" pitchFamily="2" charset="-122"/>
                </a:rPr>
                <a:t>,</a:t>
              </a:r>
              <a:endParaRPr lang="en-US" altLang="zh-CN">
                <a:latin typeface="Arial" panose="020B0604020202020204"/>
                <a:ea typeface="宋体" panose="02010600030101010101" pitchFamily="2" charset="-122"/>
              </a:endParaRPr>
            </a:p>
          </p:txBody>
        </p:sp>
      </p:grpSp>
      <p:sp>
        <p:nvSpPr>
          <p:cNvPr id="33808" name="Text Box 23"/>
          <p:cNvSpPr/>
          <p:nvPr/>
        </p:nvSpPr>
        <p:spPr>
          <a:xfrm>
            <a:off x="755650" y="4652963"/>
            <a:ext cx="873125" cy="366712"/>
          </a:xfrm>
          <a:prstGeom prst="rect">
            <a:avLst/>
          </a:prstGeom>
          <a:noFill/>
          <a:ln w="9525">
            <a:noFill/>
          </a:ln>
        </p:spPr>
        <p:txBody>
          <a:bodyPr wrap="none" anchor="t" anchorCtr="0">
            <a:spAutoFit/>
          </a:bodyPr>
          <a:p>
            <a:r>
              <a:rPr lang="zh-CN" altLang="en-US">
                <a:solidFill>
                  <a:srgbClr val="0000FF"/>
                </a:solidFill>
                <a:latin typeface="Arial" panose="020B0604020202020204"/>
                <a:ea typeface="宋体" panose="02010600030101010101" pitchFamily="2" charset="-122"/>
              </a:rPr>
              <a:t>权重</a:t>
            </a:r>
            <a:r>
              <a:rPr lang="en-US" altLang="zh-CN">
                <a:solidFill>
                  <a:srgbClr val="0000FF"/>
                </a:solidFill>
                <a:latin typeface="Arial" panose="020B0604020202020204"/>
                <a:ea typeface="宋体" panose="02010600030101010101" pitchFamily="2" charset="-122"/>
              </a:rPr>
              <a:t>w</a:t>
            </a:r>
            <a:r>
              <a:rPr lang="en-US" altLang="zh-CN" baseline="-25000">
                <a:solidFill>
                  <a:srgbClr val="0000FF"/>
                </a:solidFill>
                <a:latin typeface="Arial" panose="020B0604020202020204"/>
                <a:ea typeface="宋体" panose="02010600030101010101" pitchFamily="2" charset="-122"/>
              </a:rPr>
              <a:t>ij</a:t>
            </a:r>
            <a:endParaRPr lang="en-US" altLang="zh-CN" baseline="-25000">
              <a:solidFill>
                <a:srgbClr val="0000FF"/>
              </a:solidFill>
              <a:latin typeface="Arial" panose="020B0604020202020204"/>
              <a:ea typeface="宋体" panose="02010600030101010101" pitchFamily="2" charset="-122"/>
            </a:endParaRPr>
          </a:p>
        </p:txBody>
      </p:sp>
      <p:sp>
        <p:nvSpPr>
          <p:cNvPr id="33809" name="Text Box 24"/>
          <p:cNvSpPr/>
          <p:nvPr/>
        </p:nvSpPr>
        <p:spPr>
          <a:xfrm>
            <a:off x="628650" y="2917825"/>
            <a:ext cx="847725" cy="366713"/>
          </a:xfrm>
          <a:prstGeom prst="rect">
            <a:avLst/>
          </a:prstGeom>
          <a:noFill/>
          <a:ln w="9525">
            <a:noFill/>
          </a:ln>
        </p:spPr>
        <p:txBody>
          <a:bodyPr wrap="none" anchor="t" anchorCtr="0">
            <a:spAutoFit/>
          </a:bodyPr>
          <a:p>
            <a:r>
              <a:rPr lang="zh-CN" altLang="en-US">
                <a:solidFill>
                  <a:srgbClr val="0000FF"/>
                </a:solidFill>
                <a:latin typeface="Arial" panose="020B0604020202020204"/>
                <a:ea typeface="宋体" panose="02010600030101010101" pitchFamily="2" charset="-122"/>
              </a:rPr>
              <a:t>权重</a:t>
            </a:r>
            <a:r>
              <a:rPr lang="en-US" altLang="zh-CN">
                <a:solidFill>
                  <a:srgbClr val="0000FF"/>
                </a:solidFill>
                <a:latin typeface="Arial" panose="020B0604020202020204"/>
                <a:ea typeface="宋体" panose="02010600030101010101" pitchFamily="2" charset="-122"/>
              </a:rPr>
              <a:t>T</a:t>
            </a:r>
            <a:r>
              <a:rPr lang="en-US" altLang="zh-CN" baseline="-25000">
                <a:solidFill>
                  <a:srgbClr val="0000FF"/>
                </a:solidFill>
                <a:latin typeface="Arial" panose="020B0604020202020204"/>
                <a:ea typeface="宋体" panose="02010600030101010101" pitchFamily="2" charset="-122"/>
              </a:rPr>
              <a:t>li</a:t>
            </a:r>
            <a:endParaRPr lang="en-US" altLang="zh-CN" baseline="-25000">
              <a:solidFill>
                <a:srgbClr val="0000FF"/>
              </a:solidFill>
              <a:latin typeface="Arial" panose="020B0604020202020204"/>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childTnLst>
                                    <p:set>
                                      <p:cBhvr additive="base">
                                        <p:cTn id="6" dur="1" fill="hold">
                                          <p:stCondLst>
                                            <p:cond delay="0"/>
                                          </p:stCondLst>
                                        </p:cTn>
                                        <p:tgtEl>
                                          <p:spTgt spid="2338"/>
                                        </p:tgtEl>
                                        <p:attrNameLst>
                                          <p:attrName>style.visibility</p:attrName>
                                        </p:attrNameLst>
                                      </p:cBhvr>
                                      <p:to>
                                        <p:strVal val="visible"/>
                                      </p:to>
                                    </p:set>
                                    <p:animEffect transition="in" filter="fade">
                                      <p:cBhvr additive="base">
                                        <p:cTn id="7" dur="2000"/>
                                        <p:tgtEl>
                                          <p:spTgt spid="23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1" nodeType="clickEffect">
                                  <p:childTnLst>
                                    <p:set>
                                      <p:cBhvr additive="base">
                                        <p:cTn id="11" dur="1" fill="hold">
                                          <p:stCondLst>
                                            <p:cond delay="0"/>
                                          </p:stCondLst>
                                        </p:cTn>
                                        <p:tgtEl>
                                          <p:spTgt spid="2339"/>
                                        </p:tgtEl>
                                        <p:attrNameLst>
                                          <p:attrName>style.visibility</p:attrName>
                                        </p:attrNameLst>
                                      </p:cBhvr>
                                      <p:to>
                                        <p:strVal val="visible"/>
                                      </p:to>
                                    </p:set>
                                    <p:animEffect transition="in" filter="fade">
                                      <p:cBhvr additive="base">
                                        <p:cTn id="12" dur="2000"/>
                                        <p:tgtEl>
                                          <p:spTgt spid="2339"/>
                                        </p:tgtEl>
                                      </p:cBhvr>
                                    </p:animEffect>
                                  </p:childTnLst>
                                </p:cTn>
                              </p:par>
                            </p:childTnLst>
                          </p:cTn>
                        </p:par>
                        <p:par>
                          <p:cTn id="13" fill="hold">
                            <p:stCondLst>
                              <p:cond delay="2000"/>
                            </p:stCondLst>
                            <p:childTnLst>
                              <p:par>
                                <p:cTn id="14" presetID="10" presetClass="entr" presetSubtype="0" fill="hold" nodeType="afterEffect">
                                  <p:childTnLst>
                                    <p:set>
                                      <p:cBhvr additive="base">
                                        <p:cTn id="15" dur="1" fill="hold">
                                          <p:stCondLst>
                                            <p:cond delay="0"/>
                                          </p:stCondLst>
                                        </p:cTn>
                                        <p:tgtEl>
                                          <p:spTgt spid="2343"/>
                                        </p:tgtEl>
                                        <p:attrNameLst>
                                          <p:attrName>style.visibility</p:attrName>
                                        </p:attrNameLst>
                                      </p:cBhvr>
                                      <p:to>
                                        <p:strVal val="visible"/>
                                      </p:to>
                                    </p:set>
                                    <p:animEffect transition="in" filter="fade">
                                      <p:cBhvr additive="base">
                                        <p:cTn id="16" dur="2000"/>
                                        <p:tgtEl>
                                          <p:spTgt spid="234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2" nodeType="clickEffect">
                                  <p:childTnLst>
                                    <p:set>
                                      <p:cBhvr additive="base">
                                        <p:cTn id="20" dur="1" fill="hold">
                                          <p:stCondLst>
                                            <p:cond delay="0"/>
                                          </p:stCondLst>
                                        </p:cTn>
                                        <p:tgtEl>
                                          <p:spTgt spid="2340"/>
                                        </p:tgtEl>
                                        <p:attrNameLst>
                                          <p:attrName>style.visibility</p:attrName>
                                        </p:attrNameLst>
                                      </p:cBhvr>
                                      <p:to>
                                        <p:strVal val="visible"/>
                                      </p:to>
                                    </p:set>
                                    <p:animEffect transition="in" filter="fade">
                                      <p:cBhvr additive="base">
                                        <p:cTn id="21" dur="2000"/>
                                        <p:tgtEl>
                                          <p:spTgt spid="2340"/>
                                        </p:tgtEl>
                                      </p:cBhvr>
                                    </p:animEffect>
                                  </p:childTnLst>
                                </p:cTn>
                              </p:par>
                            </p:childTnLst>
                          </p:cTn>
                        </p:par>
                        <p:par>
                          <p:cTn id="22" fill="hold">
                            <p:stCondLst>
                              <p:cond delay="2000"/>
                            </p:stCondLst>
                            <p:childTnLst>
                              <p:par>
                                <p:cTn id="23" presetID="10" presetClass="entr" presetSubtype="0" fill="hold" nodeType="afterEffect">
                                  <p:childTnLst>
                                    <p:set>
                                      <p:cBhvr additive="base">
                                        <p:cTn id="24" dur="1" fill="hold">
                                          <p:stCondLst>
                                            <p:cond delay="0"/>
                                          </p:stCondLst>
                                        </p:cTn>
                                        <p:tgtEl>
                                          <p:spTgt spid="2347"/>
                                        </p:tgtEl>
                                        <p:attrNameLst>
                                          <p:attrName>style.visibility</p:attrName>
                                        </p:attrNameLst>
                                      </p:cBhvr>
                                      <p:to>
                                        <p:strVal val="visible"/>
                                      </p:to>
                                    </p:set>
                                    <p:animEffect transition="in" filter="fade">
                                      <p:cBhvr additive="base">
                                        <p:cTn id="25" dur="2000"/>
                                        <p:tgtEl>
                                          <p:spTgt spid="23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8" grpId="0" animBg="1"/>
      <p:bldP spid="2339" grpId="1" animBg="1"/>
      <p:bldP spid="2340" grpId="2"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55" name="Text Box 4"/>
          <p:cNvSpPr/>
          <p:nvPr/>
        </p:nvSpPr>
        <p:spPr>
          <a:xfrm>
            <a:off x="592138" y="476250"/>
            <a:ext cx="2635250" cy="457200"/>
          </a:xfrm>
          <a:prstGeom prst="rect">
            <a:avLst/>
          </a:prstGeom>
          <a:noFill/>
          <a:ln w="9525">
            <a:noFill/>
          </a:ln>
        </p:spPr>
        <p:txBody>
          <a:bodyPr wrap="none"/>
          <a:p>
            <a:pPr fontAlgn="base"/>
            <a:r>
              <a:rPr lang="zh-CN" altLang="en-US"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输出结点的误差：</a:t>
            </a:r>
            <a:endParaRPr lang="zh-CN" altLang="en-US" sz="2400" b="1" strike="noStrike" noProof="1">
              <a:solidFill>
                <a:srgbClr val="990000"/>
              </a:solidFill>
              <a:effectLst>
                <a:outerShdw blurRad="38100" dist="38100" dir="2700000">
                  <a:srgbClr val="C0C0C0"/>
                </a:outerShdw>
              </a:effectLst>
            </a:endParaRPr>
          </a:p>
        </p:txBody>
      </p:sp>
      <p:sp>
        <p:nvSpPr>
          <p:cNvPr id="34818" name="Rectangle 6"/>
          <p:cNvSpPr/>
          <p:nvPr/>
        </p:nvSpPr>
        <p:spPr>
          <a:xfrm>
            <a:off x="0" y="321945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aphicFrame>
        <p:nvGraphicFramePr>
          <p:cNvPr id="34819" name="Object 2"/>
          <p:cNvGraphicFramePr>
            <a:graphicFrameLocks noChangeAspect="1"/>
          </p:cNvGraphicFramePr>
          <p:nvPr/>
        </p:nvGraphicFramePr>
        <p:xfrm>
          <a:off x="900113" y="981075"/>
          <a:ext cx="2232025" cy="776288"/>
        </p:xfrm>
        <a:graphic>
          <a:graphicData uri="http://schemas.openxmlformats.org/presentationml/2006/ole">
            <mc:AlternateContent xmlns:mc="http://schemas.openxmlformats.org/markup-compatibility/2006">
              <mc:Choice xmlns:v="urn:schemas-microsoft-com:vml" Requires="v">
                <p:oleObj spid="_x0000_s3101" name="" r:id="rId1" imgW="690245" imgH="419100" progId="Equation.3">
                  <p:embed/>
                </p:oleObj>
              </mc:Choice>
              <mc:Fallback>
                <p:oleObj name="" r:id="rId1" imgW="690245" imgH="419100" progId="Equation.3">
                  <p:embed/>
                  <p:pic>
                    <p:nvPicPr>
                      <p:cNvPr id="0" name="图片 3100"/>
                      <p:cNvPicPr/>
                      <p:nvPr/>
                    </p:nvPicPr>
                    <p:blipFill>
                      <a:blip r:embed="rId2"/>
                      <a:stretch>
                        <a:fillRect/>
                      </a:stretch>
                    </p:blipFill>
                    <p:spPr>
                      <a:xfrm>
                        <a:off x="900113" y="981075"/>
                        <a:ext cx="2232025" cy="776288"/>
                      </a:xfrm>
                      <a:prstGeom prst="rect">
                        <a:avLst/>
                      </a:prstGeom>
                      <a:noFill/>
                      <a:ln w="38100">
                        <a:noFill/>
                        <a:miter/>
                      </a:ln>
                    </p:spPr>
                  </p:pic>
                </p:oleObj>
              </mc:Fallback>
            </mc:AlternateContent>
          </a:graphicData>
        </a:graphic>
      </p:graphicFrame>
      <p:graphicFrame>
        <p:nvGraphicFramePr>
          <p:cNvPr id="2358" name="Object 3"/>
          <p:cNvGraphicFramePr>
            <a:graphicFrameLocks noChangeAspect="1"/>
          </p:cNvGraphicFramePr>
          <p:nvPr/>
        </p:nvGraphicFramePr>
        <p:xfrm>
          <a:off x="3230563" y="1001713"/>
          <a:ext cx="2405062" cy="771525"/>
        </p:xfrm>
        <a:graphic>
          <a:graphicData uri="http://schemas.openxmlformats.org/presentationml/2006/ole">
            <mc:AlternateContent xmlns:mc="http://schemas.openxmlformats.org/markup-compatibility/2006">
              <mc:Choice xmlns:v="urn:schemas-microsoft-com:vml" Requires="v">
                <p:oleObj spid="_x0000_s3105" name="" r:id="rId3" imgW="698500" imgH="419100" progId="Equation.3">
                  <p:embed/>
                </p:oleObj>
              </mc:Choice>
              <mc:Fallback>
                <p:oleObj name="" r:id="rId3" imgW="698500" imgH="419100" progId="Equation.3">
                  <p:embed/>
                  <p:pic>
                    <p:nvPicPr>
                      <p:cNvPr id="0" name="图片 3104"/>
                      <p:cNvPicPr/>
                      <p:nvPr/>
                    </p:nvPicPr>
                    <p:blipFill>
                      <a:blip r:embed="rId4"/>
                      <a:stretch>
                        <a:fillRect/>
                      </a:stretch>
                    </p:blipFill>
                    <p:spPr>
                      <a:xfrm>
                        <a:off x="3230563" y="1001713"/>
                        <a:ext cx="2405062" cy="771525"/>
                      </a:xfrm>
                      <a:prstGeom prst="rect">
                        <a:avLst/>
                      </a:prstGeom>
                      <a:noFill/>
                      <a:ln w="38100">
                        <a:noFill/>
                        <a:miter/>
                      </a:ln>
                    </p:spPr>
                  </p:pic>
                </p:oleObj>
              </mc:Fallback>
            </mc:AlternateContent>
          </a:graphicData>
        </a:graphic>
      </p:graphicFrame>
      <p:sp>
        <p:nvSpPr>
          <p:cNvPr id="2359" name="Text Box 9"/>
          <p:cNvSpPr/>
          <p:nvPr/>
        </p:nvSpPr>
        <p:spPr>
          <a:xfrm>
            <a:off x="641350" y="1935163"/>
            <a:ext cx="2322513" cy="457200"/>
          </a:xfrm>
          <a:prstGeom prst="rect">
            <a:avLst/>
          </a:prstGeom>
          <a:noFill/>
          <a:ln w="9525">
            <a:noFill/>
          </a:ln>
        </p:spPr>
        <p:txBody>
          <a:bodyPr wrap="none"/>
          <a:p>
            <a:pPr fontAlgn="base"/>
            <a:r>
              <a:rPr lang="zh-CN" altLang="en-US"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对</a:t>
            </a:r>
            <a:r>
              <a:rPr lang="en-US" altLang="zh-CN"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T</a:t>
            </a:r>
            <a:r>
              <a:rPr lang="en-US" altLang="zh-CN" sz="2400" b="1" strike="noStrike" baseline="-25000"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li</a:t>
            </a:r>
            <a:r>
              <a:rPr lang="zh-CN" altLang="en-US"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的偏导数：</a:t>
            </a:r>
            <a:endParaRPr lang="zh-CN" altLang="en-US" sz="2400" b="1" strike="noStrike" noProof="1">
              <a:solidFill>
                <a:srgbClr val="990000"/>
              </a:solidFill>
              <a:effectLst>
                <a:outerShdw blurRad="38100" dist="38100" dir="2700000">
                  <a:srgbClr val="C0C0C0"/>
                </a:outerShdw>
              </a:effectLst>
            </a:endParaRPr>
          </a:p>
        </p:txBody>
      </p:sp>
      <p:sp>
        <p:nvSpPr>
          <p:cNvPr id="34822" name="Rectangle 11"/>
          <p:cNvSpPr/>
          <p:nvPr/>
        </p:nvSpPr>
        <p:spPr>
          <a:xfrm>
            <a:off x="0" y="3205163"/>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aphicFrame>
        <p:nvGraphicFramePr>
          <p:cNvPr id="2361" name="Object 4"/>
          <p:cNvGraphicFramePr>
            <a:graphicFrameLocks noChangeAspect="1"/>
          </p:cNvGraphicFramePr>
          <p:nvPr/>
        </p:nvGraphicFramePr>
        <p:xfrm>
          <a:off x="1042988" y="2874963"/>
          <a:ext cx="7273925" cy="985837"/>
        </p:xfrm>
        <a:graphic>
          <a:graphicData uri="http://schemas.openxmlformats.org/presentationml/2006/ole">
            <mc:AlternateContent xmlns:mc="http://schemas.openxmlformats.org/markup-compatibility/2006">
              <mc:Choice xmlns:v="urn:schemas-microsoft-com:vml" Requires="v">
                <p:oleObj spid="_x0000_s3102" name="" r:id="rId5" imgW="824865" imgH="444500" progId="Equation.3">
                  <p:embed/>
                </p:oleObj>
              </mc:Choice>
              <mc:Fallback>
                <p:oleObj name="" r:id="rId5" imgW="824865" imgH="444500" progId="Equation.3">
                  <p:embed/>
                  <p:pic>
                    <p:nvPicPr>
                      <p:cNvPr id="0" name="图片 3101"/>
                      <p:cNvPicPr/>
                      <p:nvPr/>
                    </p:nvPicPr>
                    <p:blipFill>
                      <a:blip r:embed="rId6"/>
                      <a:stretch>
                        <a:fillRect/>
                      </a:stretch>
                    </p:blipFill>
                    <p:spPr>
                      <a:xfrm>
                        <a:off x="1042988" y="2874963"/>
                        <a:ext cx="7273925" cy="985837"/>
                      </a:xfrm>
                      <a:prstGeom prst="rect">
                        <a:avLst/>
                      </a:prstGeom>
                      <a:noFill/>
                      <a:ln w="38100">
                        <a:noFill/>
                        <a:miter/>
                      </a:ln>
                    </p:spPr>
                  </p:pic>
                </p:oleObj>
              </mc:Fallback>
            </mc:AlternateContent>
          </a:graphicData>
        </a:graphic>
      </p:graphicFrame>
      <p:sp>
        <p:nvSpPr>
          <p:cNvPr id="2362" name="Text Box 12"/>
          <p:cNvSpPr/>
          <p:nvPr/>
        </p:nvSpPr>
        <p:spPr>
          <a:xfrm>
            <a:off x="900113" y="2486025"/>
            <a:ext cx="5829300" cy="366713"/>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注意到</a:t>
            </a:r>
            <a:r>
              <a:rPr lang="en-US" altLang="zh-CN">
                <a:latin typeface="Arial" panose="020B0604020202020204"/>
                <a:ea typeface="宋体" panose="02010600030101010101" pitchFamily="2" charset="-122"/>
              </a:rPr>
              <a:t>E</a:t>
            </a:r>
            <a:r>
              <a:rPr lang="zh-CN" altLang="en-US">
                <a:latin typeface="Arial" panose="020B0604020202020204"/>
                <a:ea typeface="宋体" panose="02010600030101010101" pitchFamily="2" charset="-122"/>
              </a:rPr>
              <a:t>是多个</a:t>
            </a:r>
            <a:r>
              <a:rPr lang="en-US" altLang="zh-CN">
                <a:latin typeface="Arial" panose="020B0604020202020204"/>
                <a:ea typeface="宋体" panose="02010600030101010101" pitchFamily="2" charset="-122"/>
              </a:rPr>
              <a:t>O</a:t>
            </a:r>
            <a:r>
              <a:rPr lang="en-US" altLang="zh-CN" baseline="-25000">
                <a:latin typeface="Arial" panose="020B0604020202020204"/>
                <a:ea typeface="宋体" panose="02010600030101010101" pitchFamily="2" charset="-122"/>
              </a:rPr>
              <a:t>l</a:t>
            </a:r>
            <a:r>
              <a:rPr lang="en-US" altLang="zh-CN">
                <a:latin typeface="Arial" panose="020B0604020202020204"/>
                <a:ea typeface="宋体" panose="02010600030101010101" pitchFamily="2" charset="-122"/>
              </a:rPr>
              <a:t> </a:t>
            </a:r>
            <a:r>
              <a:rPr lang="zh-CN" altLang="en-US">
                <a:latin typeface="Arial" panose="020B0604020202020204"/>
                <a:ea typeface="宋体" panose="02010600030101010101" pitchFamily="2" charset="-122"/>
              </a:rPr>
              <a:t>的函数，但只有一个</a:t>
            </a:r>
            <a:r>
              <a:rPr lang="en-US" altLang="zh-CN">
                <a:latin typeface="Arial" panose="020B0604020202020204"/>
                <a:ea typeface="宋体" panose="02010600030101010101" pitchFamily="2" charset="-122"/>
              </a:rPr>
              <a:t>O</a:t>
            </a:r>
            <a:r>
              <a:rPr lang="en-US" altLang="zh-CN" baseline="-25000">
                <a:latin typeface="Arial" panose="020B0604020202020204"/>
                <a:ea typeface="宋体" panose="02010600030101010101" pitchFamily="2" charset="-122"/>
              </a:rPr>
              <a:t>l</a:t>
            </a:r>
            <a:r>
              <a:rPr lang="zh-CN" altLang="en-US">
                <a:latin typeface="Arial" panose="020B0604020202020204"/>
                <a:ea typeface="宋体" panose="02010600030101010101" pitchFamily="2" charset="-122"/>
              </a:rPr>
              <a:t>与</a:t>
            </a:r>
            <a:r>
              <a:rPr lang="en-US" altLang="zh-CN">
                <a:latin typeface="Arial" panose="020B0604020202020204"/>
                <a:ea typeface="宋体" panose="02010600030101010101" pitchFamily="2" charset="-122"/>
              </a:rPr>
              <a:t>T</a:t>
            </a:r>
            <a:r>
              <a:rPr lang="en-US" altLang="zh-CN" baseline="-25000">
                <a:latin typeface="Arial" panose="020B0604020202020204"/>
                <a:ea typeface="宋体" panose="02010600030101010101" pitchFamily="2" charset="-122"/>
              </a:rPr>
              <a:t>li</a:t>
            </a:r>
            <a:r>
              <a:rPr lang="zh-CN" altLang="en-US">
                <a:latin typeface="Arial" panose="020B0604020202020204"/>
                <a:ea typeface="宋体" panose="02010600030101010101" pitchFamily="2" charset="-122"/>
              </a:rPr>
              <a:t>有关，因此</a:t>
            </a:r>
            <a:endParaRPr lang="zh-CN" altLang="en-US">
              <a:latin typeface="Arial" panose="020B0604020202020204"/>
              <a:ea typeface="宋体" panose="02010600030101010101" pitchFamily="2" charset="-122"/>
            </a:endParaRPr>
          </a:p>
        </p:txBody>
      </p:sp>
      <p:sp>
        <p:nvSpPr>
          <p:cNvPr id="34825" name="Rectangle 15"/>
          <p:cNvSpPr/>
          <p:nvPr/>
        </p:nvSpPr>
        <p:spPr>
          <a:xfrm>
            <a:off x="0" y="3309938"/>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364" name="组合 2363"/>
          <p:cNvGrpSpPr/>
          <p:nvPr/>
        </p:nvGrpSpPr>
        <p:grpSpPr>
          <a:xfrm>
            <a:off x="755650" y="3933825"/>
            <a:ext cx="3643313" cy="536575"/>
            <a:chOff x="476" y="2478"/>
            <a:chExt cx="2295" cy="338"/>
          </a:xfrm>
        </p:grpSpPr>
        <p:sp>
          <p:nvSpPr>
            <p:cNvPr id="2365" name="Text Box 13"/>
            <p:cNvSpPr/>
            <p:nvPr/>
          </p:nvSpPr>
          <p:spPr>
            <a:xfrm>
              <a:off x="476" y="2523"/>
              <a:ext cx="260"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记</a:t>
              </a:r>
              <a:endParaRPr lang="zh-CN" altLang="en-US" b="1" strike="noStrike" noProof="1">
                <a:solidFill>
                  <a:srgbClr val="990000"/>
                </a:solidFill>
                <a:effectLst>
                  <a:outerShdw blurRad="38100" dist="38100" dir="2700000">
                    <a:srgbClr val="C0C0C0"/>
                  </a:outerShdw>
                </a:effectLst>
              </a:endParaRPr>
            </a:p>
          </p:txBody>
        </p:sp>
        <p:graphicFrame>
          <p:nvGraphicFramePr>
            <p:cNvPr id="34828" name="Object 8"/>
            <p:cNvGraphicFramePr>
              <a:graphicFrameLocks noChangeAspect="1"/>
            </p:cNvGraphicFramePr>
            <p:nvPr/>
          </p:nvGraphicFramePr>
          <p:xfrm>
            <a:off x="947" y="2478"/>
            <a:ext cx="1824" cy="338"/>
          </p:xfrm>
          <a:graphic>
            <a:graphicData uri="http://schemas.openxmlformats.org/presentationml/2006/ole">
              <mc:AlternateContent xmlns:mc="http://schemas.openxmlformats.org/markup-compatibility/2006">
                <mc:Choice xmlns:v="urn:schemas-microsoft-com:vml" Requires="v">
                  <p:oleObj spid="_x0000_s3106" name="" r:id="rId7" imgW="547370" imgH="241300" progId="Equation.3">
                    <p:embed/>
                  </p:oleObj>
                </mc:Choice>
                <mc:Fallback>
                  <p:oleObj name="" r:id="rId7" imgW="547370" imgH="241300" progId="Equation.3">
                    <p:embed/>
                    <p:pic>
                      <p:nvPicPr>
                        <p:cNvPr id="0" name="图片 3105"/>
                        <p:cNvPicPr/>
                        <p:nvPr/>
                      </p:nvPicPr>
                      <p:blipFill>
                        <a:blip r:embed="rId8"/>
                        <a:stretch>
                          <a:fillRect/>
                        </a:stretch>
                      </p:blipFill>
                      <p:spPr>
                        <a:xfrm>
                          <a:off x="947" y="2478"/>
                          <a:ext cx="1824" cy="338"/>
                        </a:xfrm>
                        <a:prstGeom prst="rect">
                          <a:avLst/>
                        </a:prstGeom>
                        <a:noFill/>
                        <a:ln w="38100">
                          <a:noFill/>
                          <a:miter/>
                        </a:ln>
                      </p:spPr>
                    </p:pic>
                  </p:oleObj>
                </mc:Fallback>
              </mc:AlternateContent>
            </a:graphicData>
          </a:graphic>
        </p:graphicFrame>
      </p:grpSp>
      <p:sp>
        <p:nvSpPr>
          <p:cNvPr id="34829" name="Rectangle 19"/>
          <p:cNvSpPr/>
          <p:nvPr/>
        </p:nvSpPr>
        <p:spPr>
          <a:xfrm>
            <a:off x="0" y="3214688"/>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368" name="组合 2367"/>
          <p:cNvGrpSpPr/>
          <p:nvPr/>
        </p:nvGrpSpPr>
        <p:grpSpPr>
          <a:xfrm>
            <a:off x="755650" y="4581525"/>
            <a:ext cx="2136775" cy="1211263"/>
            <a:chOff x="476" y="2886"/>
            <a:chExt cx="1346" cy="763"/>
          </a:xfrm>
        </p:grpSpPr>
        <p:sp>
          <p:nvSpPr>
            <p:cNvPr id="2369" name="Rectangle 17"/>
            <p:cNvSpPr/>
            <p:nvPr/>
          </p:nvSpPr>
          <p:spPr>
            <a:xfrm>
              <a:off x="476" y="2886"/>
              <a:ext cx="406"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于是</a:t>
              </a:r>
              <a:endParaRPr lang="zh-CN" altLang="en-US" b="1" strike="noStrike" noProof="1">
                <a:solidFill>
                  <a:srgbClr val="990000"/>
                </a:solidFill>
                <a:effectLst>
                  <a:outerShdw blurRad="38100" dist="38100" dir="2700000">
                    <a:srgbClr val="C0C0C0"/>
                  </a:outerShdw>
                </a:effectLst>
              </a:endParaRPr>
            </a:p>
          </p:txBody>
        </p:sp>
        <p:graphicFrame>
          <p:nvGraphicFramePr>
            <p:cNvPr id="34832" name="Object 7"/>
            <p:cNvGraphicFramePr>
              <a:graphicFrameLocks noChangeAspect="1"/>
            </p:cNvGraphicFramePr>
            <p:nvPr/>
          </p:nvGraphicFramePr>
          <p:xfrm>
            <a:off x="944" y="3158"/>
            <a:ext cx="878" cy="491"/>
          </p:xfrm>
          <a:graphic>
            <a:graphicData uri="http://schemas.openxmlformats.org/presentationml/2006/ole">
              <mc:AlternateContent xmlns:mc="http://schemas.openxmlformats.org/markup-compatibility/2006">
                <mc:Choice xmlns:v="urn:schemas-microsoft-com:vml" Requires="v">
                  <p:oleObj spid="_x0000_s3103" name="" r:id="rId9" imgW="651510" imgH="431800" progId="Equation.3">
                    <p:embed/>
                  </p:oleObj>
                </mc:Choice>
                <mc:Fallback>
                  <p:oleObj name="" r:id="rId9" imgW="651510" imgH="431800" progId="Equation.3">
                    <p:embed/>
                    <p:pic>
                      <p:nvPicPr>
                        <p:cNvPr id="0" name="图片 3102"/>
                        <p:cNvPicPr/>
                        <p:nvPr/>
                      </p:nvPicPr>
                      <p:blipFill>
                        <a:blip r:embed="rId10"/>
                        <a:stretch>
                          <a:fillRect/>
                        </a:stretch>
                      </p:blipFill>
                      <p:spPr>
                        <a:xfrm>
                          <a:off x="944" y="3158"/>
                          <a:ext cx="878" cy="491"/>
                        </a:xfrm>
                        <a:prstGeom prst="rect">
                          <a:avLst/>
                        </a:prstGeom>
                        <a:noFill/>
                        <a:ln w="38100">
                          <a:noFill/>
                          <a:miter/>
                        </a:ln>
                      </p:spPr>
                    </p:pic>
                  </p:oleObj>
                </mc:Fallback>
              </mc:AlternateContent>
            </a:graphicData>
          </a:graphic>
        </p:graphicFrame>
      </p:grpSp>
      <p:grpSp>
        <p:nvGrpSpPr>
          <p:cNvPr id="2371" name="组合 2370"/>
          <p:cNvGrpSpPr/>
          <p:nvPr/>
        </p:nvGrpSpPr>
        <p:grpSpPr>
          <a:xfrm>
            <a:off x="879475" y="5661025"/>
            <a:ext cx="7077075" cy="804863"/>
            <a:chOff x="554" y="3566"/>
            <a:chExt cx="4458" cy="507"/>
          </a:xfrm>
        </p:grpSpPr>
        <p:sp>
          <p:nvSpPr>
            <p:cNvPr id="34834" name="Text Box 21"/>
            <p:cNvSpPr/>
            <p:nvPr/>
          </p:nvSpPr>
          <p:spPr>
            <a:xfrm>
              <a:off x="554" y="3669"/>
              <a:ext cx="4458" cy="404"/>
            </a:xfrm>
            <a:prstGeom prst="rect">
              <a:avLst/>
            </a:prstGeom>
            <a:noFill/>
            <a:ln w="9525">
              <a:noFill/>
            </a:ln>
          </p:spPr>
          <p:txBody>
            <a:bodyPr anchor="t" anchorCtr="0">
              <a:spAutoFit/>
            </a:bodyPr>
            <a:p>
              <a:r>
                <a:rPr lang="zh-CN" altLang="en-US">
                  <a:latin typeface="Arial" panose="020B0604020202020204"/>
                  <a:ea typeface="宋体" panose="02010600030101010101" pitchFamily="2" charset="-122"/>
                </a:rPr>
                <a:t>也即，根据每个输出结点的     值以及隐含结点的输出值    ，就可轻松算出误差对输出层和隐含层各结点间的权重的偏导数</a:t>
              </a:r>
              <a:endParaRPr lang="zh-CN" altLang="en-US">
                <a:latin typeface="Arial" panose="020B0604020202020204"/>
                <a:ea typeface="宋体" panose="02010600030101010101" pitchFamily="2" charset="-122"/>
              </a:endParaRPr>
            </a:p>
          </p:txBody>
        </p:sp>
        <p:graphicFrame>
          <p:nvGraphicFramePr>
            <p:cNvPr id="34835" name="Object 5"/>
            <p:cNvGraphicFramePr>
              <a:graphicFrameLocks noChangeAspect="1"/>
            </p:cNvGraphicFramePr>
            <p:nvPr/>
          </p:nvGraphicFramePr>
          <p:xfrm>
            <a:off x="2330" y="3612"/>
            <a:ext cx="187" cy="280"/>
          </p:xfrm>
          <a:graphic>
            <a:graphicData uri="http://schemas.openxmlformats.org/presentationml/2006/ole">
              <mc:AlternateContent xmlns:mc="http://schemas.openxmlformats.org/markup-compatibility/2006">
                <mc:Choice xmlns:v="urn:schemas-microsoft-com:vml" Requires="v">
                  <p:oleObj spid="_x0000_s3104" name="" r:id="rId11" imgW="152400" imgH="137795" progId="Equation.3">
                    <p:embed/>
                  </p:oleObj>
                </mc:Choice>
                <mc:Fallback>
                  <p:oleObj name="" r:id="rId11" imgW="152400" imgH="137795" progId="Equation.3">
                    <p:embed/>
                    <p:pic>
                      <p:nvPicPr>
                        <p:cNvPr id="0" name="图片 3103"/>
                        <p:cNvPicPr/>
                        <p:nvPr/>
                      </p:nvPicPr>
                      <p:blipFill>
                        <a:blip r:embed="rId12"/>
                        <a:stretch>
                          <a:fillRect/>
                        </a:stretch>
                      </p:blipFill>
                      <p:spPr>
                        <a:xfrm>
                          <a:off x="2330" y="3612"/>
                          <a:ext cx="187" cy="280"/>
                        </a:xfrm>
                        <a:prstGeom prst="rect">
                          <a:avLst/>
                        </a:prstGeom>
                        <a:noFill/>
                        <a:ln w="38100">
                          <a:noFill/>
                          <a:miter/>
                        </a:ln>
                      </p:spPr>
                    </p:pic>
                  </p:oleObj>
                </mc:Fallback>
              </mc:AlternateContent>
            </a:graphicData>
          </a:graphic>
        </p:graphicFrame>
        <p:graphicFrame>
          <p:nvGraphicFramePr>
            <p:cNvPr id="34836" name="Object 6"/>
            <p:cNvGraphicFramePr>
              <a:graphicFrameLocks noChangeAspect="1"/>
            </p:cNvGraphicFramePr>
            <p:nvPr/>
          </p:nvGraphicFramePr>
          <p:xfrm>
            <a:off x="4069" y="3566"/>
            <a:ext cx="263" cy="363"/>
          </p:xfrm>
          <a:graphic>
            <a:graphicData uri="http://schemas.openxmlformats.org/presentationml/2006/ole">
              <mc:AlternateContent xmlns:mc="http://schemas.openxmlformats.org/markup-compatibility/2006">
                <mc:Choice xmlns:v="urn:schemas-microsoft-com:vml" Requires="v">
                  <p:oleObj spid="_x0000_s3108" name="" r:id="rId13" imgW="165100" imgH="169545" progId="Equation.3">
                    <p:embed/>
                  </p:oleObj>
                </mc:Choice>
                <mc:Fallback>
                  <p:oleObj name="" r:id="rId13" imgW="165100" imgH="169545" progId="Equation.3">
                    <p:embed/>
                    <p:pic>
                      <p:nvPicPr>
                        <p:cNvPr id="0" name="图片 3107"/>
                        <p:cNvPicPr/>
                        <p:nvPr/>
                      </p:nvPicPr>
                      <p:blipFill>
                        <a:blip r:embed="rId14"/>
                        <a:stretch>
                          <a:fillRect/>
                        </a:stretch>
                      </p:blipFill>
                      <p:spPr>
                        <a:xfrm>
                          <a:off x="4069" y="3566"/>
                          <a:ext cx="263" cy="363"/>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childTnLst>
                                    <p:set>
                                      <p:cBhvr additive="base">
                                        <p:cTn id="6" dur="1" fill="hold">
                                          <p:stCondLst>
                                            <p:cond delay="0"/>
                                          </p:stCondLst>
                                        </p:cTn>
                                        <p:tgtEl>
                                          <p:spTgt spid="2358"/>
                                        </p:tgtEl>
                                        <p:attrNameLst>
                                          <p:attrName>style.visibility</p:attrName>
                                        </p:attrNameLst>
                                      </p:cBhvr>
                                      <p:to>
                                        <p:strVal val="visible"/>
                                      </p:to>
                                    </p:set>
                                    <p:animEffect transition="in" filter="wipe(left)">
                                      <p:cBhvr additive="base">
                                        <p:cTn id="7" dur="500"/>
                                        <p:tgtEl>
                                          <p:spTgt spid="23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childTnLst>
                                    <p:set>
                                      <p:cBhvr additive="base">
                                        <p:cTn id="11" dur="1" fill="hold">
                                          <p:stCondLst>
                                            <p:cond delay="0"/>
                                          </p:stCondLst>
                                        </p:cTn>
                                        <p:tgtEl>
                                          <p:spTgt spid="235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1" nodeType="clickEffect">
                                  <p:childTnLst>
                                    <p:set>
                                      <p:cBhvr additive="base">
                                        <p:cTn id="15" dur="1" fill="hold">
                                          <p:stCondLst>
                                            <p:cond delay="0"/>
                                          </p:stCondLst>
                                        </p:cTn>
                                        <p:tgtEl>
                                          <p:spTgt spid="236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childTnLst>
                                    <p:set>
                                      <p:cBhvr additive="base">
                                        <p:cTn id="19" dur="1" fill="hold">
                                          <p:stCondLst>
                                            <p:cond delay="0"/>
                                          </p:stCondLst>
                                        </p:cTn>
                                        <p:tgtEl>
                                          <p:spTgt spid="2361"/>
                                        </p:tgtEl>
                                        <p:attrNameLst>
                                          <p:attrName>style.visibility</p:attrName>
                                        </p:attrNameLst>
                                      </p:cBhvr>
                                      <p:to>
                                        <p:strVal val="visible"/>
                                      </p:to>
                                    </p:set>
                                    <p:animEffect transition="in" filter="wipe(left)">
                                      <p:cBhvr additive="base">
                                        <p:cTn id="20" dur="500"/>
                                        <p:tgtEl>
                                          <p:spTgt spid="2361"/>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childTnLst>
                                    <p:set>
                                      <p:cBhvr additive="base">
                                        <p:cTn id="24" dur="1" fill="hold">
                                          <p:stCondLst>
                                            <p:cond delay="0"/>
                                          </p:stCondLst>
                                        </p:cTn>
                                        <p:tgtEl>
                                          <p:spTgt spid="23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childTnLst>
                                    <p:set>
                                      <p:cBhvr additive="base">
                                        <p:cTn id="28" dur="1" fill="hold">
                                          <p:stCondLst>
                                            <p:cond delay="0"/>
                                          </p:stCondLst>
                                        </p:cTn>
                                        <p:tgtEl>
                                          <p:spTgt spid="2368"/>
                                        </p:tgtEl>
                                        <p:attrNameLst>
                                          <p:attrName>style.visibility</p:attrName>
                                        </p:attrNameLst>
                                      </p:cBhvr>
                                      <p:to>
                                        <p:strVal val="visible"/>
                                      </p:to>
                                    </p:set>
                                    <p:animEffect transition="in" filter="wipe(left)">
                                      <p:cBhvr additive="base">
                                        <p:cTn id="29" dur="500"/>
                                        <p:tgtEl>
                                          <p:spTgt spid="2368"/>
                                        </p:tgtEl>
                                      </p:cBhvr>
                                    </p:animEffect>
                                  </p:childTnLst>
                                </p:cTn>
                              </p:par>
                            </p:childTnLst>
                          </p:cTn>
                        </p:par>
                        <p:par>
                          <p:cTn id="30" fill="hold">
                            <p:stCondLst>
                              <p:cond delay="500"/>
                            </p:stCondLst>
                            <p:childTnLst>
                              <p:par>
                                <p:cTn id="31" presetID="10" presetClass="entr" presetSubtype="0" fill="hold" nodeType="afterEffect">
                                  <p:childTnLst>
                                    <p:set>
                                      <p:cBhvr additive="base">
                                        <p:cTn id="32" dur="1" fill="hold">
                                          <p:stCondLst>
                                            <p:cond delay="0"/>
                                          </p:stCondLst>
                                        </p:cTn>
                                        <p:tgtEl>
                                          <p:spTgt spid="2371"/>
                                        </p:tgtEl>
                                        <p:attrNameLst>
                                          <p:attrName>style.visibility</p:attrName>
                                        </p:attrNameLst>
                                      </p:cBhvr>
                                      <p:to>
                                        <p:strVal val="visible"/>
                                      </p:to>
                                    </p:set>
                                    <p:animEffect transition="in" filter="fade">
                                      <p:cBhvr additive="base">
                                        <p:cTn id="33" dur="2000"/>
                                        <p:tgtEl>
                                          <p:spTgt spid="23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 grpId="0" animBg="1"/>
      <p:bldP spid="2362"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77" name="Text Box 4"/>
          <p:cNvSpPr/>
          <p:nvPr/>
        </p:nvSpPr>
        <p:spPr>
          <a:xfrm>
            <a:off x="468313" y="549275"/>
            <a:ext cx="2373313" cy="457200"/>
          </a:xfrm>
          <a:prstGeom prst="rect">
            <a:avLst/>
          </a:prstGeom>
          <a:noFill/>
          <a:ln w="9525">
            <a:noFill/>
          </a:ln>
        </p:spPr>
        <p:txBody>
          <a:bodyPr wrap="none"/>
          <a:p>
            <a:pPr fontAlgn="base"/>
            <a:r>
              <a:rPr lang="zh-CN" altLang="en-US"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对</a:t>
            </a:r>
            <a:r>
              <a:rPr lang="en-US" altLang="zh-CN"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w</a:t>
            </a:r>
            <a:r>
              <a:rPr lang="en-US" altLang="zh-CN" sz="2400" b="1" strike="noStrike" baseline="-25000"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ij</a:t>
            </a:r>
            <a:r>
              <a:rPr lang="zh-CN" altLang="en-US" sz="2400"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的偏导数：</a:t>
            </a:r>
            <a:endParaRPr lang="zh-CN" altLang="en-US" sz="2400" b="1" strike="noStrike" noProof="1">
              <a:solidFill>
                <a:srgbClr val="990000"/>
              </a:solidFill>
              <a:effectLst>
                <a:outerShdw blurRad="38100" dist="38100" dir="2700000">
                  <a:srgbClr val="C0C0C0"/>
                </a:outerShdw>
              </a:effectLst>
            </a:endParaRPr>
          </a:p>
        </p:txBody>
      </p:sp>
      <p:grpSp>
        <p:nvGrpSpPr>
          <p:cNvPr id="2378" name="组合 2377"/>
          <p:cNvGrpSpPr/>
          <p:nvPr/>
        </p:nvGrpSpPr>
        <p:grpSpPr>
          <a:xfrm>
            <a:off x="614363" y="1087438"/>
            <a:ext cx="6694487" cy="1477962"/>
            <a:chOff x="387" y="685"/>
            <a:chExt cx="4217" cy="931"/>
          </a:xfrm>
        </p:grpSpPr>
        <p:grpSp>
          <p:nvGrpSpPr>
            <p:cNvPr id="35843" name="组合 2378"/>
            <p:cNvGrpSpPr/>
            <p:nvPr/>
          </p:nvGrpSpPr>
          <p:grpSpPr>
            <a:xfrm>
              <a:off x="387" y="685"/>
              <a:ext cx="4217" cy="931"/>
              <a:chOff x="387" y="685"/>
              <a:chExt cx="4217" cy="931"/>
            </a:xfrm>
          </p:grpSpPr>
          <p:sp>
            <p:nvSpPr>
              <p:cNvPr id="2380" name="Rectangle 5"/>
              <p:cNvSpPr/>
              <p:nvPr/>
            </p:nvSpPr>
            <p:spPr>
              <a:xfrm>
                <a:off x="387" y="754"/>
                <a:ext cx="261"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因</a:t>
                </a:r>
                <a:endParaRPr lang="zh-CN" altLang="en-US" b="1" strike="noStrike" noProof="1">
                  <a:solidFill>
                    <a:srgbClr val="990000"/>
                  </a:solidFill>
                  <a:effectLst>
                    <a:outerShdw blurRad="38100" dist="38100" dir="2700000">
                      <a:srgbClr val="C0C0C0"/>
                    </a:outerShdw>
                  </a:effectLst>
                </a:endParaRPr>
              </a:p>
            </p:txBody>
          </p:sp>
          <p:graphicFrame>
            <p:nvGraphicFramePr>
              <p:cNvPr id="35845" name="Object 7"/>
              <p:cNvGraphicFramePr>
                <a:graphicFrameLocks noChangeAspect="1"/>
              </p:cNvGraphicFramePr>
              <p:nvPr/>
            </p:nvGraphicFramePr>
            <p:xfrm>
              <a:off x="839" y="685"/>
              <a:ext cx="3765" cy="931"/>
            </p:xfrm>
            <a:graphic>
              <a:graphicData uri="http://schemas.openxmlformats.org/presentationml/2006/ole">
                <mc:AlternateContent xmlns:mc="http://schemas.openxmlformats.org/markup-compatibility/2006">
                  <mc:Choice xmlns:v="urn:schemas-microsoft-com:vml" Requires="v">
                    <p:oleObj spid="_x0000_s3109" name="" r:id="rId1" imgW="1508760" imgH="889000" progId="Equation.3">
                      <p:embed/>
                    </p:oleObj>
                  </mc:Choice>
                  <mc:Fallback>
                    <p:oleObj name="" r:id="rId1" imgW="1508760" imgH="889000" progId="Equation.3">
                      <p:embed/>
                      <p:pic>
                        <p:nvPicPr>
                          <p:cNvPr id="0" name="图片 3108"/>
                          <p:cNvPicPr/>
                          <p:nvPr/>
                        </p:nvPicPr>
                        <p:blipFill>
                          <a:blip r:embed="rId2"/>
                          <a:stretch>
                            <a:fillRect/>
                          </a:stretch>
                        </p:blipFill>
                        <p:spPr>
                          <a:xfrm>
                            <a:off x="839" y="685"/>
                            <a:ext cx="3765" cy="931"/>
                          </a:xfrm>
                          <a:prstGeom prst="rect">
                            <a:avLst/>
                          </a:prstGeom>
                          <a:noFill/>
                          <a:ln w="38100">
                            <a:noFill/>
                            <a:miter/>
                          </a:ln>
                        </p:spPr>
                      </p:pic>
                    </p:oleObj>
                  </mc:Fallback>
                </mc:AlternateContent>
              </a:graphicData>
            </a:graphic>
          </p:graphicFrame>
        </p:grpSp>
        <p:cxnSp>
          <p:nvCxnSpPr>
            <p:cNvPr id="35846" name="Line 9"/>
            <p:cNvCxnSpPr/>
            <p:nvPr/>
          </p:nvCxnSpPr>
          <p:spPr>
            <a:xfrm>
              <a:off x="3833" y="1071"/>
              <a:ext cx="226" cy="0"/>
            </a:xfrm>
            <a:prstGeom prst="line">
              <a:avLst/>
            </a:prstGeom>
            <a:ln w="9525" cap="flat" cmpd="sng">
              <a:solidFill>
                <a:srgbClr val="FF0000"/>
              </a:solidFill>
              <a:prstDash val="solid"/>
              <a:round/>
              <a:headEnd type="none" w="med" len="med"/>
              <a:tailEnd type="none" w="med" len="med"/>
            </a:ln>
          </p:spPr>
        </p:cxnSp>
        <p:cxnSp>
          <p:nvCxnSpPr>
            <p:cNvPr id="35847" name="Line 10"/>
            <p:cNvCxnSpPr/>
            <p:nvPr/>
          </p:nvCxnSpPr>
          <p:spPr>
            <a:xfrm>
              <a:off x="2426" y="1616"/>
              <a:ext cx="1180" cy="0"/>
            </a:xfrm>
            <a:prstGeom prst="line">
              <a:avLst/>
            </a:prstGeom>
            <a:ln w="9525" cap="flat" cmpd="sng">
              <a:solidFill>
                <a:srgbClr val="FF0000"/>
              </a:solidFill>
              <a:prstDash val="solid"/>
              <a:round/>
              <a:headEnd type="none" w="med" len="med"/>
              <a:tailEnd type="none" w="med" len="med"/>
            </a:ln>
          </p:spPr>
        </p:cxnSp>
      </p:grpSp>
      <p:graphicFrame>
        <p:nvGraphicFramePr>
          <p:cNvPr id="2384" name="Object 2"/>
          <p:cNvGraphicFramePr>
            <a:graphicFrameLocks noChangeAspect="1"/>
          </p:cNvGraphicFramePr>
          <p:nvPr/>
        </p:nvGraphicFramePr>
        <p:xfrm>
          <a:off x="1482725" y="3368675"/>
          <a:ext cx="3513138" cy="844550"/>
        </p:xfrm>
        <a:graphic>
          <a:graphicData uri="http://schemas.openxmlformats.org/presentationml/2006/ole">
            <mc:AlternateContent xmlns:mc="http://schemas.openxmlformats.org/markup-compatibility/2006">
              <mc:Choice xmlns:v="urn:schemas-microsoft-com:vml" Requires="v">
                <p:oleObj spid="_x0000_s3110" name="" r:id="rId3" imgW="744220" imgH="444500" progId="Equation.3">
                  <p:embed/>
                </p:oleObj>
              </mc:Choice>
              <mc:Fallback>
                <p:oleObj name="" r:id="rId3" imgW="744220" imgH="444500" progId="Equation.3">
                  <p:embed/>
                  <p:pic>
                    <p:nvPicPr>
                      <p:cNvPr id="0" name="图片 3109"/>
                      <p:cNvPicPr/>
                      <p:nvPr/>
                    </p:nvPicPr>
                    <p:blipFill>
                      <a:blip r:embed="rId4"/>
                      <a:stretch>
                        <a:fillRect/>
                      </a:stretch>
                    </p:blipFill>
                    <p:spPr>
                      <a:xfrm>
                        <a:off x="1482725" y="3368675"/>
                        <a:ext cx="3513138" cy="844550"/>
                      </a:xfrm>
                      <a:prstGeom prst="rect">
                        <a:avLst/>
                      </a:prstGeom>
                      <a:noFill/>
                      <a:ln w="38100">
                        <a:noFill/>
                        <a:miter/>
                      </a:ln>
                    </p:spPr>
                  </p:pic>
                </p:oleObj>
              </mc:Fallback>
            </mc:AlternateContent>
          </a:graphicData>
        </a:graphic>
      </p:graphicFrame>
      <p:sp>
        <p:nvSpPr>
          <p:cNvPr id="2385" name="Rectangle 15"/>
          <p:cNvSpPr/>
          <p:nvPr/>
        </p:nvSpPr>
        <p:spPr>
          <a:xfrm>
            <a:off x="755650" y="2852738"/>
            <a:ext cx="7602538" cy="366712"/>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注意到</a:t>
            </a:r>
            <a:r>
              <a:rPr lang="en-US" altLang="zh-CN">
                <a:latin typeface="Arial" panose="020B0604020202020204"/>
                <a:ea typeface="宋体" panose="02010600030101010101" pitchFamily="2" charset="-122"/>
              </a:rPr>
              <a:t>E</a:t>
            </a:r>
            <a:r>
              <a:rPr lang="zh-CN" altLang="en-US">
                <a:latin typeface="Arial" panose="020B0604020202020204"/>
                <a:ea typeface="宋体" panose="02010600030101010101" pitchFamily="2" charset="-122"/>
              </a:rPr>
              <a:t>是多个</a:t>
            </a:r>
            <a:r>
              <a:rPr lang="en-US" altLang="zh-CN">
                <a:latin typeface="Arial" panose="020B0604020202020204"/>
                <a:ea typeface="宋体" panose="02010600030101010101" pitchFamily="2" charset="-122"/>
              </a:rPr>
              <a:t>O</a:t>
            </a:r>
            <a:r>
              <a:rPr lang="en-US" altLang="zh-CN" baseline="-25000">
                <a:latin typeface="Arial" panose="020B0604020202020204"/>
                <a:ea typeface="宋体" panose="02010600030101010101" pitchFamily="2" charset="-122"/>
              </a:rPr>
              <a:t>l</a:t>
            </a:r>
            <a:r>
              <a:rPr lang="zh-CN" altLang="en-US">
                <a:latin typeface="Arial" panose="020B0604020202020204"/>
                <a:ea typeface="宋体" panose="02010600030101010101" pitchFamily="2" charset="-122"/>
              </a:rPr>
              <a:t>的函数，针对某个</a:t>
            </a:r>
            <a:r>
              <a:rPr lang="en-US" altLang="zh-CN">
                <a:latin typeface="Arial" panose="020B0604020202020204"/>
                <a:ea typeface="宋体" panose="02010600030101010101" pitchFamily="2" charset="-122"/>
              </a:rPr>
              <a:t>w</a:t>
            </a:r>
            <a:r>
              <a:rPr lang="en-US" altLang="zh-CN" baseline="-25000">
                <a:latin typeface="Arial" panose="020B0604020202020204"/>
                <a:ea typeface="宋体" panose="02010600030101010101" pitchFamily="2" charset="-122"/>
              </a:rPr>
              <a:t>ij</a:t>
            </a:r>
            <a:r>
              <a:rPr lang="en-US" altLang="zh-CN">
                <a:latin typeface="Arial" panose="020B0604020202020204"/>
                <a:ea typeface="宋体" panose="02010600030101010101" pitchFamily="2" charset="-122"/>
              </a:rPr>
              <a:t>,</a:t>
            </a:r>
            <a:r>
              <a:rPr lang="zh-CN" altLang="en-US">
                <a:latin typeface="Arial" panose="020B0604020202020204"/>
                <a:ea typeface="宋体" panose="02010600030101010101" pitchFamily="2" charset="-122"/>
              </a:rPr>
              <a:t>对应一个</a:t>
            </a:r>
            <a:r>
              <a:rPr lang="en-US" altLang="zh-CN">
                <a:latin typeface="Arial" panose="020B0604020202020204"/>
                <a:ea typeface="宋体" panose="02010600030101010101" pitchFamily="2" charset="-122"/>
              </a:rPr>
              <a:t>y</a:t>
            </a:r>
            <a:r>
              <a:rPr lang="en-US" altLang="zh-CN" baseline="-25000">
                <a:latin typeface="Arial" panose="020B0604020202020204"/>
                <a:ea typeface="宋体" panose="02010600030101010101" pitchFamily="2" charset="-122"/>
              </a:rPr>
              <a:t>i</a:t>
            </a:r>
            <a:r>
              <a:rPr lang="zh-CN" altLang="en-US">
                <a:latin typeface="Arial" panose="020B0604020202020204"/>
                <a:ea typeface="宋体" panose="02010600030101010101" pitchFamily="2" charset="-122"/>
              </a:rPr>
              <a:t>，它与所有</a:t>
            </a:r>
            <a:r>
              <a:rPr lang="en-US" altLang="zh-CN">
                <a:latin typeface="Arial" panose="020B0604020202020204"/>
                <a:ea typeface="宋体" panose="02010600030101010101" pitchFamily="2" charset="-122"/>
              </a:rPr>
              <a:t>O</a:t>
            </a:r>
            <a:r>
              <a:rPr lang="en-US" altLang="zh-CN" baseline="-25000">
                <a:latin typeface="Arial" panose="020B0604020202020204"/>
                <a:ea typeface="宋体" panose="02010600030101010101" pitchFamily="2" charset="-122"/>
              </a:rPr>
              <a:t>l</a:t>
            </a:r>
            <a:r>
              <a:rPr lang="zh-CN" altLang="en-US">
                <a:latin typeface="Arial" panose="020B0604020202020204"/>
                <a:ea typeface="宋体" panose="02010600030101010101" pitchFamily="2" charset="-122"/>
              </a:rPr>
              <a:t>有关，因此</a:t>
            </a:r>
            <a:endParaRPr lang="zh-CN" altLang="en-US">
              <a:latin typeface="Arial" panose="020B0604020202020204"/>
              <a:ea typeface="宋体" panose="02010600030101010101" pitchFamily="2" charset="-122"/>
            </a:endParaRPr>
          </a:p>
        </p:txBody>
      </p:sp>
      <p:grpSp>
        <p:nvGrpSpPr>
          <p:cNvPr id="2386" name="组合 2385"/>
          <p:cNvGrpSpPr/>
          <p:nvPr/>
        </p:nvGrpSpPr>
        <p:grpSpPr>
          <a:xfrm>
            <a:off x="1277938" y="4221163"/>
            <a:ext cx="7261225" cy="1584325"/>
            <a:chOff x="805" y="2659"/>
            <a:chExt cx="4574" cy="998"/>
          </a:xfrm>
        </p:grpSpPr>
        <p:graphicFrame>
          <p:nvGraphicFramePr>
            <p:cNvPr id="35851" name="Object 4"/>
            <p:cNvGraphicFramePr>
              <a:graphicFrameLocks noChangeAspect="1"/>
            </p:cNvGraphicFramePr>
            <p:nvPr/>
          </p:nvGraphicFramePr>
          <p:xfrm>
            <a:off x="1111" y="2659"/>
            <a:ext cx="1043" cy="454"/>
          </p:xfrm>
          <a:graphic>
            <a:graphicData uri="http://schemas.openxmlformats.org/presentationml/2006/ole">
              <mc:AlternateContent xmlns:mc="http://schemas.openxmlformats.org/markup-compatibility/2006">
                <mc:Choice xmlns:v="urn:schemas-microsoft-com:vml" Requires="v">
                  <p:oleObj spid="_x0000_s3113" name="" r:id="rId5" imgW="683260" imgH="431800" progId="Equation.3">
                    <p:embed/>
                  </p:oleObj>
                </mc:Choice>
                <mc:Fallback>
                  <p:oleObj name="" r:id="rId5" imgW="683260" imgH="431800" progId="Equation.3">
                    <p:embed/>
                    <p:pic>
                      <p:nvPicPr>
                        <p:cNvPr id="0" name="图片 3112"/>
                        <p:cNvPicPr/>
                        <p:nvPr/>
                      </p:nvPicPr>
                      <p:blipFill>
                        <a:blip r:embed="rId6"/>
                        <a:stretch>
                          <a:fillRect/>
                        </a:stretch>
                      </p:blipFill>
                      <p:spPr>
                        <a:xfrm>
                          <a:off x="1111" y="2659"/>
                          <a:ext cx="1043" cy="454"/>
                        </a:xfrm>
                        <a:prstGeom prst="rect">
                          <a:avLst/>
                        </a:prstGeom>
                        <a:noFill/>
                        <a:ln w="38100">
                          <a:noFill/>
                          <a:miter/>
                        </a:ln>
                      </p:spPr>
                    </p:pic>
                  </p:oleObj>
                </mc:Fallback>
              </mc:AlternateContent>
            </a:graphicData>
          </a:graphic>
        </p:graphicFrame>
        <p:sp>
          <p:nvSpPr>
            <p:cNvPr id="2388" name="Rectangle 17"/>
            <p:cNvSpPr/>
            <p:nvPr/>
          </p:nvSpPr>
          <p:spPr>
            <a:xfrm>
              <a:off x="805" y="2750"/>
              <a:ext cx="261"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而</a:t>
              </a:r>
              <a:endParaRPr lang="zh-CN" altLang="en-US" b="1" strike="noStrike" noProof="1">
                <a:solidFill>
                  <a:srgbClr val="990000"/>
                </a:solidFill>
                <a:effectLst>
                  <a:outerShdw blurRad="38100" dist="38100" dir="2700000">
                    <a:srgbClr val="C0C0C0"/>
                  </a:outerShdw>
                </a:effectLst>
              </a:endParaRPr>
            </a:p>
          </p:txBody>
        </p:sp>
        <p:graphicFrame>
          <p:nvGraphicFramePr>
            <p:cNvPr id="35853" name="Object 5"/>
            <p:cNvGraphicFramePr>
              <a:graphicFrameLocks noChangeAspect="1"/>
            </p:cNvGraphicFramePr>
            <p:nvPr/>
          </p:nvGraphicFramePr>
          <p:xfrm>
            <a:off x="2835" y="2659"/>
            <a:ext cx="2544" cy="544"/>
          </p:xfrm>
          <a:graphic>
            <a:graphicData uri="http://schemas.openxmlformats.org/presentationml/2006/ole">
              <mc:AlternateContent xmlns:mc="http://schemas.openxmlformats.org/markup-compatibility/2006">
                <mc:Choice xmlns:v="urn:schemas-microsoft-com:vml" Requires="v">
                  <p:oleObj spid="_x0000_s3114" name="" r:id="rId7" imgW="739140" imgH="431800" progId="Equation.3">
                    <p:embed/>
                  </p:oleObj>
                </mc:Choice>
                <mc:Fallback>
                  <p:oleObj name="" r:id="rId7" imgW="739140" imgH="431800" progId="Equation.3">
                    <p:embed/>
                    <p:pic>
                      <p:nvPicPr>
                        <p:cNvPr id="0" name="图片 3113"/>
                        <p:cNvPicPr/>
                        <p:nvPr/>
                      </p:nvPicPr>
                      <p:blipFill>
                        <a:blip r:embed="rId8"/>
                        <a:stretch>
                          <a:fillRect/>
                        </a:stretch>
                      </p:blipFill>
                      <p:spPr>
                        <a:xfrm>
                          <a:off x="2835" y="2659"/>
                          <a:ext cx="2544" cy="544"/>
                        </a:xfrm>
                        <a:prstGeom prst="rect">
                          <a:avLst/>
                        </a:prstGeom>
                        <a:noFill/>
                        <a:ln w="38100">
                          <a:noFill/>
                          <a:miter/>
                        </a:ln>
                      </p:spPr>
                    </p:pic>
                  </p:oleObj>
                </mc:Fallback>
              </mc:AlternateContent>
            </a:graphicData>
          </a:graphic>
        </p:graphicFrame>
        <p:graphicFrame>
          <p:nvGraphicFramePr>
            <p:cNvPr id="35854" name="Object 6"/>
            <p:cNvGraphicFramePr>
              <a:graphicFrameLocks noChangeAspect="1"/>
            </p:cNvGraphicFramePr>
            <p:nvPr/>
          </p:nvGraphicFramePr>
          <p:xfrm>
            <a:off x="1066" y="3158"/>
            <a:ext cx="1283" cy="499"/>
          </p:xfrm>
          <a:graphic>
            <a:graphicData uri="http://schemas.openxmlformats.org/presentationml/2006/ole">
              <mc:AlternateContent xmlns:mc="http://schemas.openxmlformats.org/markup-compatibility/2006">
                <mc:Choice xmlns:v="urn:schemas-microsoft-com:vml" Requires="v">
                  <p:oleObj spid="_x0000_s3112" name="" r:id="rId9" imgW="716280" imgH="444500" progId="Equation.3">
                    <p:embed/>
                  </p:oleObj>
                </mc:Choice>
                <mc:Fallback>
                  <p:oleObj name="" r:id="rId9" imgW="716280" imgH="444500" progId="Equation.3">
                    <p:embed/>
                    <p:pic>
                      <p:nvPicPr>
                        <p:cNvPr id="0" name="图片 3111"/>
                        <p:cNvPicPr/>
                        <p:nvPr/>
                      </p:nvPicPr>
                      <p:blipFill>
                        <a:blip r:embed="rId10"/>
                        <a:stretch>
                          <a:fillRect/>
                        </a:stretch>
                      </p:blipFill>
                      <p:spPr>
                        <a:xfrm>
                          <a:off x="1066" y="3158"/>
                          <a:ext cx="1283" cy="499"/>
                        </a:xfrm>
                        <a:prstGeom prst="rect">
                          <a:avLst/>
                        </a:prstGeom>
                        <a:noFill/>
                        <a:ln w="38100">
                          <a:noFill/>
                          <a:miter/>
                        </a:ln>
                      </p:spPr>
                    </p:pic>
                  </p:oleObj>
                </mc:Fallback>
              </mc:AlternateContent>
            </a:graphicData>
          </a:graphic>
        </p:graphicFrame>
      </p:grpSp>
      <p:sp>
        <p:nvSpPr>
          <p:cNvPr id="35855" name="Rectangle 22"/>
          <p:cNvSpPr/>
          <p:nvPr/>
        </p:nvSpPr>
        <p:spPr>
          <a:xfrm>
            <a:off x="0" y="3205163"/>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392" name="组合 2391"/>
          <p:cNvGrpSpPr/>
          <p:nvPr/>
        </p:nvGrpSpPr>
        <p:grpSpPr>
          <a:xfrm>
            <a:off x="684213" y="5805488"/>
            <a:ext cx="7272337" cy="741362"/>
            <a:chOff x="431" y="3657"/>
            <a:chExt cx="4581" cy="467"/>
          </a:xfrm>
        </p:grpSpPr>
        <p:grpSp>
          <p:nvGrpSpPr>
            <p:cNvPr id="35857" name="组合 2392"/>
            <p:cNvGrpSpPr/>
            <p:nvPr/>
          </p:nvGrpSpPr>
          <p:grpSpPr>
            <a:xfrm>
              <a:off x="431" y="3657"/>
              <a:ext cx="4581" cy="467"/>
              <a:chOff x="431" y="3657"/>
              <a:chExt cx="4581" cy="467"/>
            </a:xfrm>
          </p:grpSpPr>
          <p:sp>
            <p:nvSpPr>
              <p:cNvPr id="2394" name="Rectangle 20"/>
              <p:cNvSpPr/>
              <p:nvPr/>
            </p:nvSpPr>
            <p:spPr>
              <a:xfrm>
                <a:off x="431" y="3702"/>
                <a:ext cx="261"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故</a:t>
                </a:r>
                <a:endParaRPr lang="zh-CN" altLang="en-US" b="1" strike="noStrike" noProof="1">
                  <a:solidFill>
                    <a:srgbClr val="990000"/>
                  </a:solidFill>
                  <a:effectLst>
                    <a:outerShdw blurRad="38100" dist="38100" dir="2700000">
                      <a:srgbClr val="C0C0C0"/>
                    </a:outerShdw>
                  </a:effectLst>
                </a:endParaRPr>
              </a:p>
            </p:txBody>
          </p:sp>
          <p:graphicFrame>
            <p:nvGraphicFramePr>
              <p:cNvPr id="35859" name="Object 3"/>
              <p:cNvGraphicFramePr>
                <a:graphicFrameLocks noChangeAspect="1"/>
              </p:cNvGraphicFramePr>
              <p:nvPr/>
            </p:nvGraphicFramePr>
            <p:xfrm>
              <a:off x="793" y="3657"/>
              <a:ext cx="4219" cy="467"/>
            </p:xfrm>
            <a:graphic>
              <a:graphicData uri="http://schemas.openxmlformats.org/presentationml/2006/ole">
                <mc:AlternateContent xmlns:mc="http://schemas.openxmlformats.org/markup-compatibility/2006">
                  <mc:Choice xmlns:v="urn:schemas-microsoft-com:vml" Requires="v">
                    <p:oleObj spid="_x0000_s3111" name="" r:id="rId11" imgW="836930" imgH="444500" progId="Equation.3">
                      <p:embed/>
                    </p:oleObj>
                  </mc:Choice>
                  <mc:Fallback>
                    <p:oleObj name="" r:id="rId11" imgW="836930" imgH="444500" progId="Equation.3">
                      <p:embed/>
                      <p:pic>
                        <p:nvPicPr>
                          <p:cNvPr id="0" name="图片 3110"/>
                          <p:cNvPicPr/>
                          <p:nvPr/>
                        </p:nvPicPr>
                        <p:blipFill>
                          <a:blip r:embed="rId12"/>
                          <a:stretch>
                            <a:fillRect/>
                          </a:stretch>
                        </p:blipFill>
                        <p:spPr>
                          <a:xfrm>
                            <a:off x="793" y="3657"/>
                            <a:ext cx="4219" cy="467"/>
                          </a:xfrm>
                          <a:prstGeom prst="rect">
                            <a:avLst/>
                          </a:prstGeom>
                          <a:noFill/>
                          <a:ln w="38100">
                            <a:noFill/>
                            <a:miter/>
                          </a:ln>
                        </p:spPr>
                      </p:pic>
                    </p:oleObj>
                  </mc:Fallback>
                </mc:AlternateContent>
              </a:graphicData>
            </a:graphic>
          </p:graphicFrame>
        </p:grpSp>
        <p:cxnSp>
          <p:nvCxnSpPr>
            <p:cNvPr id="35860" name="Line 25"/>
            <p:cNvCxnSpPr/>
            <p:nvPr/>
          </p:nvCxnSpPr>
          <p:spPr>
            <a:xfrm>
              <a:off x="1610" y="3974"/>
              <a:ext cx="1043" cy="0"/>
            </a:xfrm>
            <a:prstGeom prst="line">
              <a:avLst/>
            </a:prstGeom>
            <a:ln w="9525"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childTnLst>
                                    <p:set>
                                      <p:cBhvr additive="base">
                                        <p:cTn id="6" dur="1" fill="hold">
                                          <p:stCondLst>
                                            <p:cond delay="0"/>
                                          </p:stCondLst>
                                        </p:cTn>
                                        <p:tgtEl>
                                          <p:spTgt spid="2378"/>
                                        </p:tgtEl>
                                        <p:attrNameLst>
                                          <p:attrName>style.visibility</p:attrName>
                                        </p:attrNameLst>
                                      </p:cBhvr>
                                      <p:to>
                                        <p:strVal val="visible"/>
                                      </p:to>
                                    </p:set>
                                    <p:animEffect transition="in" filter="wipe(left)">
                                      <p:cBhvr additive="base">
                                        <p:cTn id="7" dur="500"/>
                                        <p:tgtEl>
                                          <p:spTgt spid="237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childTnLst>
                                    <p:set>
                                      <p:cBhvr additive="base">
                                        <p:cTn id="11" dur="1" fill="hold">
                                          <p:stCondLst>
                                            <p:cond delay="0"/>
                                          </p:stCondLst>
                                        </p:cTn>
                                        <p:tgtEl>
                                          <p:spTgt spid="238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childTnLst>
                                    <p:set>
                                      <p:cBhvr additive="base">
                                        <p:cTn id="15" dur="1" fill="hold">
                                          <p:stCondLst>
                                            <p:cond delay="0"/>
                                          </p:stCondLst>
                                        </p:cTn>
                                        <p:tgtEl>
                                          <p:spTgt spid="2384"/>
                                        </p:tgtEl>
                                        <p:attrNameLst>
                                          <p:attrName>style.visibility</p:attrName>
                                        </p:attrNameLst>
                                      </p:cBhvr>
                                      <p:to>
                                        <p:strVal val="visible"/>
                                      </p:to>
                                    </p:set>
                                    <p:animEffect transition="in" filter="wipe(left)">
                                      <p:cBhvr additive="base">
                                        <p:cTn id="16" dur="500"/>
                                        <p:tgtEl>
                                          <p:spTgt spid="238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childTnLst>
                                    <p:set>
                                      <p:cBhvr additive="base">
                                        <p:cTn id="20" dur="1" fill="hold">
                                          <p:stCondLst>
                                            <p:cond delay="0"/>
                                          </p:stCondLst>
                                        </p:cTn>
                                        <p:tgtEl>
                                          <p:spTgt spid="2386"/>
                                        </p:tgtEl>
                                        <p:attrNameLst>
                                          <p:attrName>style.visibility</p:attrName>
                                        </p:attrNameLst>
                                      </p:cBhvr>
                                      <p:to>
                                        <p:strVal val="visible"/>
                                      </p:to>
                                    </p:set>
                                    <p:animEffect transition="in" filter="wipe(up)">
                                      <p:cBhvr additive="base">
                                        <p:cTn id="21" dur="500"/>
                                        <p:tgtEl>
                                          <p:spTgt spid="238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childTnLst>
                                    <p:set>
                                      <p:cBhvr additive="base">
                                        <p:cTn id="25" dur="1" fill="hold">
                                          <p:stCondLst>
                                            <p:cond delay="0"/>
                                          </p:stCondLst>
                                        </p:cTn>
                                        <p:tgtEl>
                                          <p:spTgt spid="2392"/>
                                        </p:tgtEl>
                                        <p:attrNameLst>
                                          <p:attrName>style.visibility</p:attrName>
                                        </p:attrNameLst>
                                      </p:cBhvr>
                                      <p:to>
                                        <p:strVal val="visible"/>
                                      </p:to>
                                    </p:set>
                                    <p:animEffect transition="in" filter="wipe(left)">
                                      <p:cBhvr additive="base">
                                        <p:cTn id="26" dur="500"/>
                                        <p:tgtEl>
                                          <p:spTgt spid="23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399" name="Rectangle 6"/>
          <p:cNvSpPr/>
          <p:nvPr/>
        </p:nvSpPr>
        <p:spPr>
          <a:xfrm>
            <a:off x="395288" y="836613"/>
            <a:ext cx="414338" cy="366713"/>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令</a:t>
            </a:r>
            <a:endParaRPr lang="zh-CN" altLang="en-US" b="1" strike="noStrike" noProof="1">
              <a:solidFill>
                <a:srgbClr val="990000"/>
              </a:solidFill>
              <a:effectLst>
                <a:outerShdw blurRad="38100" dist="38100" dir="2700000">
                  <a:srgbClr val="C0C0C0"/>
                </a:outerShdw>
              </a:effectLst>
            </a:endParaRPr>
          </a:p>
        </p:txBody>
      </p:sp>
      <p:graphicFrame>
        <p:nvGraphicFramePr>
          <p:cNvPr id="36866" name="Object 2"/>
          <p:cNvGraphicFramePr>
            <a:graphicFrameLocks noChangeAspect="1"/>
          </p:cNvGraphicFramePr>
          <p:nvPr/>
        </p:nvGraphicFramePr>
        <p:xfrm>
          <a:off x="971550" y="765175"/>
          <a:ext cx="3095625" cy="781050"/>
        </p:xfrm>
        <a:graphic>
          <a:graphicData uri="http://schemas.openxmlformats.org/presentationml/2006/ole">
            <mc:AlternateContent xmlns:mc="http://schemas.openxmlformats.org/markup-compatibility/2006">
              <mc:Choice xmlns:v="urn:schemas-microsoft-com:vml" Requires="v">
                <p:oleObj spid="_x0000_s3116" name="" r:id="rId1" imgW="579120" imgH="342900" progId="Equation.3">
                  <p:embed/>
                </p:oleObj>
              </mc:Choice>
              <mc:Fallback>
                <p:oleObj name="" r:id="rId1" imgW="579120" imgH="342900" progId="Equation.3">
                  <p:embed/>
                  <p:pic>
                    <p:nvPicPr>
                      <p:cNvPr id="0" name="图片 3115"/>
                      <p:cNvPicPr/>
                      <p:nvPr/>
                    </p:nvPicPr>
                    <p:blipFill>
                      <a:blip r:embed="rId2"/>
                      <a:stretch>
                        <a:fillRect/>
                      </a:stretch>
                    </p:blipFill>
                    <p:spPr>
                      <a:xfrm>
                        <a:off x="971550" y="765175"/>
                        <a:ext cx="3095625" cy="781050"/>
                      </a:xfrm>
                      <a:prstGeom prst="rect">
                        <a:avLst/>
                      </a:prstGeom>
                      <a:noFill/>
                      <a:ln w="38100">
                        <a:noFill/>
                        <a:miter/>
                      </a:ln>
                    </p:spPr>
                  </p:pic>
                </p:oleObj>
              </mc:Fallback>
            </mc:AlternateContent>
          </a:graphicData>
        </a:graphic>
      </p:graphicFrame>
      <p:grpSp>
        <p:nvGrpSpPr>
          <p:cNvPr id="2401" name="组合 2400"/>
          <p:cNvGrpSpPr/>
          <p:nvPr/>
        </p:nvGrpSpPr>
        <p:grpSpPr>
          <a:xfrm>
            <a:off x="468313" y="1628775"/>
            <a:ext cx="2159000" cy="860425"/>
            <a:chOff x="295" y="1026"/>
            <a:chExt cx="1360" cy="542"/>
          </a:xfrm>
        </p:grpSpPr>
        <p:sp>
          <p:nvSpPr>
            <p:cNvPr id="2402" name="Rectangle 11"/>
            <p:cNvSpPr/>
            <p:nvPr/>
          </p:nvSpPr>
          <p:spPr>
            <a:xfrm>
              <a:off x="295" y="1026"/>
              <a:ext cx="261" cy="231"/>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则</a:t>
              </a:r>
              <a:endParaRPr lang="zh-CN" altLang="en-US" b="1" strike="noStrike" noProof="1">
                <a:solidFill>
                  <a:srgbClr val="990000"/>
                </a:solidFill>
                <a:effectLst>
                  <a:outerShdw blurRad="38100" dist="38100" dir="2700000">
                    <a:srgbClr val="C0C0C0"/>
                  </a:outerShdw>
                </a:effectLst>
              </a:endParaRPr>
            </a:p>
          </p:txBody>
        </p:sp>
        <p:graphicFrame>
          <p:nvGraphicFramePr>
            <p:cNvPr id="36869" name="Object 6"/>
            <p:cNvGraphicFramePr>
              <a:graphicFrameLocks noChangeAspect="1"/>
            </p:cNvGraphicFramePr>
            <p:nvPr/>
          </p:nvGraphicFramePr>
          <p:xfrm>
            <a:off x="703" y="1026"/>
            <a:ext cx="952" cy="542"/>
          </p:xfrm>
          <a:graphic>
            <a:graphicData uri="http://schemas.openxmlformats.org/presentationml/2006/ole">
              <mc:AlternateContent xmlns:mc="http://schemas.openxmlformats.org/markup-compatibility/2006">
                <mc:Choice xmlns:v="urn:schemas-microsoft-com:vml" Requires="v">
                  <p:oleObj spid="_x0000_s3115" name="" r:id="rId3" imgW="697865" imgH="444500" progId="Equation.3">
                    <p:embed/>
                  </p:oleObj>
                </mc:Choice>
                <mc:Fallback>
                  <p:oleObj name="" r:id="rId3" imgW="697865" imgH="444500" progId="Equation.3">
                    <p:embed/>
                    <p:pic>
                      <p:nvPicPr>
                        <p:cNvPr id="0" name="图片 3114"/>
                        <p:cNvPicPr/>
                        <p:nvPr/>
                      </p:nvPicPr>
                      <p:blipFill>
                        <a:blip r:embed="rId4"/>
                        <a:stretch>
                          <a:fillRect/>
                        </a:stretch>
                      </p:blipFill>
                      <p:spPr>
                        <a:xfrm>
                          <a:off x="703" y="1026"/>
                          <a:ext cx="952" cy="542"/>
                        </a:xfrm>
                        <a:prstGeom prst="rect">
                          <a:avLst/>
                        </a:prstGeom>
                        <a:noFill/>
                        <a:ln w="38100">
                          <a:noFill/>
                          <a:miter/>
                        </a:ln>
                      </p:spPr>
                    </p:pic>
                  </p:oleObj>
                </mc:Fallback>
              </mc:AlternateContent>
            </a:graphicData>
          </a:graphic>
        </p:graphicFrame>
      </p:grpSp>
      <p:grpSp>
        <p:nvGrpSpPr>
          <p:cNvPr id="2404" name="组合 2403"/>
          <p:cNvGrpSpPr/>
          <p:nvPr/>
        </p:nvGrpSpPr>
        <p:grpSpPr>
          <a:xfrm>
            <a:off x="1692275" y="549275"/>
            <a:ext cx="4233863" cy="1308100"/>
            <a:chOff x="1066" y="346"/>
            <a:chExt cx="2667" cy="824"/>
          </a:xfrm>
        </p:grpSpPr>
        <p:grpSp>
          <p:nvGrpSpPr>
            <p:cNvPr id="36871" name="组合 2404"/>
            <p:cNvGrpSpPr/>
            <p:nvPr/>
          </p:nvGrpSpPr>
          <p:grpSpPr>
            <a:xfrm>
              <a:off x="1066" y="346"/>
              <a:ext cx="2132" cy="725"/>
              <a:chOff x="1066" y="346"/>
              <a:chExt cx="2132" cy="725"/>
            </a:xfrm>
          </p:grpSpPr>
          <p:sp>
            <p:nvSpPr>
              <p:cNvPr id="36872" name="Oval 14"/>
              <p:cNvSpPr/>
              <p:nvPr/>
            </p:nvSpPr>
            <p:spPr>
              <a:xfrm>
                <a:off x="1066" y="346"/>
                <a:ext cx="725" cy="725"/>
              </a:xfrm>
              <a:prstGeom prst="ellipse">
                <a:avLst/>
              </a:prstGeom>
              <a:noFill/>
              <a:ln w="9525" cap="flat" cmpd="sng">
                <a:solidFill>
                  <a:srgbClr val="FF0000"/>
                </a:solidFill>
                <a:prstDash val="solid"/>
                <a:round/>
                <a:headEnd type="none" w="med" len="med"/>
                <a:tailEnd type="none" w="med" len="med"/>
              </a:ln>
            </p:spPr>
            <p:txBody>
              <a:bodyPr wrap="none" anchor="ctr" anchorCtr="0"/>
              <a:p>
                <a:endParaRPr lang="zh-CN" altLang="en-US">
                  <a:latin typeface="Arial" panose="020B0604020202020204"/>
                  <a:ea typeface="宋体" panose="02010600030101010101" pitchFamily="2" charset="-122"/>
                </a:endParaRPr>
              </a:p>
            </p:txBody>
          </p:sp>
          <p:cxnSp>
            <p:nvCxnSpPr>
              <p:cNvPr id="36873" name="Line 15"/>
              <p:cNvCxnSpPr/>
              <p:nvPr/>
            </p:nvCxnSpPr>
            <p:spPr>
              <a:xfrm>
                <a:off x="1429" y="1071"/>
                <a:ext cx="1769" cy="0"/>
              </a:xfrm>
              <a:prstGeom prst="line">
                <a:avLst/>
              </a:prstGeom>
              <a:ln w="9525" cap="flat" cmpd="sng">
                <a:solidFill>
                  <a:srgbClr val="FF0000"/>
                </a:solidFill>
                <a:prstDash val="solid"/>
                <a:round/>
                <a:headEnd type="none" w="med" len="med"/>
                <a:tailEnd type="none" w="med" len="med"/>
              </a:ln>
            </p:spPr>
          </p:cxnSp>
        </p:grpSp>
        <p:sp>
          <p:nvSpPr>
            <p:cNvPr id="36874" name="Text Box 17"/>
            <p:cNvSpPr/>
            <p:nvPr/>
          </p:nvSpPr>
          <p:spPr>
            <a:xfrm>
              <a:off x="3185" y="939"/>
              <a:ext cx="548" cy="231"/>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加权和</a:t>
              </a:r>
              <a:endParaRPr lang="zh-CN" altLang="en-US">
                <a:latin typeface="Arial" panose="020B0604020202020204"/>
                <a:ea typeface="宋体" panose="02010600030101010101" pitchFamily="2" charset="-122"/>
              </a:endParaRPr>
            </a:p>
          </p:txBody>
        </p:sp>
      </p:grpSp>
      <p:sp>
        <p:nvSpPr>
          <p:cNvPr id="2409" name="Text Box 20"/>
          <p:cNvSpPr/>
          <p:nvPr/>
        </p:nvSpPr>
        <p:spPr>
          <a:xfrm>
            <a:off x="323850" y="2781300"/>
            <a:ext cx="5405438" cy="366713"/>
          </a:xfrm>
          <a:prstGeom prst="rect">
            <a:avLst/>
          </a:prstGeom>
          <a:noFill/>
          <a:ln w="9525">
            <a:noFill/>
          </a:ln>
        </p:spPr>
        <p:txBody>
          <a:bodyPr wrap="none"/>
          <a:p>
            <a:pPr fontAlgn="base"/>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权值修正</a:t>
            </a:r>
            <a:r>
              <a:rPr lang="el-GR" altLang="zh-CN" b="1" strike="noStrike" noProof="1">
                <a:solidFill>
                  <a:srgbClr val="0000FF"/>
                </a:solidFill>
                <a:effectLst>
                  <a:outerShdw blurRad="38100" dist="38100" dir="2700000">
                    <a:srgbClr val="C0C0C0"/>
                  </a:outerShdw>
                </a:effectLst>
                <a:latin typeface="宋体" panose="02010600030101010101" pitchFamily="2" charset="-122"/>
                <a:ea typeface="宋体" panose="02010600030101010101" pitchFamily="2" charset="-122"/>
                <a:cs typeface="+mn-cs"/>
              </a:rPr>
              <a:t>Δ</a:t>
            </a:r>
            <a:r>
              <a:rPr lang="en-US" altLang="zh-CN" b="1" strike="noStrike" noProof="1">
                <a:solidFill>
                  <a:srgbClr val="0000FF"/>
                </a:solidFill>
                <a:effectLst>
                  <a:outerShdw blurRad="38100" dist="38100" dir="2700000">
                    <a:srgbClr val="C0C0C0"/>
                  </a:outerShdw>
                </a:effectLst>
                <a:latin typeface="宋体" panose="02010600030101010101" pitchFamily="2" charset="-122"/>
                <a:ea typeface="宋体" panose="02010600030101010101" pitchFamily="2" charset="-122"/>
                <a:cs typeface="+mn-cs"/>
              </a:rPr>
              <a:t>T</a:t>
            </a:r>
            <a:r>
              <a:rPr lang="en-US" altLang="zh-CN" b="1" strike="noStrike" baseline="-25000" noProof="1">
                <a:solidFill>
                  <a:srgbClr val="0000FF"/>
                </a:solidFill>
                <a:effectLst>
                  <a:outerShdw blurRad="38100" dist="38100" dir="2700000">
                    <a:srgbClr val="C0C0C0"/>
                  </a:outerShdw>
                </a:effectLst>
                <a:latin typeface="Arial" panose="020B0604020202020204"/>
                <a:ea typeface="宋体" panose="02010600030101010101" pitchFamily="2" charset="-122"/>
                <a:cs typeface="+mn-cs"/>
              </a:rPr>
              <a:t>li</a:t>
            </a:r>
            <a:r>
              <a:rPr lang="en-US" altLang="zh-CN" b="1" strike="noStrike" noProof="1">
                <a:effectLst>
                  <a:outerShdw blurRad="38100" dist="38100" dir="2700000">
                    <a:srgbClr val="C0C0C0"/>
                  </a:outerShdw>
                </a:effectLst>
                <a:latin typeface="宋体" panose="02010600030101010101" pitchFamily="2" charset="-122"/>
                <a:ea typeface="宋体" panose="02010600030101010101" pitchFamily="2" charset="-122"/>
                <a:cs typeface="+mn-cs"/>
              </a:rPr>
              <a:t>,</a:t>
            </a:r>
            <a:r>
              <a:rPr lang="el-GR" altLang="zh-CN" b="1" strike="noStrike" noProof="1">
                <a:solidFill>
                  <a:srgbClr val="0000FF"/>
                </a:solidFill>
                <a:effectLst>
                  <a:outerShdw blurRad="38100" dist="38100" dir="2700000">
                    <a:srgbClr val="C0C0C0"/>
                  </a:outerShdw>
                </a:effectLst>
                <a:latin typeface="Arial" panose="020B0604020202020204"/>
                <a:ea typeface="宋体" panose="02010600030101010101" pitchFamily="2" charset="-122"/>
                <a:cs typeface="+mn-cs"/>
              </a:rPr>
              <a:t>Δ</a:t>
            </a:r>
            <a:r>
              <a:rPr lang="en-US" altLang="zh-CN" b="1" strike="noStrike" noProof="1">
                <a:solidFill>
                  <a:srgbClr val="0000FF"/>
                </a:solidFill>
                <a:effectLst>
                  <a:outerShdw blurRad="38100" dist="38100" dir="2700000">
                    <a:srgbClr val="C0C0C0"/>
                  </a:outerShdw>
                </a:effectLst>
                <a:latin typeface="Arial" panose="020B0604020202020204"/>
                <a:ea typeface="宋体" panose="02010600030101010101" pitchFamily="2" charset="-122"/>
                <a:cs typeface="+mn-cs"/>
              </a:rPr>
              <a:t>W</a:t>
            </a:r>
            <a:r>
              <a:rPr lang="en-US" altLang="zh-CN" b="1" strike="noStrike" baseline="-25000" noProof="1">
                <a:solidFill>
                  <a:srgbClr val="0000FF"/>
                </a:solidFill>
                <a:effectLst>
                  <a:outerShdw blurRad="38100" dist="38100" dir="2700000">
                    <a:srgbClr val="C0C0C0"/>
                  </a:outerShdw>
                </a:effectLst>
                <a:latin typeface="Arial" panose="020B0604020202020204"/>
                <a:ea typeface="宋体" panose="02010600030101010101" pitchFamily="2" charset="-122"/>
                <a:cs typeface="+mn-cs"/>
              </a:rPr>
              <a:t>ij</a:t>
            </a:r>
            <a:r>
              <a:rPr lang="zh-CN" altLang="en-US" b="1" strike="noStrike" noProof="1">
                <a:solidFill>
                  <a:srgbClr val="990000"/>
                </a:solidFill>
                <a:effectLst>
                  <a:outerShdw blurRad="38100" dist="38100" dir="2700000">
                    <a:srgbClr val="C0C0C0"/>
                  </a:outerShdw>
                </a:effectLst>
                <a:latin typeface="Arial" panose="020B0604020202020204"/>
                <a:ea typeface="宋体" panose="02010600030101010101" pitchFamily="2" charset="-122"/>
                <a:cs typeface="+mn-cs"/>
              </a:rPr>
              <a:t>正比于误差函数沿梯度下降， 有</a:t>
            </a:r>
            <a:endParaRPr lang="zh-CN" altLang="en-US" b="1" strike="noStrike" noProof="1">
              <a:solidFill>
                <a:srgbClr val="990000"/>
              </a:solidFill>
              <a:effectLst>
                <a:outerShdw blurRad="38100" dist="38100" dir="2700000">
                  <a:srgbClr val="C0C0C0"/>
                </a:outerShdw>
              </a:effectLst>
            </a:endParaRPr>
          </a:p>
        </p:txBody>
      </p:sp>
      <p:sp>
        <p:nvSpPr>
          <p:cNvPr id="36876" name="Rectangle 22"/>
          <p:cNvSpPr/>
          <p:nvPr/>
        </p:nvSpPr>
        <p:spPr>
          <a:xfrm>
            <a:off x="0" y="3214688"/>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pSp>
        <p:nvGrpSpPr>
          <p:cNvPr id="2411" name="组合 2410"/>
          <p:cNvGrpSpPr/>
          <p:nvPr/>
        </p:nvGrpSpPr>
        <p:grpSpPr>
          <a:xfrm>
            <a:off x="1116013" y="3284538"/>
            <a:ext cx="5830887" cy="1235075"/>
            <a:chOff x="1116013" y="3284538"/>
            <a:chExt cx="5830887" cy="1235075"/>
          </a:xfrm>
        </p:grpSpPr>
        <p:graphicFrame>
          <p:nvGraphicFramePr>
            <p:cNvPr id="36878" name="Object 3"/>
            <p:cNvGraphicFramePr>
              <a:graphicFrameLocks noChangeAspect="1"/>
            </p:cNvGraphicFramePr>
            <p:nvPr/>
          </p:nvGraphicFramePr>
          <p:xfrm>
            <a:off x="1116013" y="3284538"/>
            <a:ext cx="2520950" cy="782637"/>
          </p:xfrm>
          <a:graphic>
            <a:graphicData uri="http://schemas.openxmlformats.org/presentationml/2006/ole">
              <mc:AlternateContent xmlns:mc="http://schemas.openxmlformats.org/markup-compatibility/2006">
                <mc:Choice xmlns:v="urn:schemas-microsoft-com:vml" Requires="v">
                  <p:oleObj spid="_x0000_s3086" name="" r:id="rId5" imgW="698500" imgH="431800" progId="Equation.3">
                    <p:embed/>
                  </p:oleObj>
                </mc:Choice>
                <mc:Fallback>
                  <p:oleObj name="" r:id="rId5" imgW="698500" imgH="431800" progId="Equation.3">
                    <p:embed/>
                    <p:pic>
                      <p:nvPicPr>
                        <p:cNvPr id="0" name="图片 3085"/>
                        <p:cNvPicPr/>
                        <p:nvPr/>
                      </p:nvPicPr>
                      <p:blipFill>
                        <a:blip r:embed="rId6"/>
                        <a:stretch>
                          <a:fillRect/>
                        </a:stretch>
                      </p:blipFill>
                      <p:spPr>
                        <a:xfrm>
                          <a:off x="1116013" y="3284538"/>
                          <a:ext cx="2520950" cy="782637"/>
                        </a:xfrm>
                        <a:prstGeom prst="rect">
                          <a:avLst/>
                        </a:prstGeom>
                        <a:noFill/>
                        <a:ln w="38100">
                          <a:noFill/>
                          <a:miter/>
                        </a:ln>
                      </p:spPr>
                    </p:pic>
                  </p:oleObj>
                </mc:Fallback>
              </mc:AlternateContent>
            </a:graphicData>
          </a:graphic>
        </p:graphicFrame>
        <p:graphicFrame>
          <p:nvGraphicFramePr>
            <p:cNvPr id="36879" name="Object 4"/>
            <p:cNvGraphicFramePr>
              <a:graphicFrameLocks noChangeAspect="1"/>
            </p:cNvGraphicFramePr>
            <p:nvPr/>
          </p:nvGraphicFramePr>
          <p:xfrm>
            <a:off x="4356100" y="3284538"/>
            <a:ext cx="2590800" cy="804862"/>
          </p:xfrm>
          <a:graphic>
            <a:graphicData uri="http://schemas.openxmlformats.org/presentationml/2006/ole">
              <mc:AlternateContent xmlns:mc="http://schemas.openxmlformats.org/markup-compatibility/2006">
                <mc:Choice xmlns:v="urn:schemas-microsoft-com:vml" Requires="v">
                  <p:oleObj spid="_x0000_s3085" name="" r:id="rId7" imgW="731520" imgH="444500" progId="Equation.3">
                    <p:embed/>
                  </p:oleObj>
                </mc:Choice>
                <mc:Fallback>
                  <p:oleObj name="" r:id="rId7" imgW="731520" imgH="444500" progId="Equation.3">
                    <p:embed/>
                    <p:pic>
                      <p:nvPicPr>
                        <p:cNvPr id="0" name="图片 3084"/>
                        <p:cNvPicPr/>
                        <p:nvPr/>
                      </p:nvPicPr>
                      <p:blipFill>
                        <a:blip r:embed="rId8"/>
                        <a:stretch>
                          <a:fillRect/>
                        </a:stretch>
                      </p:blipFill>
                      <p:spPr>
                        <a:xfrm>
                          <a:off x="4356100" y="3284538"/>
                          <a:ext cx="2590800" cy="804862"/>
                        </a:xfrm>
                        <a:prstGeom prst="rect">
                          <a:avLst/>
                        </a:prstGeom>
                        <a:noFill/>
                        <a:ln w="38100">
                          <a:noFill/>
                          <a:miter/>
                        </a:ln>
                      </p:spPr>
                    </p:pic>
                  </p:oleObj>
                </mc:Fallback>
              </mc:AlternateContent>
            </a:graphicData>
          </a:graphic>
        </p:graphicFrame>
        <p:grpSp>
          <p:nvGrpSpPr>
            <p:cNvPr id="36880" name="组合 2413"/>
            <p:cNvGrpSpPr/>
            <p:nvPr/>
          </p:nvGrpSpPr>
          <p:grpSpPr>
            <a:xfrm>
              <a:off x="1187450" y="4141788"/>
              <a:ext cx="4392613" cy="377825"/>
              <a:chOff x="748" y="2609"/>
              <a:chExt cx="2767" cy="238"/>
            </a:xfrm>
          </p:grpSpPr>
          <p:graphicFrame>
            <p:nvGraphicFramePr>
              <p:cNvPr id="36881" name="Object 5"/>
              <p:cNvGraphicFramePr>
                <a:graphicFrameLocks noChangeAspect="1"/>
              </p:cNvGraphicFramePr>
              <p:nvPr/>
            </p:nvGraphicFramePr>
            <p:xfrm>
              <a:off x="748" y="2614"/>
              <a:ext cx="179" cy="233"/>
            </p:xfrm>
            <a:graphic>
              <a:graphicData uri="http://schemas.openxmlformats.org/presentationml/2006/ole">
                <mc:AlternateContent xmlns:mc="http://schemas.openxmlformats.org/markup-compatibility/2006">
                  <mc:Choice xmlns:v="urn:schemas-microsoft-com:vml" Requires="v">
                    <p:oleObj spid="_x0000_s3107" name="" r:id="rId9" imgW="84455" imgH="165100" progId="Equation.3">
                      <p:embed/>
                    </p:oleObj>
                  </mc:Choice>
                  <mc:Fallback>
                    <p:oleObj name="" r:id="rId9" imgW="84455" imgH="165100" progId="Equation.3">
                      <p:embed/>
                      <p:pic>
                        <p:nvPicPr>
                          <p:cNvPr id="0" name="图片 3106"/>
                          <p:cNvPicPr/>
                          <p:nvPr/>
                        </p:nvPicPr>
                        <p:blipFill>
                          <a:blip r:embed="rId10"/>
                          <a:stretch>
                            <a:fillRect/>
                          </a:stretch>
                        </p:blipFill>
                        <p:spPr>
                          <a:xfrm>
                            <a:off x="748" y="2614"/>
                            <a:ext cx="179" cy="233"/>
                          </a:xfrm>
                          <a:prstGeom prst="rect">
                            <a:avLst/>
                          </a:prstGeom>
                          <a:noFill/>
                          <a:ln w="38100">
                            <a:noFill/>
                            <a:miter/>
                          </a:ln>
                        </p:spPr>
                      </p:pic>
                    </p:oleObj>
                  </mc:Fallback>
                </mc:AlternateContent>
              </a:graphicData>
            </a:graphic>
          </p:graphicFrame>
          <p:sp>
            <p:nvSpPr>
              <p:cNvPr id="36882" name="Text Box 25"/>
              <p:cNvSpPr/>
              <p:nvPr/>
            </p:nvSpPr>
            <p:spPr>
              <a:xfrm>
                <a:off x="951" y="2609"/>
                <a:ext cx="2564" cy="231"/>
              </a:xfrm>
              <a:prstGeom prst="rect">
                <a:avLst/>
              </a:prstGeom>
              <a:noFill/>
              <a:ln w="9525">
                <a:noFill/>
              </a:ln>
            </p:spPr>
            <p:txBody>
              <a:bodyPr wrap="none" anchor="t" anchorCtr="0">
                <a:spAutoFit/>
              </a:bodyPr>
              <a:p>
                <a:r>
                  <a:rPr lang="zh-CN" altLang="en-US">
                    <a:latin typeface="Arial" panose="020B0604020202020204"/>
                    <a:ea typeface="宋体" panose="02010600030101010101" pitchFamily="2" charset="-122"/>
                  </a:rPr>
                  <a:t>称作学习率，用于调节学习速度的快慢</a:t>
                </a:r>
                <a:endParaRPr lang="zh-CN" altLang="en-US">
                  <a:latin typeface="Arial" panose="020B0604020202020204"/>
                  <a:ea typeface="宋体" panose="02010600030101010101"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childTnLst>
                                    <p:set>
                                      <p:cBhvr additive="base">
                                        <p:cTn id="6" dur="1" fill="hold">
                                          <p:stCondLst>
                                            <p:cond delay="0"/>
                                          </p:stCondLst>
                                        </p:cTn>
                                        <p:tgtEl>
                                          <p:spTgt spid="24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childTnLst>
                                    <p:set>
                                      <p:cBhvr additive="base">
                                        <p:cTn id="10" dur="1" fill="hold">
                                          <p:stCondLst>
                                            <p:cond delay="0"/>
                                          </p:stCondLst>
                                        </p:cTn>
                                        <p:tgtEl>
                                          <p:spTgt spid="2401"/>
                                        </p:tgtEl>
                                        <p:attrNameLst>
                                          <p:attrName>style.visibility</p:attrName>
                                        </p:attrNameLst>
                                      </p:cBhvr>
                                      <p:to>
                                        <p:strVal val="visible"/>
                                      </p:to>
                                    </p:set>
                                    <p:animEffect transition="in" filter="wipe(left)">
                                      <p:cBhvr additive="base">
                                        <p:cTn id="11" dur="500"/>
                                        <p:tgtEl>
                                          <p:spTgt spid="240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childTnLst>
                                    <p:set>
                                      <p:cBhvr additive="base">
                                        <p:cTn id="15" dur="1" fill="hold">
                                          <p:stCondLst>
                                            <p:cond delay="0"/>
                                          </p:stCondLst>
                                        </p:cTn>
                                        <p:tgtEl>
                                          <p:spTgt spid="240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nodeType="clickEffect">
                                  <p:childTnLst>
                                    <p:set>
                                      <p:cBhvr additive="base">
                                        <p:cTn id="19" dur="1" fill="hold">
                                          <p:stCondLst>
                                            <p:cond delay="0"/>
                                          </p:stCondLst>
                                        </p:cTn>
                                        <p:tgtEl>
                                          <p:spTgt spid="2411"/>
                                        </p:tgtEl>
                                        <p:attrNameLst>
                                          <p:attrName>style.visibility</p:attrName>
                                        </p:attrNameLst>
                                      </p:cBhvr>
                                      <p:to>
                                        <p:strVal val="visible"/>
                                      </p:to>
                                    </p:set>
                                    <p:animEffect transition="in" filter="wipe(up)">
                                      <p:cBhvr additive="base">
                                        <p:cTn id="20" dur="500"/>
                                        <p:tgtEl>
                                          <p:spTgt spid="2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Rectangle 2"/>
          <p:cNvSpPr/>
          <p:nvPr>
            <p:ph type="title"/>
          </p:nvPr>
        </p:nvSpPr>
        <p:spPr>
          <a:xfrm>
            <a:off x="1150938" y="617538"/>
            <a:ext cx="7793037" cy="1143000"/>
          </a:xfrm>
          <a:ln/>
        </p:spPr>
        <p:txBody>
          <a:bodyPr wrap="square" lIns="91440" tIns="45720" rIns="91440" bIns="45720" anchor="ctr" anchorCtr="0"/>
          <a:p>
            <a:pPr eaLnBrk="1" hangingPunct="1"/>
            <a:r>
              <a:rPr lang="en-US" altLang="zh-CN"/>
              <a:t>BP</a:t>
            </a:r>
            <a:r>
              <a:rPr lang="zh-CN" altLang="en-US"/>
              <a:t>算法总结</a:t>
            </a:r>
            <a:endParaRPr lang="zh-CN" altLang="en-US"/>
          </a:p>
        </p:txBody>
      </p:sp>
      <p:sp>
        <p:nvSpPr>
          <p:cNvPr id="37890" name="Rectangle 19"/>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7891" name="Rectangle 27"/>
          <p:cNvSpPr/>
          <p:nvPr/>
        </p:nvSpPr>
        <p:spPr>
          <a:xfrm>
            <a:off x="500063" y="2214563"/>
            <a:ext cx="7175500" cy="1552575"/>
          </a:xfrm>
          <a:prstGeom prst="rect">
            <a:avLst/>
          </a:prstGeom>
          <a:noFill/>
          <a:ln w="9525">
            <a:noFill/>
          </a:ln>
        </p:spPr>
        <p:txBody>
          <a:bodyPr anchor="t" anchorCtr="0">
            <a:spAutoFit/>
          </a:bodyPr>
          <a:p>
            <a:pPr lvl="2" indent="0" eaLnBrk="1" hangingPunct="1"/>
            <a:r>
              <a:rPr lang="en-US" altLang="zh-CN" sz="2400" b="1">
                <a:latin typeface="Arial" panose="020B0604020202020204"/>
                <a:ea typeface="宋体" panose="02010600030101010101" pitchFamily="2" charset="-122"/>
              </a:rPr>
              <a:t>1 </a:t>
            </a:r>
            <a:r>
              <a:rPr lang="zh-CN" altLang="en-US" sz="2400" b="1">
                <a:latin typeface="Arial" panose="020B0604020202020204"/>
                <a:ea typeface="宋体" panose="02010600030101010101" pitchFamily="2" charset="-122"/>
              </a:rPr>
              <a:t>初始化网络的权值和偏置值</a:t>
            </a:r>
            <a:endParaRPr lang="zh-CN" altLang="en-US" sz="2400" b="1">
              <a:latin typeface="Arial" panose="020B0604020202020204"/>
              <a:ea typeface="宋体" panose="02010600030101010101" pitchFamily="2" charset="-122"/>
            </a:endParaRPr>
          </a:p>
          <a:p>
            <a:pPr lvl="2" indent="0" eaLnBrk="1" hangingPunct="1"/>
            <a:r>
              <a:rPr lang="en-US" altLang="zh-CN" sz="2400" b="1">
                <a:latin typeface="Arial" panose="020B0604020202020204"/>
                <a:ea typeface="宋体" panose="02010600030101010101" pitchFamily="2" charset="-122"/>
              </a:rPr>
              <a:t>2 </a:t>
            </a:r>
            <a:r>
              <a:rPr lang="zh-CN" altLang="en-US" sz="2400" b="1">
                <a:latin typeface="Arial" panose="020B0604020202020204"/>
                <a:ea typeface="宋体" panose="02010600030101010101" pitchFamily="2" charset="-122"/>
              </a:rPr>
              <a:t>对每个训练样本重复下述过程直至满足终止条件：</a:t>
            </a:r>
            <a:endParaRPr lang="zh-CN" altLang="en-US" sz="2400" b="1">
              <a:latin typeface="Arial" panose="020B0604020202020204"/>
              <a:ea typeface="宋体" panose="02010600030101010101" pitchFamily="2" charset="-122"/>
            </a:endParaRPr>
          </a:p>
          <a:p>
            <a:pPr lvl="2" indent="0" eaLnBrk="1" hangingPunct="1"/>
            <a:r>
              <a:rPr lang="zh-CN" altLang="en-US" sz="2400" b="1">
                <a:latin typeface="Arial" panose="020B0604020202020204"/>
                <a:ea typeface="宋体" panose="02010600030101010101" pitchFamily="2" charset="-122"/>
              </a:rPr>
              <a:t>  </a:t>
            </a:r>
            <a:endParaRPr lang="zh-CN" altLang="en-US" sz="2400" b="1">
              <a:latin typeface="Arial" panose="020B0604020202020204"/>
              <a:ea typeface="宋体" panose="02010600030101010101" pitchFamily="2" charset="-122"/>
            </a:endParaRPr>
          </a:p>
        </p:txBody>
      </p:sp>
      <p:sp>
        <p:nvSpPr>
          <p:cNvPr id="37892" name="Rectangle 21"/>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7893" name="Rectangle 23"/>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7894" name="Rectangle 25"/>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27" name="Rectangle 21"/>
          <p:cNvSpPr/>
          <p:nvPr/>
        </p:nvSpPr>
        <p:spPr>
          <a:xfrm>
            <a:off x="468313" y="3638550"/>
            <a:ext cx="5922963" cy="457200"/>
          </a:xfrm>
          <a:prstGeom prst="rect">
            <a:avLst/>
          </a:prstGeom>
          <a:noFill/>
          <a:ln w="9525">
            <a:noFill/>
          </a:ln>
        </p:spPr>
        <p:txBody>
          <a:bodyPr wrap="none"/>
          <a:p>
            <a:pPr fontAlgn="base"/>
            <a:r>
              <a:rPr lang="en-US" altLang="zh-CN" sz="2400" b="1" strike="noStrike" noProof="1">
                <a:effectLst>
                  <a:outerShdw blurRad="38100" dist="38100" dir="2700000">
                    <a:srgbClr val="C0C0C0"/>
                  </a:outerShdw>
                </a:effectLst>
                <a:latin typeface="Arial" panose="020B0604020202020204"/>
                <a:ea typeface="宋体" panose="02010600030101010101" pitchFamily="2" charset="-122"/>
                <a:cs typeface="+mn-cs"/>
              </a:rPr>
              <a:t>(3)</a:t>
            </a:r>
            <a:r>
              <a:rPr lang="zh-CN" altLang="en-US" sz="2400" b="1" strike="noStrike" noProof="1">
                <a:effectLst>
                  <a:outerShdw blurRad="38100" dist="38100" dir="2700000">
                    <a:srgbClr val="C0C0C0"/>
                  </a:outerShdw>
                </a:effectLst>
                <a:latin typeface="Arial" panose="020B0604020202020204"/>
                <a:ea typeface="宋体" panose="02010600030101010101" pitchFamily="2" charset="-122"/>
                <a:cs typeface="+mn-cs"/>
              </a:rPr>
              <a:t>从后向前对各隐藏层结点   ，计算误差</a:t>
            </a:r>
            <a:endParaRPr lang="zh-CN" altLang="en-US" sz="2400" b="1" strike="noStrike" noProof="1">
              <a:effectLst>
                <a:outerShdw blurRad="38100" dist="38100" dir="2700000">
                  <a:srgbClr val="C0C0C0"/>
                </a:outerShdw>
              </a:effectLst>
            </a:endParaRPr>
          </a:p>
        </p:txBody>
      </p:sp>
      <p:sp>
        <p:nvSpPr>
          <p:cNvPr id="38914" name="Rectangle 8"/>
          <p:cNvSpPr/>
          <p:nvPr/>
        </p:nvSpPr>
        <p:spPr>
          <a:xfrm>
            <a:off x="0" y="3141663"/>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sp>
        <p:nvSpPr>
          <p:cNvPr id="38915" name="Rectangle 10"/>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aphicFrame>
        <p:nvGraphicFramePr>
          <p:cNvPr id="38916" name="Object 9"/>
          <p:cNvGraphicFramePr>
            <a:graphicFrameLocks noChangeAspect="1"/>
          </p:cNvGraphicFramePr>
          <p:nvPr/>
        </p:nvGraphicFramePr>
        <p:xfrm>
          <a:off x="1620838" y="2995613"/>
          <a:ext cx="4033837" cy="550862"/>
        </p:xfrm>
        <a:graphic>
          <a:graphicData uri="http://schemas.openxmlformats.org/presentationml/2006/ole">
            <mc:AlternateContent xmlns:mc="http://schemas.openxmlformats.org/markup-compatibility/2006">
              <mc:Choice xmlns:v="urn:schemas-microsoft-com:vml" Requires="v">
                <p:oleObj spid="_x0000_s3084" name="" r:id="rId1" imgW="753745" imgH="406400" progId="Equation.3">
                  <p:embed/>
                </p:oleObj>
              </mc:Choice>
              <mc:Fallback>
                <p:oleObj name="" r:id="rId1" imgW="753745" imgH="406400" progId="Equation.3">
                  <p:embed/>
                  <p:pic>
                    <p:nvPicPr>
                      <p:cNvPr id="0" name="图片 3083"/>
                      <p:cNvPicPr/>
                      <p:nvPr/>
                    </p:nvPicPr>
                    <p:blipFill>
                      <a:blip r:embed="rId2"/>
                      <a:stretch>
                        <a:fillRect/>
                      </a:stretch>
                    </p:blipFill>
                    <p:spPr>
                      <a:xfrm>
                        <a:off x="1620838" y="2995613"/>
                        <a:ext cx="4033837" cy="550862"/>
                      </a:xfrm>
                      <a:prstGeom prst="rect">
                        <a:avLst/>
                      </a:prstGeom>
                      <a:noFill/>
                      <a:ln w="38100">
                        <a:noFill/>
                        <a:miter/>
                      </a:ln>
                    </p:spPr>
                  </p:pic>
                </p:oleObj>
              </mc:Fallback>
            </mc:AlternateContent>
          </a:graphicData>
        </a:graphic>
      </p:graphicFrame>
      <p:pic>
        <p:nvPicPr>
          <p:cNvPr id="38917" name="Picture 11"/>
          <p:cNvPicPr>
            <a:picLocks noChangeAspect="1"/>
          </p:cNvPicPr>
          <p:nvPr/>
        </p:nvPicPr>
        <p:blipFill>
          <a:blip r:embed="rId3"/>
          <a:stretch>
            <a:fillRect/>
          </a:stretch>
        </p:blipFill>
        <p:spPr>
          <a:xfrm>
            <a:off x="4286250" y="3643313"/>
            <a:ext cx="303213" cy="431800"/>
          </a:xfrm>
          <a:prstGeom prst="rect">
            <a:avLst/>
          </a:prstGeom>
          <a:noFill/>
          <a:ln w="9525">
            <a:noFill/>
          </a:ln>
        </p:spPr>
      </p:pic>
      <p:sp>
        <p:nvSpPr>
          <p:cNvPr id="38918" name="Rectangle 17"/>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aphicFrame>
        <p:nvGraphicFramePr>
          <p:cNvPr id="38919" name="Object 16"/>
          <p:cNvGraphicFramePr>
            <a:graphicFrameLocks noChangeAspect="1"/>
          </p:cNvGraphicFramePr>
          <p:nvPr/>
        </p:nvGraphicFramePr>
        <p:xfrm>
          <a:off x="1693863" y="4291013"/>
          <a:ext cx="3600450" cy="547687"/>
        </p:xfrm>
        <a:graphic>
          <a:graphicData uri="http://schemas.openxmlformats.org/presentationml/2006/ole">
            <mc:AlternateContent xmlns:mc="http://schemas.openxmlformats.org/markup-compatibility/2006">
              <mc:Choice xmlns:v="urn:schemas-microsoft-com:vml" Requires="v">
                <p:oleObj spid="_x0000_s3087" name="" r:id="rId4" imgW="783590" imgH="457200" progId="Equation.3">
                  <p:embed/>
                </p:oleObj>
              </mc:Choice>
              <mc:Fallback>
                <p:oleObj name="" r:id="rId4" imgW="783590" imgH="457200" progId="Equation.3">
                  <p:embed/>
                  <p:pic>
                    <p:nvPicPr>
                      <p:cNvPr id="0" name="图片 3086"/>
                      <p:cNvPicPr/>
                      <p:nvPr/>
                    </p:nvPicPr>
                    <p:blipFill>
                      <a:blip r:embed="rId5"/>
                      <a:stretch>
                        <a:fillRect/>
                      </a:stretch>
                    </p:blipFill>
                    <p:spPr>
                      <a:xfrm>
                        <a:off x="1693863" y="4291013"/>
                        <a:ext cx="3600450" cy="547687"/>
                      </a:xfrm>
                      <a:prstGeom prst="rect">
                        <a:avLst/>
                      </a:prstGeom>
                      <a:noFill/>
                      <a:ln w="38100">
                        <a:noFill/>
                        <a:miter/>
                      </a:ln>
                    </p:spPr>
                  </p:pic>
                </p:oleObj>
              </mc:Fallback>
            </mc:AlternateContent>
          </a:graphicData>
        </a:graphic>
      </p:graphicFrame>
      <p:sp>
        <p:nvSpPr>
          <p:cNvPr id="38920" name="Rectangle 19"/>
          <p:cNvSpPr/>
          <p:nvPr/>
        </p:nvSpPr>
        <p:spPr>
          <a:xfrm>
            <a:off x="0" y="0"/>
            <a:ext cx="9144000" cy="0"/>
          </a:xfrm>
          <a:prstGeom prst="rect">
            <a:avLst/>
          </a:prstGeom>
          <a:noFill/>
          <a:ln w="9525">
            <a:noFill/>
          </a:ln>
        </p:spPr>
        <p:txBody>
          <a:bodyPr wrap="none" anchor="ctr" anchorCtr="0">
            <a:spAutoFit/>
          </a:bodyPr>
          <a:p>
            <a:endParaRPr lang="zh-CN" altLang="en-US">
              <a:latin typeface="Arial" panose="020B0604020202020204"/>
              <a:ea typeface="宋体" panose="02010600030101010101" pitchFamily="2" charset="-122"/>
            </a:endParaRPr>
          </a:p>
        </p:txBody>
      </p:sp>
      <p:graphicFrame>
        <p:nvGraphicFramePr>
          <p:cNvPr id="38921" name="Object 18"/>
          <p:cNvGraphicFramePr>
            <a:graphicFrameLocks noChangeAspect="1"/>
          </p:cNvGraphicFramePr>
          <p:nvPr/>
        </p:nvGraphicFramePr>
        <p:xfrm>
          <a:off x="6373813" y="3571875"/>
          <a:ext cx="576262" cy="576263"/>
        </p:xfrm>
        <a:graphic>
          <a:graphicData uri="http://schemas.openxmlformats.org/presentationml/2006/ole">
            <mc:AlternateContent xmlns:mc="http://schemas.openxmlformats.org/markup-compatibility/2006">
              <mc:Choice xmlns:v="urn:schemas-microsoft-com:vml" Requires="v">
                <p:oleObj spid="_x0000_s3089" name="" r:id="rId6" imgW="405765" imgH="266700" progId="Equation.3">
                  <p:embed/>
                </p:oleObj>
              </mc:Choice>
              <mc:Fallback>
                <p:oleObj name="" r:id="rId6" imgW="405765" imgH="266700" progId="Equation.3">
                  <p:embed/>
                  <p:pic>
                    <p:nvPicPr>
                      <p:cNvPr id="0" name="图片 3088"/>
                      <p:cNvPicPr/>
                      <p:nvPr/>
                    </p:nvPicPr>
                    <p:blipFill>
                      <a:blip r:embed="rId7"/>
                      <a:stretch>
                        <a:fillRect/>
                      </a:stretch>
                    </p:blipFill>
                    <p:spPr>
                      <a:xfrm>
                        <a:off x="6373813" y="3571875"/>
                        <a:ext cx="576262" cy="576263"/>
                      </a:xfrm>
                      <a:prstGeom prst="rect">
                        <a:avLst/>
                      </a:prstGeom>
                      <a:noFill/>
                      <a:ln w="38100">
                        <a:noFill/>
                        <a:miter/>
                      </a:ln>
                    </p:spPr>
                  </p:pic>
                </p:oleObj>
              </mc:Fallback>
            </mc:AlternateContent>
          </a:graphicData>
        </a:graphic>
      </p:graphicFrame>
      <p:grpSp>
        <p:nvGrpSpPr>
          <p:cNvPr id="38922" name="组合 2435"/>
          <p:cNvGrpSpPr/>
          <p:nvPr/>
        </p:nvGrpSpPr>
        <p:grpSpPr>
          <a:xfrm>
            <a:off x="468313" y="2419350"/>
            <a:ext cx="4887912" cy="523875"/>
            <a:chOff x="657" y="1026"/>
            <a:chExt cx="3079" cy="330"/>
          </a:xfrm>
        </p:grpSpPr>
        <p:pic>
          <p:nvPicPr>
            <p:cNvPr id="38923" name="Picture 6"/>
            <p:cNvPicPr>
              <a:picLocks noChangeAspect="1"/>
            </p:cNvPicPr>
            <p:nvPr/>
          </p:nvPicPr>
          <p:blipFill>
            <a:blip r:embed="rId3"/>
            <a:stretch>
              <a:fillRect/>
            </a:stretch>
          </p:blipFill>
          <p:spPr>
            <a:xfrm>
              <a:off x="2200" y="1071"/>
              <a:ext cx="191" cy="272"/>
            </a:xfrm>
            <a:prstGeom prst="rect">
              <a:avLst/>
            </a:prstGeom>
            <a:noFill/>
            <a:ln w="9525">
              <a:noFill/>
            </a:ln>
          </p:spPr>
        </p:pic>
        <p:graphicFrame>
          <p:nvGraphicFramePr>
            <p:cNvPr id="38924" name="Object 7"/>
            <p:cNvGraphicFramePr>
              <a:graphicFrameLocks noChangeAspect="1"/>
            </p:cNvGraphicFramePr>
            <p:nvPr/>
          </p:nvGraphicFramePr>
          <p:xfrm>
            <a:off x="3424" y="1026"/>
            <a:ext cx="312" cy="330"/>
          </p:xfrm>
          <a:graphic>
            <a:graphicData uri="http://schemas.openxmlformats.org/presentationml/2006/ole">
              <mc:AlternateContent xmlns:mc="http://schemas.openxmlformats.org/markup-compatibility/2006">
                <mc:Choice xmlns:v="urn:schemas-microsoft-com:vml" Requires="v">
                  <p:oleObj spid="_x0000_s3092" name="" r:id="rId8" imgW="495300" imgH="335915" progId="Equation.3">
                    <p:embed/>
                  </p:oleObj>
                </mc:Choice>
                <mc:Fallback>
                  <p:oleObj name="" r:id="rId8" imgW="495300" imgH="335915" progId="Equation.3">
                    <p:embed/>
                    <p:pic>
                      <p:nvPicPr>
                        <p:cNvPr id="0" name="图片 3091"/>
                        <p:cNvPicPr/>
                        <p:nvPr/>
                      </p:nvPicPr>
                      <p:blipFill>
                        <a:blip r:embed="rId9"/>
                        <a:stretch>
                          <a:fillRect/>
                        </a:stretch>
                      </p:blipFill>
                      <p:spPr>
                        <a:xfrm>
                          <a:off x="3424" y="1026"/>
                          <a:ext cx="312" cy="330"/>
                        </a:xfrm>
                        <a:prstGeom prst="rect">
                          <a:avLst/>
                        </a:prstGeom>
                        <a:noFill/>
                        <a:ln w="38100">
                          <a:noFill/>
                          <a:miter/>
                        </a:ln>
                      </p:spPr>
                    </p:pic>
                  </p:oleObj>
                </mc:Fallback>
              </mc:AlternateContent>
            </a:graphicData>
          </a:graphic>
        </p:graphicFrame>
        <p:sp>
          <p:nvSpPr>
            <p:cNvPr id="38925" name="Rectangle 20"/>
            <p:cNvSpPr/>
            <p:nvPr/>
          </p:nvSpPr>
          <p:spPr>
            <a:xfrm>
              <a:off x="657" y="1026"/>
              <a:ext cx="2994" cy="288"/>
            </a:xfrm>
            <a:prstGeom prst="rect">
              <a:avLst/>
            </a:prstGeom>
            <a:noFill/>
            <a:ln w="9525">
              <a:noFill/>
            </a:ln>
          </p:spPr>
          <p:txBody>
            <a:bodyPr anchor="t" anchorCtr="0">
              <a:spAutoFit/>
            </a:bodyPr>
            <a:p>
              <a:pPr>
                <a:spcBef>
                  <a:spcPct val="20000"/>
                </a:spcBef>
                <a:buClr>
                  <a:schemeClr val="accent2"/>
                </a:buClr>
                <a:buFont typeface="Wingdings" panose="05000000000000000000" pitchFamily="2" charset="2"/>
              </a:pPr>
              <a:r>
                <a:rPr lang="en-US" altLang="zh-CN" sz="2400" b="1">
                  <a:latin typeface="Arial" panose="020B0604020202020204"/>
                  <a:ea typeface="宋体" panose="02010600030101010101" pitchFamily="2" charset="-122"/>
                </a:rPr>
                <a:t>(2)</a:t>
              </a:r>
              <a:r>
                <a:rPr lang="zh-CN" altLang="en-US" sz="2400" b="1">
                  <a:latin typeface="Arial" panose="020B0604020202020204"/>
                  <a:ea typeface="宋体" panose="02010600030101010101" pitchFamily="2" charset="-122"/>
                </a:rPr>
                <a:t>对输出层结点   ，计算误差</a:t>
              </a:r>
              <a:endParaRPr lang="zh-CN" altLang="en-US" sz="2400" b="1">
                <a:latin typeface="Arial" panose="020B0604020202020204"/>
                <a:ea typeface="宋体" panose="02010600030101010101" pitchFamily="2" charset="-122"/>
              </a:endParaRPr>
            </a:p>
          </p:txBody>
        </p:sp>
      </p:grpSp>
      <p:sp>
        <p:nvSpPr>
          <p:cNvPr id="2440" name="Rectangle 24"/>
          <p:cNvSpPr/>
          <p:nvPr/>
        </p:nvSpPr>
        <p:spPr>
          <a:xfrm>
            <a:off x="468313" y="4867275"/>
            <a:ext cx="2865438" cy="457200"/>
          </a:xfrm>
          <a:prstGeom prst="rect">
            <a:avLst/>
          </a:prstGeom>
          <a:noFill/>
          <a:ln w="9525">
            <a:noFill/>
          </a:ln>
        </p:spPr>
        <p:txBody>
          <a:bodyPr wrap="none"/>
          <a:p>
            <a:pPr fontAlgn="base"/>
            <a:r>
              <a:rPr lang="en-US" altLang="zh-CN" sz="2400" b="1" strike="noStrike" noProof="1">
                <a:effectLst>
                  <a:outerShdw blurRad="38100" dist="38100" dir="2700000">
                    <a:srgbClr val="C0C0C0"/>
                  </a:outerShdw>
                </a:effectLst>
                <a:latin typeface="Arial" panose="020B0604020202020204"/>
                <a:ea typeface="宋体" panose="02010600030101010101" pitchFamily="2" charset="-122"/>
                <a:cs typeface="+mn-cs"/>
              </a:rPr>
              <a:t>(4)</a:t>
            </a:r>
            <a:r>
              <a:rPr lang="zh-CN" altLang="en-US" sz="2400" b="1" strike="noStrike" noProof="1">
                <a:effectLst>
                  <a:outerShdw blurRad="38100" dist="38100" dir="2700000">
                    <a:srgbClr val="C0C0C0"/>
                  </a:outerShdw>
                </a:effectLst>
                <a:latin typeface="Arial" panose="020B0604020202020204"/>
                <a:ea typeface="宋体" panose="02010600030101010101" pitchFamily="2" charset="-122"/>
                <a:cs typeface="+mn-cs"/>
              </a:rPr>
              <a:t>更新权值及阈值</a:t>
            </a:r>
            <a:endParaRPr lang="zh-CN" altLang="en-US" sz="2400" b="1" strike="noStrike" noProof="1">
              <a:effectLst>
                <a:outerShdw blurRad="38100" dist="38100" dir="2700000">
                  <a:srgbClr val="C0C0C0"/>
                </a:outerShdw>
              </a:effectLst>
            </a:endParaRPr>
          </a:p>
        </p:txBody>
      </p:sp>
      <p:graphicFrame>
        <p:nvGraphicFramePr>
          <p:cNvPr id="38927" name="Object 25"/>
          <p:cNvGraphicFramePr>
            <a:graphicFrameLocks noChangeAspect="1"/>
          </p:cNvGraphicFramePr>
          <p:nvPr/>
        </p:nvGraphicFramePr>
        <p:xfrm>
          <a:off x="1725613" y="5316538"/>
          <a:ext cx="2311400" cy="598487"/>
        </p:xfrm>
        <a:graphic>
          <a:graphicData uri="http://schemas.openxmlformats.org/presentationml/2006/ole">
            <mc:AlternateContent xmlns:mc="http://schemas.openxmlformats.org/markup-compatibility/2006">
              <mc:Choice xmlns:v="urn:schemas-microsoft-com:vml" Requires="v">
                <p:oleObj spid="_x0000_s3088" name="" r:id="rId10" imgW="480695" imgH="241300" progId="Equation.3">
                  <p:embed/>
                </p:oleObj>
              </mc:Choice>
              <mc:Fallback>
                <p:oleObj name="" r:id="rId10" imgW="480695" imgH="241300" progId="Equation.3">
                  <p:embed/>
                  <p:pic>
                    <p:nvPicPr>
                      <p:cNvPr id="0" name="图片 3087"/>
                      <p:cNvPicPr/>
                      <p:nvPr/>
                    </p:nvPicPr>
                    <p:blipFill>
                      <a:blip r:embed="rId11"/>
                      <a:stretch>
                        <a:fillRect/>
                      </a:stretch>
                    </p:blipFill>
                    <p:spPr>
                      <a:xfrm>
                        <a:off x="1725613" y="5316538"/>
                        <a:ext cx="2311400" cy="598487"/>
                      </a:xfrm>
                      <a:prstGeom prst="rect">
                        <a:avLst/>
                      </a:prstGeom>
                      <a:noFill/>
                      <a:ln w="38100">
                        <a:noFill/>
                        <a:miter/>
                      </a:ln>
                    </p:spPr>
                  </p:pic>
                </p:oleObj>
              </mc:Fallback>
            </mc:AlternateContent>
          </a:graphicData>
        </a:graphic>
      </p:graphicFrame>
      <p:graphicFrame>
        <p:nvGraphicFramePr>
          <p:cNvPr id="38928" name="Object 26"/>
          <p:cNvGraphicFramePr>
            <a:graphicFrameLocks noChangeAspect="1"/>
          </p:cNvGraphicFramePr>
          <p:nvPr/>
        </p:nvGraphicFramePr>
        <p:xfrm>
          <a:off x="4645025" y="5299075"/>
          <a:ext cx="2808288" cy="619125"/>
        </p:xfrm>
        <a:graphic>
          <a:graphicData uri="http://schemas.openxmlformats.org/presentationml/2006/ole">
            <mc:AlternateContent xmlns:mc="http://schemas.openxmlformats.org/markup-compatibility/2006">
              <mc:Choice xmlns:v="urn:schemas-microsoft-com:vml" Requires="v">
                <p:oleObj spid="_x0000_s3096" name="" r:id="rId12" imgW="724535" imgH="406400" progId="Equation.3">
                  <p:embed/>
                </p:oleObj>
              </mc:Choice>
              <mc:Fallback>
                <p:oleObj name="" r:id="rId12" imgW="724535" imgH="406400" progId="Equation.3">
                  <p:embed/>
                  <p:pic>
                    <p:nvPicPr>
                      <p:cNvPr id="0" name="图片 3095"/>
                      <p:cNvPicPr/>
                      <p:nvPr/>
                    </p:nvPicPr>
                    <p:blipFill>
                      <a:blip r:embed="rId13"/>
                      <a:stretch>
                        <a:fillRect/>
                      </a:stretch>
                    </p:blipFill>
                    <p:spPr>
                      <a:xfrm>
                        <a:off x="4645025" y="5299075"/>
                        <a:ext cx="2808288" cy="619125"/>
                      </a:xfrm>
                      <a:prstGeom prst="rect">
                        <a:avLst/>
                      </a:prstGeom>
                      <a:noFill/>
                      <a:ln w="38100">
                        <a:noFill/>
                        <a:miter/>
                      </a:ln>
                    </p:spPr>
                  </p:pic>
                </p:oleObj>
              </mc:Fallback>
            </mc:AlternateContent>
          </a:graphicData>
        </a:graphic>
      </p:graphicFrame>
      <p:graphicFrame>
        <p:nvGraphicFramePr>
          <p:cNvPr id="38929" name="Object 27"/>
          <p:cNvGraphicFramePr>
            <a:graphicFrameLocks noChangeAspect="1"/>
          </p:cNvGraphicFramePr>
          <p:nvPr/>
        </p:nvGraphicFramePr>
        <p:xfrm>
          <a:off x="1720850" y="5832475"/>
          <a:ext cx="1844675" cy="619125"/>
        </p:xfrm>
        <a:graphic>
          <a:graphicData uri="http://schemas.openxmlformats.org/presentationml/2006/ole">
            <mc:AlternateContent xmlns:mc="http://schemas.openxmlformats.org/markup-compatibility/2006">
              <mc:Choice xmlns:v="urn:schemas-microsoft-com:vml" Requires="v">
                <p:oleObj spid="_x0000_s3095" name="" r:id="rId14" imgW="508000" imgH="241300" progId="Equation.3">
                  <p:embed/>
                </p:oleObj>
              </mc:Choice>
              <mc:Fallback>
                <p:oleObj name="" r:id="rId14" imgW="508000" imgH="241300" progId="Equation.3">
                  <p:embed/>
                  <p:pic>
                    <p:nvPicPr>
                      <p:cNvPr id="0" name="图片 3094"/>
                      <p:cNvPicPr/>
                      <p:nvPr/>
                    </p:nvPicPr>
                    <p:blipFill>
                      <a:blip r:embed="rId15"/>
                      <a:stretch>
                        <a:fillRect/>
                      </a:stretch>
                    </p:blipFill>
                    <p:spPr>
                      <a:xfrm>
                        <a:off x="1720850" y="5832475"/>
                        <a:ext cx="1844675" cy="619125"/>
                      </a:xfrm>
                      <a:prstGeom prst="rect">
                        <a:avLst/>
                      </a:prstGeom>
                      <a:noFill/>
                      <a:ln w="38100">
                        <a:noFill/>
                        <a:miter/>
                      </a:ln>
                    </p:spPr>
                  </p:pic>
                </p:oleObj>
              </mc:Fallback>
            </mc:AlternateContent>
          </a:graphicData>
        </a:graphic>
      </p:graphicFrame>
      <p:graphicFrame>
        <p:nvGraphicFramePr>
          <p:cNvPr id="38930" name="Object 28"/>
          <p:cNvGraphicFramePr>
            <a:graphicFrameLocks noChangeAspect="1"/>
          </p:cNvGraphicFramePr>
          <p:nvPr/>
        </p:nvGraphicFramePr>
        <p:xfrm>
          <a:off x="4789488" y="5948363"/>
          <a:ext cx="1871662" cy="504825"/>
        </p:xfrm>
        <a:graphic>
          <a:graphicData uri="http://schemas.openxmlformats.org/presentationml/2006/ole">
            <mc:AlternateContent xmlns:mc="http://schemas.openxmlformats.org/markup-compatibility/2006">
              <mc:Choice xmlns:v="urn:schemas-microsoft-com:vml" Requires="v">
                <p:oleObj spid="_x0000_s3094" name="" r:id="rId16" imgW="726440" imgH="406400" progId="Equation.3">
                  <p:embed/>
                </p:oleObj>
              </mc:Choice>
              <mc:Fallback>
                <p:oleObj name="" r:id="rId16" imgW="726440" imgH="406400" progId="Equation.3">
                  <p:embed/>
                  <p:pic>
                    <p:nvPicPr>
                      <p:cNvPr id="0" name="图片 3093"/>
                      <p:cNvPicPr/>
                      <p:nvPr/>
                    </p:nvPicPr>
                    <p:blipFill>
                      <a:blip r:embed="rId17"/>
                      <a:stretch>
                        <a:fillRect/>
                      </a:stretch>
                    </p:blipFill>
                    <p:spPr>
                      <a:xfrm>
                        <a:off x="4789488" y="5948363"/>
                        <a:ext cx="1871662" cy="504825"/>
                      </a:xfrm>
                      <a:prstGeom prst="rect">
                        <a:avLst/>
                      </a:prstGeom>
                      <a:noFill/>
                      <a:ln w="38100">
                        <a:noFill/>
                        <a:miter/>
                      </a:ln>
                    </p:spPr>
                  </p:pic>
                </p:oleObj>
              </mc:Fallback>
            </mc:AlternateContent>
          </a:graphicData>
        </a:graphic>
      </p:graphicFrame>
      <p:sp>
        <p:nvSpPr>
          <p:cNvPr id="38931" name="Rectangle 31"/>
          <p:cNvSpPr/>
          <p:nvPr/>
        </p:nvSpPr>
        <p:spPr>
          <a:xfrm>
            <a:off x="-500062" y="428625"/>
            <a:ext cx="9321800" cy="461963"/>
          </a:xfrm>
          <a:prstGeom prst="rect">
            <a:avLst/>
          </a:prstGeom>
          <a:noFill/>
          <a:ln w="9525">
            <a:noFill/>
          </a:ln>
        </p:spPr>
        <p:txBody>
          <a:bodyPr wrap="none" anchor="t" anchorCtr="0">
            <a:spAutoFit/>
          </a:bodyPr>
          <a:p>
            <a:pPr lvl="2" indent="0" eaLnBrk="1" hangingPunct="1"/>
            <a:r>
              <a:rPr lang="en-US" altLang="zh-CN" sz="2400" b="1">
                <a:latin typeface="Arial" panose="020B0604020202020204"/>
                <a:ea typeface="宋体" panose="02010600030101010101" pitchFamily="2" charset="-122"/>
              </a:rPr>
              <a:t>(1)</a:t>
            </a:r>
            <a:r>
              <a:rPr lang="zh-CN" altLang="en-US" sz="2400" b="1">
                <a:latin typeface="Arial" panose="020B0604020202020204"/>
                <a:ea typeface="宋体" panose="02010600030101010101" pitchFamily="2" charset="-122"/>
              </a:rPr>
              <a:t>从前向后计算隐藏层和输出层结点   的输入      和输出</a:t>
            </a:r>
            <a:endParaRPr lang="zh-CN" altLang="en-US" sz="2400" b="1">
              <a:latin typeface="Arial" panose="020B0604020202020204"/>
              <a:ea typeface="宋体" panose="02010600030101010101" pitchFamily="2" charset="-122"/>
            </a:endParaRPr>
          </a:p>
        </p:txBody>
      </p:sp>
      <p:pic>
        <p:nvPicPr>
          <p:cNvPr id="38932" name="Picture 32"/>
          <p:cNvPicPr>
            <a:picLocks noChangeAspect="1"/>
          </p:cNvPicPr>
          <p:nvPr/>
        </p:nvPicPr>
        <p:blipFill>
          <a:blip r:embed="rId3"/>
          <a:stretch>
            <a:fillRect/>
          </a:stretch>
        </p:blipFill>
        <p:spPr>
          <a:xfrm>
            <a:off x="5715000" y="500063"/>
            <a:ext cx="252413" cy="360362"/>
          </a:xfrm>
          <a:prstGeom prst="rect">
            <a:avLst/>
          </a:prstGeom>
          <a:noFill/>
          <a:ln w="9525">
            <a:noFill/>
          </a:ln>
        </p:spPr>
      </p:pic>
      <p:pic>
        <p:nvPicPr>
          <p:cNvPr id="38933" name="Picture 33"/>
          <p:cNvPicPr>
            <a:picLocks noChangeAspect="1"/>
          </p:cNvPicPr>
          <p:nvPr/>
        </p:nvPicPr>
        <p:blipFill>
          <a:blip r:embed="rId18"/>
          <a:stretch>
            <a:fillRect/>
          </a:stretch>
        </p:blipFill>
        <p:spPr>
          <a:xfrm>
            <a:off x="8072438" y="500063"/>
            <a:ext cx="365125" cy="431800"/>
          </a:xfrm>
          <a:prstGeom prst="rect">
            <a:avLst/>
          </a:prstGeom>
          <a:noFill/>
          <a:ln w="9525">
            <a:noFill/>
          </a:ln>
        </p:spPr>
      </p:pic>
      <p:graphicFrame>
        <p:nvGraphicFramePr>
          <p:cNvPr id="38934" name="Object 34"/>
          <p:cNvGraphicFramePr>
            <a:graphicFrameLocks noChangeAspect="1"/>
          </p:cNvGraphicFramePr>
          <p:nvPr/>
        </p:nvGraphicFramePr>
        <p:xfrm>
          <a:off x="6638925" y="501650"/>
          <a:ext cx="576263" cy="498475"/>
        </p:xfrm>
        <a:graphic>
          <a:graphicData uri="http://schemas.openxmlformats.org/presentationml/2006/ole">
            <mc:AlternateContent xmlns:mc="http://schemas.openxmlformats.org/markup-compatibility/2006">
              <mc:Choice xmlns:v="urn:schemas-microsoft-com:vml" Requires="v">
                <p:oleObj spid="_x0000_s3090" name="" r:id="rId19" imgW="596900" imgH="398145" progId="Equation.3">
                  <p:embed/>
                </p:oleObj>
              </mc:Choice>
              <mc:Fallback>
                <p:oleObj name="" r:id="rId19" imgW="596900" imgH="398145" progId="Equation.3">
                  <p:embed/>
                  <p:pic>
                    <p:nvPicPr>
                      <p:cNvPr id="0" name="图片 3089"/>
                      <p:cNvPicPr/>
                      <p:nvPr/>
                    </p:nvPicPr>
                    <p:blipFill>
                      <a:blip r:embed="rId20"/>
                      <a:stretch>
                        <a:fillRect/>
                      </a:stretch>
                    </p:blipFill>
                    <p:spPr>
                      <a:xfrm>
                        <a:off x="6638925" y="501650"/>
                        <a:ext cx="576263" cy="498475"/>
                      </a:xfrm>
                      <a:prstGeom prst="rect">
                        <a:avLst/>
                      </a:prstGeom>
                      <a:noFill/>
                      <a:ln w="38100">
                        <a:noFill/>
                        <a:miter/>
                      </a:ln>
                    </p:spPr>
                  </p:pic>
                </p:oleObj>
              </mc:Fallback>
            </mc:AlternateContent>
          </a:graphicData>
        </a:graphic>
      </p:graphicFrame>
      <p:graphicFrame>
        <p:nvGraphicFramePr>
          <p:cNvPr id="38935" name="Object 35"/>
          <p:cNvGraphicFramePr>
            <a:graphicFrameLocks noChangeAspect="1"/>
          </p:cNvGraphicFramePr>
          <p:nvPr/>
        </p:nvGraphicFramePr>
        <p:xfrm>
          <a:off x="1663700" y="981075"/>
          <a:ext cx="2862263" cy="804863"/>
        </p:xfrm>
        <a:graphic>
          <a:graphicData uri="http://schemas.openxmlformats.org/presentationml/2006/ole">
            <mc:AlternateContent xmlns:mc="http://schemas.openxmlformats.org/markup-compatibility/2006">
              <mc:Choice xmlns:v="urn:schemas-microsoft-com:vml" Requires="v">
                <p:oleObj spid="_x0000_s3093" name="" r:id="rId21" imgW="537845" imgH="342900" progId="Equation.3">
                  <p:embed/>
                </p:oleObj>
              </mc:Choice>
              <mc:Fallback>
                <p:oleObj name="" r:id="rId21" imgW="537845" imgH="342900" progId="Equation.3">
                  <p:embed/>
                  <p:pic>
                    <p:nvPicPr>
                      <p:cNvPr id="0" name="图片 3092"/>
                      <p:cNvPicPr/>
                      <p:nvPr/>
                    </p:nvPicPr>
                    <p:blipFill>
                      <a:blip r:embed="rId22"/>
                      <a:stretch>
                        <a:fillRect/>
                      </a:stretch>
                    </p:blipFill>
                    <p:spPr>
                      <a:xfrm>
                        <a:off x="1663700" y="981075"/>
                        <a:ext cx="2862263" cy="804863"/>
                      </a:xfrm>
                      <a:prstGeom prst="rect">
                        <a:avLst/>
                      </a:prstGeom>
                      <a:noFill/>
                      <a:ln w="38100">
                        <a:noFill/>
                        <a:miter/>
                      </a:ln>
                    </p:spPr>
                  </p:pic>
                </p:oleObj>
              </mc:Fallback>
            </mc:AlternateContent>
          </a:graphicData>
        </a:graphic>
      </p:graphicFrame>
      <p:graphicFrame>
        <p:nvGraphicFramePr>
          <p:cNvPr id="38936" name="Object 36"/>
          <p:cNvGraphicFramePr>
            <a:graphicFrameLocks noChangeAspect="1"/>
          </p:cNvGraphicFramePr>
          <p:nvPr/>
        </p:nvGraphicFramePr>
        <p:xfrm>
          <a:off x="1690688" y="1773238"/>
          <a:ext cx="2592387" cy="671512"/>
        </p:xfrm>
        <a:graphic>
          <a:graphicData uri="http://schemas.openxmlformats.org/presentationml/2006/ole">
            <mc:AlternateContent xmlns:mc="http://schemas.openxmlformats.org/markup-compatibility/2006">
              <mc:Choice xmlns:v="urn:schemas-microsoft-com:vml" Requires="v">
                <p:oleObj spid="_x0000_s3091" name="" r:id="rId23" imgW="1031240" imgH="596900" progId="Equation.3">
                  <p:embed/>
                </p:oleObj>
              </mc:Choice>
              <mc:Fallback>
                <p:oleObj name="" r:id="rId23" imgW="1031240" imgH="596900" progId="Equation.3">
                  <p:embed/>
                  <p:pic>
                    <p:nvPicPr>
                      <p:cNvPr id="0" name="图片 3090"/>
                      <p:cNvPicPr/>
                      <p:nvPr/>
                    </p:nvPicPr>
                    <p:blipFill>
                      <a:blip r:embed="rId24"/>
                      <a:stretch>
                        <a:fillRect/>
                      </a:stretch>
                    </p:blipFill>
                    <p:spPr>
                      <a:xfrm>
                        <a:off x="1690688" y="1773238"/>
                        <a:ext cx="2592387" cy="671512"/>
                      </a:xfrm>
                      <a:prstGeom prst="rect">
                        <a:avLst/>
                      </a:prstGeom>
                      <a:noFill/>
                      <a:ln w="38100">
                        <a:noFill/>
                        <a:miter/>
                      </a:ln>
                    </p:spPr>
                  </p:pic>
                </p:oleObj>
              </mc:Fallback>
            </mc:AlternateContent>
          </a:graphicData>
        </a:graphic>
      </p:graphicFrame>
      <p:pic>
        <p:nvPicPr>
          <p:cNvPr id="38937" name="Picture 11"/>
          <p:cNvPicPr>
            <a:picLocks noChangeAspect="1"/>
          </p:cNvPicPr>
          <p:nvPr/>
        </p:nvPicPr>
        <p:blipFill>
          <a:blip r:embed="rId3"/>
          <a:stretch>
            <a:fillRect/>
          </a:stretch>
        </p:blipFill>
        <p:spPr>
          <a:xfrm>
            <a:off x="5500688" y="428625"/>
            <a:ext cx="303212" cy="431800"/>
          </a:xfrm>
          <a:prstGeom prst="rect">
            <a:avLst/>
          </a:prstGeom>
          <a:noFill/>
          <a:ln w="9525">
            <a:noFill/>
          </a:ln>
        </p:spPr>
      </p:pic>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Rectangle 6"/>
          <p:cNvSpPr/>
          <p:nvPr>
            <p:ph type="title"/>
          </p:nvPr>
        </p:nvSpPr>
        <p:spPr>
          <a:ln/>
        </p:spPr>
        <p:txBody>
          <a:bodyPr wrap="square" lIns="91440" tIns="45720" rIns="91440" bIns="45720" anchor="ctr" anchorCtr="0"/>
          <a:p>
            <a:pPr eaLnBrk="1" hangingPunct="1"/>
            <a:r>
              <a:rPr lang="zh-CN" altLang="en-US" sz="4000"/>
              <a:t>几个问题</a:t>
            </a:r>
            <a:endParaRPr lang="zh-CN" altLang="en-US" sz="4000"/>
          </a:p>
        </p:txBody>
      </p:sp>
      <p:sp>
        <p:nvSpPr>
          <p:cNvPr id="41986" name="Rectangle 7"/>
          <p:cNvSpPr/>
          <p:nvPr>
            <p:ph type="body"/>
          </p:nvPr>
        </p:nvSpPr>
        <p:spPr>
          <a:ln/>
        </p:spPr>
        <p:txBody>
          <a:bodyPr wrap="square" lIns="91440" tIns="45720" rIns="91440" bIns="45720" anchor="t" anchorCtr="0"/>
          <a:p>
            <a:pPr eaLnBrk="1" hangingPunct="1">
              <a:lnSpc>
                <a:spcPct val="80000"/>
              </a:lnSpc>
            </a:pPr>
            <a:r>
              <a:rPr lang="zh-CN" altLang="en-US"/>
              <a:t>局部极小问题</a:t>
            </a:r>
            <a:endParaRPr lang="zh-CN" altLang="en-US"/>
          </a:p>
          <a:p>
            <a:pPr lvl="1" eaLnBrk="1" hangingPunct="1">
              <a:lnSpc>
                <a:spcPct val="80000"/>
              </a:lnSpc>
            </a:pPr>
            <a:r>
              <a:rPr lang="en-US" altLang="zh-CN" sz="2200"/>
              <a:t>BP</a:t>
            </a:r>
            <a:r>
              <a:rPr lang="zh-CN" altLang="en-US" sz="2200"/>
              <a:t>神经网络采用的算法，其实质是一个无约束的非线性最优化计算过程，在网络结构较大时不仅计算时间长，而且很容易限入局部极小点而得不到最优结果。</a:t>
            </a:r>
            <a:endParaRPr lang="zh-CN" altLang="en-US" sz="2200"/>
          </a:p>
          <a:p>
            <a:pPr lvl="1" eaLnBrk="1" hangingPunct="1">
              <a:lnSpc>
                <a:spcPct val="80000"/>
              </a:lnSpc>
            </a:pPr>
            <a:r>
              <a:rPr lang="zh-CN" altLang="en-US" sz="2200"/>
              <a:t>解决方法：改进</a:t>
            </a:r>
            <a:r>
              <a:rPr lang="en-US" altLang="zh-CN" sz="2200"/>
              <a:t>BP</a:t>
            </a:r>
            <a:r>
              <a:rPr lang="zh-CN" altLang="en-US" sz="2200"/>
              <a:t>法、遗传算法</a:t>
            </a:r>
            <a:r>
              <a:rPr lang="en-US" altLang="zh-CN" sz="2200"/>
              <a:t>(GA)</a:t>
            </a:r>
            <a:r>
              <a:rPr lang="zh-CN" altLang="en-US" sz="2200"/>
              <a:t>和模拟退火算法，理论上成立，实际上很难实现全局极小。应用最广的是增加了冲量（动量）项的改进</a:t>
            </a:r>
            <a:r>
              <a:rPr lang="en-US" altLang="zh-CN" sz="2200"/>
              <a:t>BP</a:t>
            </a:r>
            <a:r>
              <a:rPr lang="zh-CN" altLang="en-US" sz="2200"/>
              <a:t>算法。 </a:t>
            </a:r>
            <a:endParaRPr lang="zh-CN" altLang="en-US" sz="2200"/>
          </a:p>
          <a:p>
            <a:pPr eaLnBrk="1" hangingPunct="1">
              <a:lnSpc>
                <a:spcPct val="80000"/>
              </a:lnSpc>
            </a:pPr>
            <a:r>
              <a:rPr lang="zh-CN" altLang="en-US"/>
              <a:t>其它问题</a:t>
            </a:r>
            <a:endParaRPr lang="zh-CN" altLang="en-US"/>
          </a:p>
          <a:p>
            <a:pPr lvl="1" eaLnBrk="1" hangingPunct="1">
              <a:lnSpc>
                <a:spcPct val="80000"/>
              </a:lnSpc>
            </a:pPr>
            <a:r>
              <a:rPr lang="zh-CN" altLang="en-US" sz="2200"/>
              <a:t>判断网络模型泛化能力的好坏，主要不是看测试样本误差大小的本身，而是要看测试样本的误差是否接近于训练样本和检验样本的误差。</a:t>
            </a:r>
            <a:endParaRPr lang="zh-CN" altLang="en-US" sz="2200"/>
          </a:p>
          <a:p>
            <a:pPr eaLnBrk="1" hangingPunct="1">
              <a:lnSpc>
                <a:spcPct val="80000"/>
              </a:lnSpc>
              <a:buNone/>
            </a:pPr>
            <a:endParaRPr lang="zh-CN" altLang="en-US" sz="2600"/>
          </a:p>
          <a:p>
            <a:pPr eaLnBrk="1" hangingPunct="1">
              <a:lnSpc>
                <a:spcPct val="80000"/>
              </a:lnSpc>
              <a:buNone/>
            </a:pPr>
            <a:endParaRPr lang="en-US" altLang="zh-CN" sz="2600"/>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Rectangle 2"/>
          <p:cNvSpPr/>
          <p:nvPr>
            <p:ph type="title"/>
          </p:nvPr>
        </p:nvSpPr>
        <p:spPr>
          <a:ln/>
        </p:spPr>
        <p:txBody>
          <a:bodyPr wrap="square" lIns="91440" tIns="45720" rIns="91440" bIns="45720" anchor="ctr" anchorCtr="0"/>
          <a:p>
            <a:r>
              <a:rPr lang="en-US" altLang="zh-CN" sz="3200"/>
              <a:t>BP</a:t>
            </a:r>
            <a:r>
              <a:rPr lang="zh-CN" altLang="en-US" sz="3200"/>
              <a:t>神经网络学习算法的</a:t>
            </a:r>
            <a:r>
              <a:rPr lang="en-US" altLang="zh-CN" sz="3200"/>
              <a:t>MATLAB</a:t>
            </a:r>
            <a:r>
              <a:rPr lang="zh-CN" altLang="en-US" sz="3200"/>
              <a:t>实现</a:t>
            </a:r>
            <a:r>
              <a:rPr lang="zh-CN" altLang="en-US" sz="4000"/>
              <a:t> </a:t>
            </a:r>
            <a:endParaRPr lang="zh-CN" altLang="en-US" sz="4000"/>
          </a:p>
        </p:txBody>
      </p:sp>
      <p:sp>
        <p:nvSpPr>
          <p:cNvPr id="43010" name="Rectangle 3"/>
          <p:cNvSpPr/>
          <p:nvPr>
            <p:ph type="body"/>
          </p:nvPr>
        </p:nvSpPr>
        <p:spPr>
          <a:xfrm>
            <a:off x="900113" y="1743075"/>
            <a:ext cx="7772400" cy="1114425"/>
          </a:xfrm>
          <a:ln/>
        </p:spPr>
        <p:txBody>
          <a:bodyPr wrap="square" lIns="91440" tIns="45720" rIns="91440" bIns="45720" anchor="t" anchorCtr="0"/>
          <a:p>
            <a:r>
              <a:rPr lang="en-US" altLang="zh-CN"/>
              <a:t>MATLAB</a:t>
            </a:r>
            <a:r>
              <a:rPr lang="zh-CN" altLang="en-US"/>
              <a:t>中</a:t>
            </a:r>
            <a:r>
              <a:rPr lang="en-US" altLang="zh-CN"/>
              <a:t>BP</a:t>
            </a:r>
            <a:r>
              <a:rPr lang="zh-CN" altLang="en-US"/>
              <a:t>神经网络的重要函数和基本功能 </a:t>
            </a:r>
            <a:endParaRPr lang="zh-CN" altLang="en-US"/>
          </a:p>
        </p:txBody>
      </p:sp>
      <p:graphicFrame>
        <p:nvGraphicFramePr>
          <p:cNvPr id="2469" name="表格 2468"/>
          <p:cNvGraphicFramePr/>
          <p:nvPr/>
        </p:nvGraphicFramePr>
        <p:xfrm>
          <a:off x="1357313" y="3071813"/>
          <a:ext cx="7056438" cy="3413125"/>
        </p:xfrm>
        <a:graphic>
          <a:graphicData uri="http://schemas.openxmlformats.org/drawingml/2006/table">
            <a:tbl>
              <a:tblPr/>
              <a:tblGrid>
                <a:gridCol w="1925638"/>
                <a:gridCol w="5130800"/>
              </a:tblGrid>
              <a:tr h="647700">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zh-CN" altLang="en-US" sz="2400" b="1">
                          <a:latin typeface="Times New Roman" panose="02020603050405020304" charset="0"/>
                          <a:cs typeface="Times New Roman" panose="02020603050405020304" charset="0"/>
                        </a:rPr>
                        <a:t>函 数 名</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zh-CN" altLang="en-US" sz="2400" b="1">
                          <a:latin typeface="Times New Roman" panose="02020603050405020304" charset="0"/>
                          <a:cs typeface="Times New Roman" panose="02020603050405020304" charset="0"/>
                        </a:rPr>
                        <a:t>功    能</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47700">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en-US" altLang="zh-CN" sz="2400" b="1">
                          <a:latin typeface="Times New Roman" panose="02020603050405020304" charset="0"/>
                          <a:cs typeface="Times New Roman" panose="02020603050405020304" charset="0"/>
                        </a:rPr>
                        <a:t>newff()</a:t>
                      </a:r>
                      <a:endParaRPr lang="en-US" altLang="zh-CN"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400" b="1">
                          <a:latin typeface="Times New Roman" panose="02020603050405020304" charset="0"/>
                          <a:cs typeface="Times New Roman" panose="02020603050405020304" charset="0"/>
                        </a:rPr>
                        <a:t>生成一个前馈</a:t>
                      </a:r>
                      <a:r>
                        <a:rPr lang="en-US" altLang="zh-CN" sz="2400" b="1">
                          <a:latin typeface="Times New Roman" panose="02020603050405020304" charset="0"/>
                          <a:cs typeface="Times New Roman" panose="02020603050405020304" charset="0"/>
                        </a:rPr>
                        <a:t>BP</a:t>
                      </a:r>
                      <a:r>
                        <a:rPr lang="zh-CN" altLang="en-US" sz="2400" b="1">
                          <a:latin typeface="Times New Roman" panose="02020603050405020304" charset="0"/>
                          <a:cs typeface="Times New Roman" panose="02020603050405020304" charset="0"/>
                        </a:rPr>
                        <a:t>网络</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822325">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en-US" altLang="zh-CN" sz="2400" b="1">
                          <a:latin typeface="Times New Roman" panose="02020603050405020304" charset="0"/>
                          <a:cs typeface="Times New Roman" panose="02020603050405020304" charset="0"/>
                        </a:rPr>
                        <a:t>tansig()</a:t>
                      </a:r>
                      <a:endParaRPr lang="en-US" altLang="zh-CN"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400" b="1">
                          <a:latin typeface="Times New Roman" panose="02020603050405020304" charset="0"/>
                          <a:cs typeface="Times New Roman" panose="02020603050405020304" charset="0"/>
                        </a:rPr>
                        <a:t>双曲正切</a:t>
                      </a:r>
                      <a:r>
                        <a:rPr lang="en-US" altLang="zh-CN" sz="2400" b="1">
                          <a:latin typeface="Times New Roman" panose="02020603050405020304" charset="0"/>
                          <a:cs typeface="Times New Roman" panose="02020603050405020304" charset="0"/>
                        </a:rPr>
                        <a:t>S</a:t>
                      </a:r>
                      <a:r>
                        <a:rPr lang="zh-CN" altLang="en-US" sz="2400" b="1">
                          <a:latin typeface="Times New Roman" panose="02020603050405020304" charset="0"/>
                          <a:cs typeface="Times New Roman" panose="02020603050405020304" charset="0"/>
                        </a:rPr>
                        <a:t>型</a:t>
                      </a:r>
                      <a:r>
                        <a:rPr lang="en-US" altLang="zh-CN" sz="2400" b="1">
                          <a:latin typeface="Times New Roman" panose="02020603050405020304" charset="0"/>
                          <a:cs typeface="Times New Roman" panose="02020603050405020304" charset="0"/>
                        </a:rPr>
                        <a:t>(Tan-Sigmoid)</a:t>
                      </a:r>
                      <a:r>
                        <a:rPr lang="zh-CN" altLang="en-US" sz="2400" b="1">
                          <a:latin typeface="Times New Roman" panose="02020603050405020304" charset="0"/>
                          <a:cs typeface="Times New Roman" panose="02020603050405020304" charset="0"/>
                        </a:rPr>
                        <a:t>传输函数</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47700">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en-US" altLang="zh-CN" sz="2400" b="1">
                          <a:latin typeface="Times New Roman" panose="02020603050405020304" charset="0"/>
                          <a:cs typeface="Times New Roman" panose="02020603050405020304" charset="0"/>
                        </a:rPr>
                        <a:t>logsig()</a:t>
                      </a:r>
                      <a:endParaRPr lang="en-US" altLang="zh-CN"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400" b="1">
                          <a:latin typeface="Times New Roman" panose="02020603050405020304" charset="0"/>
                          <a:cs typeface="Times New Roman" panose="02020603050405020304" charset="0"/>
                        </a:rPr>
                        <a:t>对数</a:t>
                      </a:r>
                      <a:r>
                        <a:rPr lang="en-US" altLang="zh-CN" sz="2400" b="1">
                          <a:latin typeface="Times New Roman" panose="02020603050405020304" charset="0"/>
                          <a:cs typeface="Times New Roman" panose="02020603050405020304" charset="0"/>
                        </a:rPr>
                        <a:t>S</a:t>
                      </a:r>
                      <a:r>
                        <a:rPr lang="zh-CN" altLang="en-US" sz="2400" b="1">
                          <a:latin typeface="Times New Roman" panose="02020603050405020304" charset="0"/>
                          <a:cs typeface="Times New Roman" panose="02020603050405020304" charset="0"/>
                        </a:rPr>
                        <a:t>型</a:t>
                      </a:r>
                      <a:r>
                        <a:rPr lang="en-US" altLang="zh-CN" sz="2400" b="1">
                          <a:latin typeface="Times New Roman" panose="02020603050405020304" charset="0"/>
                          <a:cs typeface="Times New Roman" panose="02020603050405020304" charset="0"/>
                        </a:rPr>
                        <a:t>(Log-Sigmoid)</a:t>
                      </a:r>
                      <a:r>
                        <a:rPr lang="zh-CN" altLang="en-US" sz="2400" b="1">
                          <a:latin typeface="Times New Roman" panose="02020603050405020304" charset="0"/>
                          <a:cs typeface="Times New Roman" panose="02020603050405020304" charset="0"/>
                        </a:rPr>
                        <a:t>传输函数</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47700">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en-US" altLang="zh-CN" sz="2400" b="1">
                          <a:latin typeface="Times New Roman" panose="02020603050405020304" charset="0"/>
                          <a:cs typeface="Times New Roman" panose="02020603050405020304" charset="0"/>
                        </a:rPr>
                        <a:t>traingd()</a:t>
                      </a:r>
                      <a:endParaRPr lang="en-US" altLang="zh-CN"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400" b="1">
                          <a:latin typeface="Times New Roman" panose="02020603050405020304" charset="0"/>
                          <a:cs typeface="Times New Roman" panose="02020603050405020304" charset="0"/>
                        </a:rPr>
                        <a:t>梯度下降</a:t>
                      </a:r>
                      <a:r>
                        <a:rPr lang="en-US" altLang="zh-CN" sz="2400" b="1">
                          <a:latin typeface="Times New Roman" panose="02020603050405020304" charset="0"/>
                          <a:cs typeface="Times New Roman" panose="02020603050405020304" charset="0"/>
                        </a:rPr>
                        <a:t>BP</a:t>
                      </a:r>
                      <a:r>
                        <a:rPr lang="zh-CN" altLang="en-US" sz="2400" b="1">
                          <a:latin typeface="Times New Roman" panose="02020603050405020304" charset="0"/>
                          <a:cs typeface="Times New Roman" panose="02020603050405020304" charset="0"/>
                        </a:rPr>
                        <a:t>训练函数</a:t>
                      </a:r>
                      <a:endParaRPr lang="zh-CN" altLang="en-US" sz="4000" b="1"/>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4033" name="Rectangle 3"/>
          <p:cNvSpPr/>
          <p:nvPr>
            <p:ph type="body"/>
          </p:nvPr>
        </p:nvSpPr>
        <p:spPr>
          <a:xfrm>
            <a:off x="357188" y="642938"/>
            <a:ext cx="7991475" cy="5184775"/>
          </a:xfrm>
          <a:ln/>
        </p:spPr>
        <p:txBody>
          <a:bodyPr wrap="square" lIns="91440" tIns="45720" rIns="91440" bIns="45720" anchor="t" anchorCtr="0"/>
          <a:p>
            <a:pPr lvl="1"/>
            <a:r>
              <a:rPr lang="en-US" altLang="zh-CN"/>
              <a:t>newff()</a:t>
            </a:r>
            <a:endParaRPr lang="en-US" altLang="zh-CN"/>
          </a:p>
          <a:p>
            <a:pPr lvl="2"/>
            <a:r>
              <a:rPr lang="zh-CN" altLang="en-US"/>
              <a:t>功能  建立一个前向</a:t>
            </a:r>
            <a:r>
              <a:rPr lang="en-US" altLang="zh-CN"/>
              <a:t>BP</a:t>
            </a:r>
            <a:r>
              <a:rPr lang="zh-CN" altLang="en-US"/>
              <a:t>网络</a:t>
            </a:r>
            <a:endParaRPr lang="zh-CN" altLang="en-US"/>
          </a:p>
          <a:p>
            <a:pPr lvl="2"/>
            <a:r>
              <a:rPr lang="zh-CN" altLang="en-US"/>
              <a:t>格式  </a:t>
            </a:r>
            <a:r>
              <a:rPr lang="en-US" altLang="zh-CN"/>
              <a:t>net = newff(PR</a:t>
            </a:r>
            <a:r>
              <a:rPr lang="zh-CN" altLang="en-US"/>
              <a:t>，</a:t>
            </a:r>
            <a:r>
              <a:rPr lang="en-US" altLang="zh-CN"/>
              <a:t>[S1 S2...SN1]</a:t>
            </a:r>
            <a:r>
              <a:rPr lang="zh-CN" altLang="en-US"/>
              <a:t>，</a:t>
            </a:r>
            <a:r>
              <a:rPr lang="en-US" altLang="zh-CN"/>
              <a:t>{TF1 TF2...TFN1}</a:t>
            </a:r>
            <a:r>
              <a:rPr lang="zh-CN" altLang="en-US"/>
              <a:t>，</a:t>
            </a:r>
            <a:r>
              <a:rPr lang="en-US" altLang="zh-CN"/>
              <a:t>BTF</a:t>
            </a:r>
            <a:r>
              <a:rPr lang="zh-CN" altLang="en-US"/>
              <a:t>，</a:t>
            </a:r>
            <a:r>
              <a:rPr lang="en-US" altLang="zh-CN"/>
              <a:t>BLF</a:t>
            </a:r>
            <a:r>
              <a:rPr lang="zh-CN" altLang="en-US"/>
              <a:t>，</a:t>
            </a:r>
            <a:r>
              <a:rPr lang="en-US" altLang="zh-CN"/>
              <a:t>PF)</a:t>
            </a:r>
            <a:endParaRPr lang="en-US" altLang="zh-CN"/>
          </a:p>
          <a:p>
            <a:pPr lvl="2"/>
            <a:r>
              <a:rPr lang="zh-CN" altLang="en-US"/>
              <a:t>说明  </a:t>
            </a:r>
            <a:r>
              <a:rPr lang="en-US" altLang="zh-CN"/>
              <a:t>net</a:t>
            </a:r>
            <a:r>
              <a:rPr lang="zh-CN" altLang="en-US"/>
              <a:t>为创建的新</a:t>
            </a:r>
            <a:r>
              <a:rPr lang="en-US" altLang="zh-CN"/>
              <a:t>BP</a:t>
            </a:r>
            <a:r>
              <a:rPr lang="zh-CN" altLang="en-US"/>
              <a:t>神经网络；</a:t>
            </a:r>
            <a:r>
              <a:rPr lang="en-US" altLang="zh-CN"/>
              <a:t>PR</a:t>
            </a:r>
            <a:r>
              <a:rPr lang="zh-CN" altLang="en-US"/>
              <a:t>为输入的取值范围矩阵；</a:t>
            </a:r>
            <a:r>
              <a:rPr lang="en-US" altLang="zh-CN"/>
              <a:t>[S1 S2…SNl]</a:t>
            </a:r>
            <a:r>
              <a:rPr lang="zh-CN" altLang="en-US"/>
              <a:t>表示网络隐含层和输出层神经元的个数；</a:t>
            </a:r>
            <a:r>
              <a:rPr lang="en-US" altLang="zh-CN"/>
              <a:t>{TFl TF2…TFN1}</a:t>
            </a:r>
            <a:r>
              <a:rPr lang="zh-CN" altLang="en-US"/>
              <a:t>表示网络隐含层和输出层的传输函数，默认为‘</a:t>
            </a:r>
            <a:r>
              <a:rPr lang="en-US" altLang="zh-CN"/>
              <a:t>tansig’</a:t>
            </a:r>
            <a:r>
              <a:rPr lang="zh-CN" altLang="en-US"/>
              <a:t>；</a:t>
            </a:r>
            <a:r>
              <a:rPr lang="en-US" altLang="zh-CN"/>
              <a:t>BTF</a:t>
            </a:r>
            <a:r>
              <a:rPr lang="zh-CN" altLang="en-US"/>
              <a:t>表示网络的训练函数，默认为‘</a:t>
            </a:r>
            <a:r>
              <a:rPr lang="en-US" altLang="zh-CN"/>
              <a:t>trainlm’</a:t>
            </a:r>
            <a:r>
              <a:rPr lang="zh-CN" altLang="en-US"/>
              <a:t>；</a:t>
            </a:r>
            <a:r>
              <a:rPr lang="en-US" altLang="zh-CN"/>
              <a:t>BLF</a:t>
            </a:r>
            <a:r>
              <a:rPr lang="zh-CN" altLang="en-US"/>
              <a:t>表示网络的权值学习函数，默认为‘</a:t>
            </a:r>
            <a:r>
              <a:rPr lang="en-US" altLang="zh-CN"/>
              <a:t>learngdm’</a:t>
            </a:r>
            <a:r>
              <a:rPr lang="zh-CN" altLang="en-US"/>
              <a:t>；</a:t>
            </a:r>
            <a:r>
              <a:rPr lang="en-US" altLang="zh-CN"/>
              <a:t>PF</a:t>
            </a:r>
            <a:r>
              <a:rPr lang="zh-CN" altLang="en-US"/>
              <a:t>表示性能数，默认为‘</a:t>
            </a:r>
            <a:r>
              <a:rPr lang="en-US" altLang="zh-CN"/>
              <a:t>mse’</a:t>
            </a:r>
            <a:r>
              <a:rPr lang="zh-CN" altLang="en-US"/>
              <a:t>。 </a:t>
            </a:r>
            <a:endParaRPr lang="zh-CN" altLang="en-US"/>
          </a:p>
        </p:txBody>
      </p:sp>
    </p:spTree>
  </p:cSld>
  <p:clrMapOvr>
    <a:masterClrMapping/>
  </p:clrMapOvr>
  <p:transition>
    <p:cut/>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5057" name="Rectangle 3"/>
          <p:cNvSpPr/>
          <p:nvPr>
            <p:ph type="body"/>
          </p:nvPr>
        </p:nvSpPr>
        <p:spPr>
          <a:xfrm>
            <a:off x="357188" y="285750"/>
            <a:ext cx="4357687" cy="5286375"/>
          </a:xfrm>
          <a:ln/>
        </p:spPr>
        <p:txBody>
          <a:bodyPr wrap="square" lIns="91440" tIns="45720" rIns="91440" bIns="45720" anchor="t" anchorCtr="0"/>
          <a:p>
            <a:pPr lvl="1"/>
            <a:r>
              <a:rPr lang="en-US" altLang="zh-CN"/>
              <a:t>tansig()</a:t>
            </a:r>
            <a:endParaRPr lang="en-US" altLang="zh-CN"/>
          </a:p>
          <a:p>
            <a:pPr lvl="2"/>
            <a:r>
              <a:rPr lang="zh-CN" altLang="en-US" sz="2000"/>
              <a:t>功能  正切</a:t>
            </a:r>
            <a:r>
              <a:rPr lang="en-US" altLang="zh-CN" sz="2000"/>
              <a:t>sigmoid</a:t>
            </a:r>
            <a:r>
              <a:rPr lang="zh-CN" altLang="en-US" sz="2000"/>
              <a:t>激活函数</a:t>
            </a:r>
            <a:endParaRPr lang="zh-CN" altLang="en-US" sz="2000"/>
          </a:p>
          <a:p>
            <a:pPr lvl="2"/>
            <a:r>
              <a:rPr lang="zh-CN" altLang="en-US" sz="2000"/>
              <a:t>格式  </a:t>
            </a:r>
            <a:r>
              <a:rPr lang="en-US" altLang="zh-CN" sz="2000"/>
              <a:t>a = tansig(n)</a:t>
            </a:r>
            <a:endParaRPr lang="en-US" altLang="zh-CN" sz="2000"/>
          </a:p>
          <a:p>
            <a:pPr lvl="2"/>
            <a:r>
              <a:rPr lang="zh-CN" altLang="en-US" sz="2000"/>
              <a:t>说明  双曲正切</a:t>
            </a:r>
            <a:r>
              <a:rPr lang="en-US" altLang="zh-CN" sz="2000"/>
              <a:t>Sigmoid</a:t>
            </a:r>
            <a:r>
              <a:rPr lang="zh-CN" altLang="en-US" sz="2000"/>
              <a:t>函数把神经元的输入范围从</a:t>
            </a:r>
            <a:r>
              <a:rPr lang="en-US" altLang="zh-CN" sz="2000"/>
              <a:t>(-∞</a:t>
            </a:r>
            <a:r>
              <a:rPr lang="zh-CN" altLang="en-US" sz="2000"/>
              <a:t>，</a:t>
            </a:r>
            <a:r>
              <a:rPr lang="en-US" altLang="zh-CN" sz="2000"/>
              <a:t>+∞)</a:t>
            </a:r>
            <a:r>
              <a:rPr lang="zh-CN" altLang="en-US" sz="2000"/>
              <a:t>映射到</a:t>
            </a:r>
            <a:r>
              <a:rPr lang="en-US" altLang="zh-CN" sz="2000"/>
              <a:t>(-1</a:t>
            </a:r>
            <a:r>
              <a:rPr lang="zh-CN" altLang="en-US" sz="2000"/>
              <a:t>，</a:t>
            </a:r>
            <a:r>
              <a:rPr lang="en-US" altLang="zh-CN" sz="2000"/>
              <a:t>1)</a:t>
            </a:r>
            <a:r>
              <a:rPr lang="zh-CN" altLang="en-US" sz="2000"/>
              <a:t>。它是可导函数，适用于</a:t>
            </a:r>
            <a:r>
              <a:rPr lang="en-US" altLang="zh-CN" sz="2000"/>
              <a:t>BP</a:t>
            </a:r>
            <a:r>
              <a:rPr lang="zh-CN" altLang="en-US" sz="2000"/>
              <a:t>训练的神经元。</a:t>
            </a:r>
            <a:endParaRPr lang="zh-CN" altLang="en-US" sz="2000"/>
          </a:p>
          <a:p>
            <a:pPr lvl="1"/>
            <a:r>
              <a:rPr lang="en-US" altLang="zh-CN"/>
              <a:t>logsig()</a:t>
            </a:r>
            <a:endParaRPr lang="en-US" altLang="zh-CN"/>
          </a:p>
          <a:p>
            <a:pPr lvl="2"/>
            <a:r>
              <a:rPr lang="zh-CN" altLang="en-US" sz="2000"/>
              <a:t>功能  对数</a:t>
            </a:r>
            <a:r>
              <a:rPr lang="en-US" altLang="zh-CN" sz="2000"/>
              <a:t>Sigmoid</a:t>
            </a:r>
            <a:r>
              <a:rPr lang="zh-CN" altLang="en-US" sz="2000"/>
              <a:t>激活函数</a:t>
            </a:r>
            <a:endParaRPr lang="zh-CN" altLang="en-US" sz="2000"/>
          </a:p>
          <a:p>
            <a:pPr lvl="2"/>
            <a:r>
              <a:rPr lang="zh-CN" altLang="en-US" sz="2000"/>
              <a:t>格式  </a:t>
            </a:r>
            <a:r>
              <a:rPr lang="en-US" altLang="zh-CN" sz="2000"/>
              <a:t>a = logsig(N)</a:t>
            </a:r>
            <a:endParaRPr lang="en-US" altLang="zh-CN" sz="2000"/>
          </a:p>
          <a:p>
            <a:pPr lvl="2"/>
            <a:r>
              <a:rPr lang="zh-CN" altLang="en-US" sz="2000"/>
              <a:t>说明对数</a:t>
            </a:r>
            <a:r>
              <a:rPr lang="en-US" altLang="zh-CN" sz="2000"/>
              <a:t>Sigmoid</a:t>
            </a:r>
            <a:r>
              <a:rPr lang="zh-CN" altLang="en-US" sz="2000"/>
              <a:t>函数把神经元的输入范围从</a:t>
            </a:r>
            <a:r>
              <a:rPr lang="en-US" altLang="zh-CN" sz="2000"/>
              <a:t>(-∞</a:t>
            </a:r>
            <a:r>
              <a:rPr lang="zh-CN" altLang="en-US" sz="2000"/>
              <a:t>，</a:t>
            </a:r>
            <a:r>
              <a:rPr lang="en-US" altLang="zh-CN" sz="2000"/>
              <a:t>+∞)</a:t>
            </a:r>
            <a:r>
              <a:rPr lang="zh-CN" altLang="en-US" sz="2000"/>
              <a:t>映射到</a:t>
            </a:r>
            <a:r>
              <a:rPr lang="en-US" altLang="zh-CN" sz="2000"/>
              <a:t>(0</a:t>
            </a:r>
            <a:r>
              <a:rPr lang="zh-CN" altLang="en-US" sz="2000"/>
              <a:t>，</a:t>
            </a:r>
            <a:r>
              <a:rPr lang="en-US" altLang="zh-CN" sz="2000"/>
              <a:t>1)</a:t>
            </a:r>
            <a:r>
              <a:rPr lang="zh-CN" altLang="en-US" sz="2000"/>
              <a:t>。它是可导函数，适用于</a:t>
            </a:r>
            <a:r>
              <a:rPr lang="en-US" altLang="zh-CN" sz="2000"/>
              <a:t>BP</a:t>
            </a:r>
            <a:r>
              <a:rPr lang="zh-CN" altLang="en-US" sz="2000"/>
              <a:t>训练的神经元。</a:t>
            </a:r>
            <a:endParaRPr lang="zh-CN" altLang="en-US" sz="2000"/>
          </a:p>
        </p:txBody>
      </p:sp>
      <p:pic>
        <p:nvPicPr>
          <p:cNvPr id="45058" name="Picture 4"/>
          <p:cNvPicPr>
            <a:picLocks noChangeAspect="1"/>
          </p:cNvPicPr>
          <p:nvPr/>
        </p:nvPicPr>
        <p:blipFill>
          <a:blip r:embed="rId1"/>
          <a:stretch>
            <a:fillRect/>
          </a:stretch>
        </p:blipFill>
        <p:spPr>
          <a:xfrm>
            <a:off x="4786313" y="1571625"/>
            <a:ext cx="4214812" cy="3638550"/>
          </a:xfrm>
          <a:prstGeom prst="rect">
            <a:avLst/>
          </a:prstGeom>
          <a:noFill/>
          <a:ln w="9525">
            <a:noFill/>
          </a:ln>
        </p:spPr>
      </p:pic>
    </p:spTree>
  </p:cSld>
  <p:clrMapOvr>
    <a:masterClrMapping/>
  </p:clrMapOvr>
  <p:transition>
    <p:cut/>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2498" name="Rectangle 3"/>
          <p:cNvSpPr>
            <a:spLocks noGrp="1"/>
          </p:cNvSpPr>
          <p:nvPr>
            <p:ph type="body" idx="4294967295"/>
          </p:nvPr>
        </p:nvSpPr>
        <p:spPr>
          <a:xfrm>
            <a:off x="642938" y="500063"/>
            <a:ext cx="8072438" cy="500063"/>
          </a:xfrm>
        </p:spPr>
        <p:txBody>
          <a:bodyPr wrap="square" lIns="91440" tIns="45720" rIns="91440" bIns="45720" anchor="t"/>
          <a:p>
            <a:pPr marL="342900" marR="0" indent="-342900" algn="l" defTabSz="914400" rtl="0" eaLnBrk="0" fontAlgn="base" latinLnBrk="0" hangingPunct="0">
              <a:lnSpc>
                <a:spcPct val="80000"/>
              </a:lnSpc>
              <a:spcBef>
                <a:spcPct val="20000"/>
              </a:spcBef>
              <a:spcAft>
                <a:spcPct val="0"/>
              </a:spcAft>
              <a:buClr>
                <a:schemeClr val="bg2"/>
              </a:buClr>
              <a:buSzPct val="75000"/>
              <a:buFont typeface="Wingdings" panose="05000000000000000000" pitchFamily="2" charset="2"/>
              <a:buChar char="n"/>
            </a:pPr>
            <a:r>
              <a:rPr kumimoji="0" lang="zh-CN" altLang="en-US" sz="2400" b="1" i="0" u="none" strike="noStrike" kern="1200" cap="none" spc="0" normalizeH="0" baseline="0" noProof="1">
                <a:solidFill>
                  <a:srgbClr val="C00000"/>
                </a:solidFill>
                <a:effectLst>
                  <a:outerShdw blurRad="38100" dist="38100" dir="2700000">
                    <a:srgbClr val="C0C0C0"/>
                  </a:outerShdw>
                </a:effectLst>
                <a:latin typeface="+mn-lt"/>
                <a:ea typeface="+mn-ea"/>
                <a:cs typeface="+mn-cs"/>
              </a:rPr>
              <a:t>例，</a:t>
            </a:r>
            <a:r>
              <a:rPr kumimoji="0" lang="zh-CN" altLang="en-US" sz="2400" b="0" i="0" u="none" strike="noStrike" kern="1200" cap="none" spc="0" normalizeH="0" baseline="0" noProof="1">
                <a:solidFill>
                  <a:schemeClr val="tx1"/>
                </a:solidFill>
                <a:latin typeface="+mn-lt"/>
                <a:ea typeface="+mn-ea"/>
                <a:cs typeface="+mn-cs"/>
              </a:rPr>
              <a:t>下表为某药品的销售情况</a:t>
            </a:r>
            <a:r>
              <a:rPr kumimoji="0" lang="en-US" altLang="zh-CN" sz="2400" b="0" i="0" u="none" strike="noStrike" kern="1200" cap="none" spc="0" normalizeH="0" baseline="0" noProof="1">
                <a:solidFill>
                  <a:schemeClr val="tx1"/>
                </a:solidFill>
                <a:latin typeface="+mn-lt"/>
                <a:ea typeface="+mn-ea"/>
                <a:cs typeface="+mn-cs"/>
              </a:rPr>
              <a:t>:</a:t>
            </a:r>
            <a:endParaRPr kumimoji="0" lang="zh-CN" altLang="en-US" sz="2400" b="0" i="0" u="none" strike="noStrike" kern="1200" cap="none" spc="0" normalizeH="0" baseline="0" noProof="1">
              <a:solidFill>
                <a:schemeClr val="tx1"/>
              </a:solidFill>
              <a:latin typeface="+mn-lt"/>
              <a:ea typeface="+mn-ea"/>
              <a:cs typeface="+mn-cs"/>
            </a:endParaRPr>
          </a:p>
        </p:txBody>
      </p:sp>
      <p:graphicFrame>
        <p:nvGraphicFramePr>
          <p:cNvPr id="2499" name="表格 2498"/>
          <p:cNvGraphicFramePr/>
          <p:nvPr/>
        </p:nvGraphicFramePr>
        <p:xfrm>
          <a:off x="1143000" y="1143000"/>
          <a:ext cx="6769100" cy="2089150"/>
        </p:xfrm>
        <a:graphic>
          <a:graphicData uri="http://schemas.openxmlformats.org/drawingml/2006/table">
            <a:tbl>
              <a:tblPr/>
              <a:tblGrid>
                <a:gridCol w="763588"/>
                <a:gridCol w="1001712"/>
                <a:gridCol w="1001713"/>
                <a:gridCol w="998537"/>
                <a:gridCol w="1000125"/>
                <a:gridCol w="1003300"/>
                <a:gridCol w="1000125"/>
              </a:tblGrid>
              <a:tr h="695325">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000" b="1">
                          <a:cs typeface="Times New Roman" panose="02020603050405020304" charset="0"/>
                        </a:rPr>
                        <a:t>月份</a:t>
                      </a:r>
                      <a:endParaRPr lang="zh-CN" altLang="en-US"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3</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4</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5</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6</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r>
              <a:tr h="466725">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000" b="1">
                          <a:cs typeface="Times New Roman" panose="02020603050405020304" charset="0"/>
                        </a:rPr>
                        <a:t>销量</a:t>
                      </a:r>
                      <a:endParaRPr lang="zh-CN" altLang="en-US"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2056</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2395</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2600</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2298</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1634</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1600</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461963">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000" b="1">
                          <a:cs typeface="Times New Roman" panose="02020603050405020304" charset="0"/>
                        </a:rPr>
                        <a:t>月份</a:t>
                      </a:r>
                      <a:endParaRPr lang="zh-CN" altLang="en-US"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7</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8</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9</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10</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11</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12</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0C0C0"/>
                    </a:solidFill>
                  </a:tcPr>
                </a:tc>
              </a:tr>
              <a:tr h="465137">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eaLnBrk="1" hangingPunct="1">
                        <a:buNone/>
                      </a:pPr>
                      <a:r>
                        <a:rPr lang="zh-CN" altLang="en-US" sz="2000" b="1">
                          <a:cs typeface="Times New Roman" panose="02020603050405020304" charset="0"/>
                        </a:rPr>
                        <a:t>销量</a:t>
                      </a:r>
                      <a:endParaRPr lang="zh-CN" altLang="en-US"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1873</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1478</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1900</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1500</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2046</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SzPct val="100000"/>
                        <a:buNone/>
                        <a:defRPr sz="1800" b="0" i="0" u="none" kern="1200">
                          <a:solidFill>
                            <a:schemeClr val="tx1"/>
                          </a:solidFill>
                          <a:latin typeface="Arial" panose="020B0604020202020204"/>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SzPct val="100000"/>
                        <a:buFontTx/>
                        <a:buNone/>
                        <a:defRPr sz="1800" b="0" i="0" u="none" kern="1200">
                          <a:solidFill>
                            <a:schemeClr val="tx1"/>
                          </a:solidFill>
                          <a:latin typeface="Arial" panose="020B0604020202020204"/>
                          <a:ea typeface="宋体" panose="02010600030101010101" pitchFamily="2" charset="-122"/>
                          <a:cs typeface="+mn-cs"/>
                        </a:defRPr>
                      </a:lvl5pPr>
                    </a:lstStyle>
                    <a:p>
                      <a:pPr marL="0" lvl="0" indent="0" algn="ctr" eaLnBrk="1" hangingPunct="1">
                        <a:buNone/>
                      </a:pPr>
                      <a:r>
                        <a:rPr lang="en-US" altLang="zh-CN" sz="2000" b="1">
                          <a:cs typeface="Times New Roman" panose="02020603050405020304" charset="0"/>
                        </a:rPr>
                        <a:t>1556</a:t>
                      </a:r>
                      <a:endParaRPr lang="en-US" altLang="zh-CN" sz="3600" b="1"/>
                    </a:p>
                  </a:txBody>
                  <a:tcPr anchor="ct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46124" name="矩形 5"/>
          <p:cNvSpPr/>
          <p:nvPr/>
        </p:nvSpPr>
        <p:spPr>
          <a:xfrm>
            <a:off x="1214438" y="3643313"/>
            <a:ext cx="7500937" cy="2862262"/>
          </a:xfrm>
          <a:prstGeom prst="rect">
            <a:avLst/>
          </a:prstGeom>
          <a:noFill/>
          <a:ln w="9525">
            <a:noFill/>
          </a:ln>
        </p:spPr>
        <p:txBody>
          <a:bodyPr anchor="t" anchorCtr="0">
            <a:spAutoFit/>
          </a:bodyPr>
          <a:p>
            <a:r>
              <a:rPr lang="zh-CN" altLang="en-US" sz="2000">
                <a:latin typeface="Arial" panose="020B0604020202020204"/>
                <a:ea typeface="宋体" panose="02010600030101010101" pitchFamily="2" charset="-122"/>
              </a:rPr>
              <a:t>现构建一个如下的三层</a:t>
            </a:r>
            <a:r>
              <a:rPr lang="en-US" altLang="zh-CN" sz="2000">
                <a:latin typeface="Arial" panose="020B0604020202020204"/>
                <a:ea typeface="宋体" panose="02010600030101010101" pitchFamily="2" charset="-122"/>
              </a:rPr>
              <a:t>BP</a:t>
            </a:r>
            <a:r>
              <a:rPr lang="zh-CN" altLang="en-US" sz="2000">
                <a:latin typeface="Arial" panose="020B0604020202020204"/>
                <a:ea typeface="宋体" panose="02010600030101010101" pitchFamily="2" charset="-122"/>
              </a:rPr>
              <a:t>神经网络对药品的销售进行预测：</a:t>
            </a:r>
            <a:endParaRPr lang="en-US" altLang="zh-CN" sz="2000">
              <a:latin typeface="Arial" panose="020B0604020202020204"/>
              <a:ea typeface="宋体" panose="02010600030101010101" pitchFamily="2" charset="-122"/>
            </a:endParaRPr>
          </a:p>
          <a:p>
            <a:r>
              <a:rPr lang="zh-CN" altLang="en-US" sz="2000">
                <a:latin typeface="Arial" panose="020B0604020202020204"/>
                <a:ea typeface="宋体" panose="02010600030101010101" pitchFamily="2" charset="-122"/>
              </a:rPr>
              <a:t>输入层，结点数</a:t>
            </a:r>
            <a:r>
              <a:rPr lang="en-US" altLang="zh-CN" sz="2000">
                <a:latin typeface="Arial" panose="020B0604020202020204"/>
                <a:ea typeface="宋体" panose="02010600030101010101" pitchFamily="2" charset="-122"/>
              </a:rPr>
              <a:t>:   3</a:t>
            </a:r>
            <a:endParaRPr lang="en-US" altLang="zh-CN" sz="2000">
              <a:latin typeface="Arial" panose="020B0604020202020204"/>
              <a:ea typeface="宋体" panose="02010600030101010101" pitchFamily="2" charset="-122"/>
            </a:endParaRPr>
          </a:p>
          <a:p>
            <a:r>
              <a:rPr lang="zh-CN" altLang="en-US" sz="2000">
                <a:latin typeface="Arial" panose="020B0604020202020204"/>
                <a:ea typeface="宋体" panose="02010600030101010101" pitchFamily="2" charset="-122"/>
              </a:rPr>
              <a:t>隐含层，结点数：</a:t>
            </a:r>
            <a:r>
              <a:rPr lang="en-US" altLang="zh-CN" sz="2000">
                <a:latin typeface="Arial" panose="020B0604020202020204"/>
                <a:ea typeface="宋体" panose="02010600030101010101" pitchFamily="2" charset="-122"/>
              </a:rPr>
              <a:t>5</a:t>
            </a:r>
            <a:r>
              <a:rPr lang="zh-CN" altLang="en-US" sz="2000">
                <a:latin typeface="Arial" panose="020B0604020202020204"/>
                <a:ea typeface="宋体" panose="02010600030101010101" pitchFamily="2" charset="-122"/>
              </a:rPr>
              <a:t>   激活函数： </a:t>
            </a:r>
            <a:r>
              <a:rPr lang="en-US" altLang="zh-CN" sz="2000">
                <a:latin typeface="Arial" panose="020B0604020202020204"/>
                <a:ea typeface="宋体" panose="02010600030101010101" pitchFamily="2" charset="-122"/>
              </a:rPr>
              <a:t>tansig</a:t>
            </a:r>
            <a:endParaRPr lang="en-US" altLang="zh-CN" sz="2000">
              <a:latin typeface="Arial" panose="020B0604020202020204"/>
              <a:ea typeface="宋体" panose="02010600030101010101" pitchFamily="2" charset="-122"/>
            </a:endParaRPr>
          </a:p>
          <a:p>
            <a:r>
              <a:rPr lang="zh-CN" altLang="en-US" sz="2000">
                <a:latin typeface="Arial" panose="020B0604020202020204"/>
                <a:ea typeface="宋体" panose="02010600030101010101" pitchFamily="2" charset="-122"/>
              </a:rPr>
              <a:t>输出层，结点数：</a:t>
            </a:r>
            <a:r>
              <a:rPr lang="en-US" altLang="zh-CN" sz="2000">
                <a:latin typeface="Arial" panose="020B0604020202020204"/>
                <a:ea typeface="宋体" panose="02010600030101010101" pitchFamily="2" charset="-122"/>
              </a:rPr>
              <a:t>1   </a:t>
            </a:r>
            <a:r>
              <a:rPr lang="zh-CN" altLang="en-US" sz="2000">
                <a:latin typeface="Arial" panose="020B0604020202020204"/>
                <a:ea typeface="宋体" panose="02010600030101010101" pitchFamily="2" charset="-122"/>
              </a:rPr>
              <a:t>激活函数： </a:t>
            </a:r>
            <a:r>
              <a:rPr lang="en-US" altLang="zh-CN" sz="2000">
                <a:latin typeface="Arial" panose="020B0604020202020204"/>
                <a:ea typeface="宋体" panose="02010600030101010101" pitchFamily="2" charset="-122"/>
              </a:rPr>
              <a:t>logsig</a:t>
            </a:r>
            <a:endParaRPr lang="en-US" altLang="zh-CN" sz="2000">
              <a:latin typeface="Arial" panose="020B0604020202020204"/>
              <a:ea typeface="宋体" panose="02010600030101010101" pitchFamily="2" charset="-122"/>
            </a:endParaRPr>
          </a:p>
          <a:p>
            <a:endParaRPr lang="en-US" altLang="zh-CN" sz="2000">
              <a:latin typeface="Arial" panose="020B0604020202020204"/>
              <a:ea typeface="宋体" panose="02010600030101010101" pitchFamily="2" charset="-122"/>
            </a:endParaRPr>
          </a:p>
          <a:p>
            <a:r>
              <a:rPr lang="zh-CN" altLang="en-US" sz="2000">
                <a:latin typeface="Arial" panose="020B0604020202020204"/>
                <a:ea typeface="宋体" panose="02010600030101010101" pitchFamily="2" charset="-122"/>
              </a:rPr>
              <a:t>采用滚动预测方式，即用前三个月的销售量来预测第四个月的销售量，如用</a:t>
            </a:r>
            <a:r>
              <a:rPr lang="en-US" altLang="zh-CN" sz="2000">
                <a:latin typeface="Arial" panose="020B0604020202020204"/>
                <a:ea typeface="宋体" panose="02010600030101010101" pitchFamily="2" charset="-122"/>
              </a:rPr>
              <a:t>1</a:t>
            </a:r>
            <a:r>
              <a:rPr lang="zh-CN" altLang="en-US" sz="2000">
                <a:latin typeface="Arial" panose="020B0604020202020204"/>
                <a:ea typeface="宋体" panose="02010600030101010101" pitchFamily="2" charset="-122"/>
              </a:rPr>
              <a:t>、</a:t>
            </a:r>
            <a:r>
              <a:rPr lang="en-US" altLang="zh-CN" sz="2000">
                <a:latin typeface="Arial" panose="020B0604020202020204"/>
                <a:ea typeface="宋体" panose="02010600030101010101" pitchFamily="2" charset="-122"/>
              </a:rPr>
              <a:t>2</a:t>
            </a:r>
            <a:r>
              <a:rPr lang="zh-CN" altLang="en-US" sz="2000">
                <a:latin typeface="Arial" panose="020B0604020202020204"/>
                <a:ea typeface="宋体" panose="02010600030101010101" pitchFamily="2" charset="-122"/>
              </a:rPr>
              <a:t>、</a:t>
            </a:r>
            <a:r>
              <a:rPr lang="en-US" altLang="zh-CN" sz="2000">
                <a:latin typeface="Arial" panose="020B0604020202020204"/>
                <a:ea typeface="宋体" panose="02010600030101010101" pitchFamily="2" charset="-122"/>
              </a:rPr>
              <a:t>3</a:t>
            </a:r>
            <a:r>
              <a:rPr lang="zh-CN" altLang="en-US" sz="2000">
                <a:latin typeface="Arial" panose="020B0604020202020204"/>
                <a:ea typeface="宋体" panose="02010600030101010101" pitchFamily="2" charset="-122"/>
              </a:rPr>
              <a:t>月的销售量为输入预测第</a:t>
            </a:r>
            <a:r>
              <a:rPr lang="en-US" altLang="zh-CN" sz="2000">
                <a:latin typeface="Arial" panose="020B0604020202020204"/>
                <a:ea typeface="宋体" panose="02010600030101010101" pitchFamily="2" charset="-122"/>
              </a:rPr>
              <a:t>4</a:t>
            </a:r>
            <a:r>
              <a:rPr lang="zh-CN" altLang="en-US" sz="2000">
                <a:latin typeface="Arial" panose="020B0604020202020204"/>
                <a:ea typeface="宋体" panose="02010600030101010101" pitchFamily="2" charset="-122"/>
              </a:rPr>
              <a:t>个月的销售量，用</a:t>
            </a:r>
            <a:r>
              <a:rPr lang="en-US" altLang="zh-CN" sz="2000">
                <a:latin typeface="Arial" panose="020B0604020202020204"/>
                <a:ea typeface="宋体" panose="02010600030101010101" pitchFamily="2" charset="-122"/>
              </a:rPr>
              <a:t>2</a:t>
            </a:r>
            <a:r>
              <a:rPr lang="zh-CN" altLang="en-US" sz="2000">
                <a:latin typeface="Arial" panose="020B0604020202020204"/>
                <a:ea typeface="宋体" panose="02010600030101010101" pitchFamily="2" charset="-122"/>
              </a:rPr>
              <a:t>、</a:t>
            </a:r>
            <a:r>
              <a:rPr lang="en-US" altLang="zh-CN" sz="2000">
                <a:latin typeface="Arial" panose="020B0604020202020204"/>
                <a:ea typeface="宋体" panose="02010600030101010101" pitchFamily="2" charset="-122"/>
              </a:rPr>
              <a:t>3</a:t>
            </a:r>
            <a:r>
              <a:rPr lang="zh-CN" altLang="en-US" sz="2000">
                <a:latin typeface="Arial" panose="020B0604020202020204"/>
                <a:ea typeface="宋体" panose="02010600030101010101" pitchFamily="2" charset="-122"/>
              </a:rPr>
              <a:t>、</a:t>
            </a:r>
            <a:r>
              <a:rPr lang="en-US" altLang="zh-CN" sz="2000">
                <a:latin typeface="Arial" panose="020B0604020202020204"/>
                <a:ea typeface="宋体" panose="02010600030101010101" pitchFamily="2" charset="-122"/>
              </a:rPr>
              <a:t>4</a:t>
            </a:r>
            <a:r>
              <a:rPr lang="zh-CN" altLang="en-US" sz="2000">
                <a:latin typeface="Arial" panose="020B0604020202020204"/>
                <a:ea typeface="宋体" panose="02010600030101010101" pitchFamily="2" charset="-122"/>
              </a:rPr>
              <a:t>月的销售量为输入预测第</a:t>
            </a:r>
            <a:r>
              <a:rPr lang="en-US" altLang="zh-CN" sz="2000">
                <a:latin typeface="Arial" panose="020B0604020202020204"/>
                <a:ea typeface="宋体" panose="02010600030101010101" pitchFamily="2" charset="-122"/>
              </a:rPr>
              <a:t>5</a:t>
            </a:r>
            <a:r>
              <a:rPr lang="zh-CN" altLang="en-US" sz="2000">
                <a:latin typeface="Arial" panose="020B0604020202020204"/>
                <a:ea typeface="宋体" panose="02010600030101010101" pitchFamily="2" charset="-122"/>
              </a:rPr>
              <a:t>个月的销售量</a:t>
            </a:r>
            <a:r>
              <a:rPr lang="en-US" altLang="zh-CN" sz="2000">
                <a:latin typeface="Arial" panose="020B0604020202020204"/>
                <a:ea typeface="宋体" panose="02010600030101010101" pitchFamily="2" charset="-122"/>
              </a:rPr>
              <a:t>.</a:t>
            </a:r>
            <a:r>
              <a:rPr lang="zh-CN" altLang="en-US" sz="2000">
                <a:latin typeface="Arial" panose="020B0604020202020204"/>
                <a:ea typeface="宋体" panose="02010600030101010101" pitchFamily="2" charset="-122"/>
              </a:rPr>
              <a:t>如此反复直至满足预测精度要求为止。 </a:t>
            </a:r>
            <a:endParaRPr lang="zh-CN" altLang="en-US" sz="2000">
              <a:latin typeface="Arial" panose="020B0604020202020204"/>
              <a:ea typeface="宋体" panose="02010600030101010101" pitchFamily="2" charset="-122"/>
            </a:endParaRPr>
          </a:p>
        </p:txBody>
      </p:sp>
    </p:spTree>
  </p:cSld>
  <p:clrMapOvr>
    <a:masterClrMapping/>
  </p:clrMapOvr>
  <p:transition>
    <p:cut/>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p:sp>
        <p:nvSpPr>
          <p:cNvPr id="47105" name="Rectangle 3"/>
          <p:cNvSpPr/>
          <p:nvPr>
            <p:ph type="body"/>
          </p:nvPr>
        </p:nvSpPr>
        <p:spPr>
          <a:xfrm>
            <a:off x="684213" y="476250"/>
            <a:ext cx="7847012" cy="6024563"/>
          </a:xfrm>
          <a:ln/>
        </p:spPr>
        <p:txBody>
          <a:bodyPr wrap="square" lIns="91440" tIns="45720" rIns="91440" bIns="45720" anchor="t" anchorCtr="0"/>
          <a:p>
            <a:pPr lvl="1">
              <a:lnSpc>
                <a:spcPct val="80000"/>
              </a:lnSpc>
              <a:buNone/>
            </a:pPr>
            <a:r>
              <a:rPr lang="en-US" altLang="zh-CN" sz="1600"/>
              <a:t>%</a:t>
            </a:r>
            <a:r>
              <a:rPr lang="zh-CN" altLang="en-US" sz="1600"/>
              <a:t>以每三个月的销售量经归一化处理后作为输入</a:t>
            </a:r>
            <a:endParaRPr lang="en-US" altLang="zh-CN" sz="1600"/>
          </a:p>
          <a:p>
            <a:pPr>
              <a:lnSpc>
                <a:spcPct val="80000"/>
              </a:lnSpc>
              <a:buNone/>
            </a:pPr>
            <a:r>
              <a:rPr lang="en-US" altLang="zh-CN" sz="1600"/>
              <a:t>P=[0.5152	0.8173	1.0000 ;</a:t>
            </a:r>
            <a:endParaRPr lang="en-US" altLang="zh-CN" sz="1600"/>
          </a:p>
          <a:p>
            <a:pPr>
              <a:lnSpc>
                <a:spcPct val="80000"/>
              </a:lnSpc>
              <a:buNone/>
            </a:pPr>
            <a:r>
              <a:rPr lang="en-US" altLang="zh-CN" sz="1600"/>
              <a:t>     0.8173	1.0000	0.7308;</a:t>
            </a:r>
            <a:endParaRPr lang="en-US" altLang="zh-CN" sz="1600"/>
          </a:p>
          <a:p>
            <a:pPr>
              <a:lnSpc>
                <a:spcPct val="80000"/>
              </a:lnSpc>
              <a:buNone/>
            </a:pPr>
            <a:r>
              <a:rPr lang="en-US" altLang="zh-CN" sz="1600"/>
              <a:t>     1.0000	0.7308	0.1390;</a:t>
            </a:r>
            <a:endParaRPr lang="en-US" altLang="zh-CN" sz="1600"/>
          </a:p>
          <a:p>
            <a:pPr>
              <a:lnSpc>
                <a:spcPct val="80000"/>
              </a:lnSpc>
              <a:buNone/>
            </a:pPr>
            <a:r>
              <a:rPr lang="en-US" altLang="zh-CN" sz="1600"/>
              <a:t>     0.7308	0.1390	0.1087;</a:t>
            </a:r>
            <a:endParaRPr lang="en-US" altLang="zh-CN" sz="1600"/>
          </a:p>
          <a:p>
            <a:pPr>
              <a:lnSpc>
                <a:spcPct val="80000"/>
              </a:lnSpc>
              <a:buNone/>
            </a:pPr>
            <a:r>
              <a:rPr lang="en-US" altLang="zh-CN" sz="1600"/>
              <a:t>     0.1390	0.1087	0.3520;</a:t>
            </a:r>
            <a:endParaRPr lang="en-US" altLang="zh-CN" sz="1600"/>
          </a:p>
          <a:p>
            <a:pPr>
              <a:lnSpc>
                <a:spcPct val="80000"/>
              </a:lnSpc>
              <a:buNone/>
            </a:pPr>
            <a:r>
              <a:rPr lang="en-US" altLang="zh-CN" sz="1600"/>
              <a:t>     0.1087	0.3520	0.0000]’; %</a:t>
            </a:r>
            <a:r>
              <a:rPr lang="zh-CN" altLang="en-US" sz="1600"/>
              <a:t>每个输入实例对应一列，故转置</a:t>
            </a:r>
            <a:endParaRPr lang="zh-CN" altLang="en-US" sz="1600"/>
          </a:p>
          <a:p>
            <a:pPr>
              <a:lnSpc>
                <a:spcPct val="80000"/>
              </a:lnSpc>
              <a:buNone/>
            </a:pPr>
            <a:endParaRPr lang="en-US" altLang="zh-CN" sz="1600"/>
          </a:p>
          <a:p>
            <a:pPr lvl="1">
              <a:lnSpc>
                <a:spcPct val="80000"/>
              </a:lnSpc>
              <a:buNone/>
            </a:pPr>
            <a:r>
              <a:rPr lang="en-US" altLang="zh-CN" sz="1600"/>
              <a:t>%</a:t>
            </a:r>
            <a:r>
              <a:rPr lang="zh-CN" altLang="en-US" sz="1600"/>
              <a:t>以第四个月的销售量归一化处理后作为目标向量</a:t>
            </a:r>
            <a:endParaRPr lang="zh-CN" altLang="en-US" sz="1600"/>
          </a:p>
          <a:p>
            <a:pPr>
              <a:lnSpc>
                <a:spcPct val="80000"/>
              </a:lnSpc>
              <a:buNone/>
            </a:pPr>
            <a:r>
              <a:rPr lang="en-US" altLang="zh-CN" sz="1600"/>
              <a:t>T=[0.7308 0.1390 0.1087 0.3520 0.0000 0.3761];</a:t>
            </a:r>
            <a:endParaRPr lang="en-US" altLang="zh-CN" sz="1600"/>
          </a:p>
          <a:p>
            <a:pPr lvl="1">
              <a:lnSpc>
                <a:spcPct val="80000"/>
              </a:lnSpc>
              <a:buNone/>
            </a:pPr>
            <a:r>
              <a:rPr lang="en-US" altLang="zh-CN" sz="1600"/>
              <a:t>%</a:t>
            </a:r>
            <a:r>
              <a:rPr lang="zh-CN" altLang="en-US" sz="1600"/>
              <a:t>创建一个</a:t>
            </a:r>
            <a:r>
              <a:rPr lang="en-US" altLang="zh-CN" sz="1600"/>
              <a:t>BP</a:t>
            </a:r>
            <a:r>
              <a:rPr lang="zh-CN" altLang="en-US" sz="1600"/>
              <a:t>神经网络，每一个输入向量的取值范围为</a:t>
            </a:r>
            <a:r>
              <a:rPr lang="en-US" altLang="zh-CN" sz="1600"/>
              <a:t>[0 ,1]</a:t>
            </a:r>
            <a:r>
              <a:rPr lang="zh-CN" altLang="en-US" sz="1600"/>
              <a:t>，隐含层有</a:t>
            </a:r>
            <a:r>
              <a:rPr lang="en-US" altLang="zh-CN" sz="1600"/>
              <a:t>5</a:t>
            </a:r>
            <a:r>
              <a:rPr lang="zh-CN" altLang="en-US" sz="1600"/>
              <a:t>个神经</a:t>
            </a:r>
            <a:r>
              <a:rPr lang="en-US" altLang="zh-CN" sz="1600"/>
              <a:t>%</a:t>
            </a:r>
            <a:r>
              <a:rPr lang="zh-CN" altLang="en-US" sz="1600"/>
              <a:t>元，输出层有一个神经元，隐含层的激活函数为</a:t>
            </a:r>
            <a:r>
              <a:rPr lang="en-US" altLang="zh-CN" sz="1600"/>
              <a:t>tansig</a:t>
            </a:r>
            <a:r>
              <a:rPr lang="zh-CN" altLang="en-US" sz="1600"/>
              <a:t>，输出层的激活函数为</a:t>
            </a:r>
            <a:r>
              <a:rPr lang="en-US" altLang="zh-CN" sz="1600"/>
              <a:t>%logsig</a:t>
            </a:r>
            <a:r>
              <a:rPr lang="zh-CN" altLang="en-US" sz="1600"/>
              <a:t>，训练函数为梯度下降函数，即前述的标准学习算法</a:t>
            </a:r>
            <a:endParaRPr lang="zh-CN" altLang="en-US" sz="1600"/>
          </a:p>
          <a:p>
            <a:pPr>
              <a:lnSpc>
                <a:spcPct val="80000"/>
              </a:lnSpc>
              <a:buNone/>
            </a:pPr>
            <a:r>
              <a:rPr lang="en-US" altLang="zh-CN" sz="1600"/>
              <a:t>net=newff([0 1;0 1;0 1],[5,1],{'tansig','logsig'},'traingd');</a:t>
            </a:r>
            <a:endParaRPr lang="en-US" altLang="zh-CN" sz="1600"/>
          </a:p>
          <a:p>
            <a:pPr>
              <a:lnSpc>
                <a:spcPct val="80000"/>
              </a:lnSpc>
              <a:buNone/>
            </a:pPr>
            <a:r>
              <a:rPr lang="en-US" altLang="zh-CN" sz="1600"/>
              <a:t>net.trainParam.epochs=15000; %</a:t>
            </a:r>
            <a:r>
              <a:rPr lang="zh-CN" altLang="en-US" sz="1600"/>
              <a:t>设置最大迭代次数</a:t>
            </a:r>
            <a:endParaRPr lang="zh-CN" altLang="en-US" sz="1600"/>
          </a:p>
          <a:p>
            <a:pPr>
              <a:lnSpc>
                <a:spcPct val="80000"/>
              </a:lnSpc>
              <a:buNone/>
            </a:pPr>
            <a:r>
              <a:rPr lang="en-US" altLang="zh-CN" sz="1600"/>
              <a:t>net.trainParam.goal=0.01; %</a:t>
            </a:r>
            <a:r>
              <a:rPr lang="zh-CN" altLang="en-US" sz="1600"/>
              <a:t>设置目标精度</a:t>
            </a:r>
            <a:endParaRPr lang="zh-CN" altLang="en-US" sz="1600"/>
          </a:p>
          <a:p>
            <a:pPr>
              <a:lnSpc>
                <a:spcPct val="80000"/>
              </a:lnSpc>
              <a:buNone/>
            </a:pPr>
            <a:r>
              <a:rPr lang="en-US" altLang="zh-CN" sz="1600"/>
              <a:t>net.trainParam.lr=0.1; </a:t>
            </a:r>
            <a:r>
              <a:rPr lang="en-US" altLang="zh-CN" sz="1800"/>
              <a:t>%</a:t>
            </a:r>
            <a:r>
              <a:rPr lang="zh-CN" altLang="en-US" sz="1800"/>
              <a:t>设置学习速率为</a:t>
            </a:r>
            <a:r>
              <a:rPr lang="en-US" altLang="zh-CN" sz="1800"/>
              <a:t>0.1</a:t>
            </a:r>
            <a:endParaRPr lang="en-US" altLang="zh-CN" sz="1800"/>
          </a:p>
          <a:p>
            <a:pPr>
              <a:lnSpc>
                <a:spcPct val="80000"/>
              </a:lnSpc>
              <a:buNone/>
            </a:pPr>
            <a:r>
              <a:rPr lang="en-US" altLang="zh-CN" sz="1600"/>
              <a:t>net=init(net); %</a:t>
            </a:r>
            <a:r>
              <a:rPr lang="zh-CN" altLang="en-US" sz="1600"/>
              <a:t>初始化权重</a:t>
            </a:r>
            <a:endParaRPr lang="zh-CN" altLang="en-US" sz="1600"/>
          </a:p>
          <a:p>
            <a:pPr>
              <a:lnSpc>
                <a:spcPct val="80000"/>
              </a:lnSpc>
              <a:buNone/>
            </a:pPr>
            <a:r>
              <a:rPr lang="en-US" altLang="zh-CN" sz="1600"/>
              <a:t>net=train(net,P,T); </a:t>
            </a:r>
            <a:endParaRPr lang="en-US" altLang="zh-CN" sz="1600"/>
          </a:p>
          <a:p>
            <a:pPr>
              <a:lnSpc>
                <a:spcPct val="80000"/>
              </a:lnSpc>
              <a:buNone/>
            </a:pPr>
            <a:r>
              <a:rPr lang="en-US" altLang="zh-CN" sz="1600"/>
              <a:t>x=[0.3520 0.0000 0.3761; %</a:t>
            </a:r>
            <a:r>
              <a:rPr lang="zh-CN" altLang="en-US" sz="1600"/>
              <a:t>输入测试集</a:t>
            </a:r>
            <a:endParaRPr lang="zh-CN" altLang="en-US" sz="1600"/>
          </a:p>
          <a:p>
            <a:pPr>
              <a:lnSpc>
                <a:spcPct val="80000"/>
              </a:lnSpc>
              <a:buNone/>
            </a:pPr>
            <a:r>
              <a:rPr lang="en-US" altLang="zh-CN" sz="1600"/>
              <a:t>     0.0000 0.3761 0.0196;</a:t>
            </a:r>
            <a:endParaRPr lang="en-US" altLang="zh-CN" sz="1600"/>
          </a:p>
          <a:p>
            <a:pPr>
              <a:lnSpc>
                <a:spcPct val="80000"/>
              </a:lnSpc>
              <a:buNone/>
            </a:pPr>
            <a:r>
              <a:rPr lang="en-US" altLang="zh-CN" sz="1600"/>
              <a:t>    0.3761 0.0196 0.5062]';</a:t>
            </a:r>
            <a:endParaRPr lang="en-US" altLang="zh-CN" sz="1600"/>
          </a:p>
          <a:p>
            <a:pPr>
              <a:lnSpc>
                <a:spcPct val="80000"/>
              </a:lnSpc>
              <a:buNone/>
            </a:pPr>
            <a:r>
              <a:rPr lang="en-US" altLang="zh-CN" sz="1600"/>
              <a:t>y=sim(net,x)  % </a:t>
            </a:r>
            <a:r>
              <a:rPr lang="zh-CN" altLang="en-US" sz="1600"/>
              <a:t>输出结果</a:t>
            </a:r>
            <a:endParaRPr lang="zh-CN" altLang="en-US" sz="1600"/>
          </a:p>
          <a:p>
            <a:pPr>
              <a:lnSpc>
                <a:spcPct val="80000"/>
              </a:lnSpc>
              <a:buNone/>
            </a:pPr>
            <a:r>
              <a:rPr lang="en-US" altLang="zh-CN" sz="1600"/>
              <a:t>Result=y*(2600-1480)+1480 %</a:t>
            </a:r>
            <a:r>
              <a:rPr lang="zh-CN" altLang="en-US" sz="1600"/>
              <a:t>结果还原</a:t>
            </a:r>
            <a:endParaRPr lang="zh-CN" altLang="en-US" sz="1600"/>
          </a:p>
          <a:p>
            <a:pPr>
              <a:lnSpc>
                <a:spcPct val="80000"/>
              </a:lnSpc>
              <a:buNone/>
            </a:pPr>
            <a:endParaRPr lang="en-US" altLang="zh-CN" sz="1600"/>
          </a:p>
          <a:p>
            <a:pPr>
              <a:lnSpc>
                <a:spcPct val="80000"/>
              </a:lnSpc>
              <a:buNone/>
            </a:pPr>
            <a:endParaRPr lang="en-US" altLang="zh-CN" sz="1600"/>
          </a:p>
        </p:txBody>
      </p:sp>
    </p:spTree>
  </p:cSld>
  <p:clrMapOvr>
    <a:masterClrMapping/>
  </p:clrMapOvr>
  <p:transition>
    <p:cu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Rectangle 2"/>
          <p:cNvSpPr/>
          <p:nvPr>
            <p:ph type="title"/>
          </p:nvPr>
        </p:nvSpPr>
        <p:spPr>
          <a:xfrm>
            <a:off x="914400" y="2781300"/>
            <a:ext cx="8229600" cy="1371600"/>
          </a:xfrm>
          <a:ln/>
        </p:spPr>
        <p:txBody>
          <a:bodyPr wrap="square" lIns="91440" tIns="45720" rIns="91440" bIns="45720" anchor="ctr" anchorCtr="0"/>
          <a:p>
            <a:pPr algn="ctr"/>
            <a:r>
              <a:rPr lang="zh-CN" altLang="en-US"/>
              <a:t>问题与讨论</a:t>
            </a:r>
            <a:endParaRPr lang="zh-CN" altLang="en-US"/>
          </a:p>
        </p:txBody>
      </p:sp>
    </p:spTree>
  </p:cSld>
  <p:clrMapOvr>
    <a:masterClrMapping/>
  </p:clrMapOvr>
</p:sld>
</file>

<file path=ppt/tags/tag1.xml><?xml version="1.0" encoding="utf-8"?>
<p:tagLst xmlns:p="http://schemas.openxmlformats.org/presentationml/2006/main">
  <p:tag name="KSO_WM_UNIT_PLACING_PICTURE_USER_VIEWPORT" val="{&quot;height&quot;:5235,&quot;width&quot;:9570}"/>
</p:tagLst>
</file>

<file path=ppt/tags/tag2.xml><?xml version="1.0" encoding="utf-8"?>
<p:tagLst xmlns:p="http://schemas.openxmlformats.org/presentationml/2006/main">
  <p:tag name="KSO_WM_UNIT_PLACING_PICTURE_USER_VIEWPORT" val="{&quot;height&quot;:4500,&quot;width&quot;:8610}"/>
</p:tagLst>
</file>

<file path=ppt/theme/theme1.xml><?xml version="1.0" encoding="utf-8"?>
<a:theme xmlns:a="http://schemas.openxmlformats.org/drawingml/2006/main" name="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66FF"/>
        </a:dk1>
        <a:lt1>
          <a:srgbClr val="FFFFFF"/>
        </a:lt1>
        <a:dk2>
          <a:srgbClr val="000066"/>
        </a:dk2>
        <a:lt2>
          <a:srgbClr val="FFFFFF"/>
        </a:lt2>
        <a:accent1>
          <a:srgbClr val="6699FF"/>
        </a:accent1>
        <a:accent2>
          <a:srgbClr val="3333FF"/>
        </a:accent2>
        <a:accent3>
          <a:srgbClr val="FFFFFF"/>
        </a:accent3>
        <a:accent4>
          <a:srgbClr val="0057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009999"/>
        </a:dk1>
        <a:lt1>
          <a:srgbClr val="FFFFFF"/>
        </a:lt1>
        <a:dk2>
          <a:srgbClr val="334B49"/>
        </a:dk2>
        <a:lt2>
          <a:srgbClr val="FFFFFF"/>
        </a:lt2>
        <a:accent1>
          <a:srgbClr val="33CCCC"/>
        </a:accent1>
        <a:accent2>
          <a:srgbClr val="008080"/>
        </a:accent2>
        <a:accent3>
          <a:srgbClr val="FFFFFF"/>
        </a:accent3>
        <a:accent4>
          <a:srgbClr val="008383"/>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006699"/>
        </a:dk1>
        <a:lt1>
          <a:srgbClr val="FFFFFF"/>
        </a:lt1>
        <a:dk2>
          <a:srgbClr val="333399"/>
        </a:dk2>
        <a:lt2>
          <a:srgbClr val="FFFFFF"/>
        </a:lt2>
        <a:accent1>
          <a:srgbClr val="0099CC"/>
        </a:accent1>
        <a:accent2>
          <a:srgbClr val="0386AF"/>
        </a:accent2>
        <a:accent3>
          <a:srgbClr val="FFFFFF"/>
        </a:accent3>
        <a:accent4>
          <a:srgbClr val="005783"/>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008080"/>
        </a:dk1>
        <a:lt1>
          <a:srgbClr val="FFFFFF"/>
        </a:lt1>
        <a:dk2>
          <a:srgbClr val="2F978D"/>
        </a:dk2>
        <a:lt2>
          <a:srgbClr val="FFFFFF"/>
        </a:lt2>
        <a:accent1>
          <a:srgbClr val="0099FF"/>
        </a:accent1>
        <a:accent2>
          <a:srgbClr val="009999"/>
        </a:accent2>
        <a:accent3>
          <a:srgbClr val="FFFFFF"/>
        </a:accent3>
        <a:accent4>
          <a:srgbClr val="006D6D"/>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822504"/>
        </a:dk1>
        <a:lt1>
          <a:srgbClr val="FFFFFF"/>
        </a:lt1>
        <a:dk2>
          <a:srgbClr val="330000"/>
        </a:dk2>
        <a:lt2>
          <a:srgbClr val="FFFFFF"/>
        </a:lt2>
        <a:accent1>
          <a:srgbClr val="FF9900"/>
        </a:accent1>
        <a:accent2>
          <a:srgbClr val="9E2A06"/>
        </a:accent2>
        <a:accent3>
          <a:srgbClr val="FFFFFF"/>
        </a:accent3>
        <a:accent4>
          <a:srgbClr val="6F1E01"/>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336600"/>
        </a:dk1>
        <a:lt1>
          <a:srgbClr val="FFFFFF"/>
        </a:lt1>
        <a:dk2>
          <a:srgbClr val="4A7911"/>
        </a:dk2>
        <a:lt2>
          <a:srgbClr val="FFFFFF"/>
        </a:lt2>
        <a:accent1>
          <a:srgbClr val="666633"/>
        </a:accent1>
        <a:accent2>
          <a:srgbClr val="669900"/>
        </a:accent2>
        <a:accent3>
          <a:srgbClr val="FFFFFF"/>
        </a:accent3>
        <a:accent4>
          <a:srgbClr val="2A5700"/>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66FF"/>
        </a:dk1>
        <a:lt1>
          <a:srgbClr val="FFFFFF"/>
        </a:lt1>
        <a:dk2>
          <a:srgbClr val="000066"/>
        </a:dk2>
        <a:lt2>
          <a:srgbClr val="FFFFFF"/>
        </a:lt2>
        <a:accent1>
          <a:srgbClr val="6699FF"/>
        </a:accent1>
        <a:accent2>
          <a:srgbClr val="3333FF"/>
        </a:accent2>
        <a:accent3>
          <a:srgbClr val="FFFFFF"/>
        </a:accent3>
        <a:accent4>
          <a:srgbClr val="0057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009999"/>
        </a:dk1>
        <a:lt1>
          <a:srgbClr val="FFFFFF"/>
        </a:lt1>
        <a:dk2>
          <a:srgbClr val="334B49"/>
        </a:dk2>
        <a:lt2>
          <a:srgbClr val="FFFFFF"/>
        </a:lt2>
        <a:accent1>
          <a:srgbClr val="33CCCC"/>
        </a:accent1>
        <a:accent2>
          <a:srgbClr val="008080"/>
        </a:accent2>
        <a:accent3>
          <a:srgbClr val="FFFFFF"/>
        </a:accent3>
        <a:accent4>
          <a:srgbClr val="008383"/>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006699"/>
        </a:dk1>
        <a:lt1>
          <a:srgbClr val="FFFFFF"/>
        </a:lt1>
        <a:dk2>
          <a:srgbClr val="333399"/>
        </a:dk2>
        <a:lt2>
          <a:srgbClr val="FFFFFF"/>
        </a:lt2>
        <a:accent1>
          <a:srgbClr val="0099CC"/>
        </a:accent1>
        <a:accent2>
          <a:srgbClr val="0386AF"/>
        </a:accent2>
        <a:accent3>
          <a:srgbClr val="FFFFFF"/>
        </a:accent3>
        <a:accent4>
          <a:srgbClr val="005783"/>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008080"/>
        </a:dk1>
        <a:lt1>
          <a:srgbClr val="FFFFFF"/>
        </a:lt1>
        <a:dk2>
          <a:srgbClr val="2F978D"/>
        </a:dk2>
        <a:lt2>
          <a:srgbClr val="FFFFFF"/>
        </a:lt2>
        <a:accent1>
          <a:srgbClr val="0099FF"/>
        </a:accent1>
        <a:accent2>
          <a:srgbClr val="009999"/>
        </a:accent2>
        <a:accent3>
          <a:srgbClr val="FFFFFF"/>
        </a:accent3>
        <a:accent4>
          <a:srgbClr val="006D6D"/>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822504"/>
        </a:dk1>
        <a:lt1>
          <a:srgbClr val="FFFFFF"/>
        </a:lt1>
        <a:dk2>
          <a:srgbClr val="330000"/>
        </a:dk2>
        <a:lt2>
          <a:srgbClr val="FFFFFF"/>
        </a:lt2>
        <a:accent1>
          <a:srgbClr val="FF9900"/>
        </a:accent1>
        <a:accent2>
          <a:srgbClr val="9E2A06"/>
        </a:accent2>
        <a:accent3>
          <a:srgbClr val="FFFFFF"/>
        </a:accent3>
        <a:accent4>
          <a:srgbClr val="6F1E01"/>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336600"/>
        </a:dk1>
        <a:lt1>
          <a:srgbClr val="FFFFFF"/>
        </a:lt1>
        <a:dk2>
          <a:srgbClr val="4A7911"/>
        </a:dk2>
        <a:lt2>
          <a:srgbClr val="FFFFFF"/>
        </a:lt2>
        <a:accent1>
          <a:srgbClr val="666633"/>
        </a:accent1>
        <a:accent2>
          <a:srgbClr val="669900"/>
        </a:accent2>
        <a:accent3>
          <a:srgbClr val="FFFFFF"/>
        </a:accent3>
        <a:accent4>
          <a:srgbClr val="2A5700"/>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66FF"/>
        </a:dk1>
        <a:lt1>
          <a:srgbClr val="FFFFFF"/>
        </a:lt1>
        <a:dk2>
          <a:srgbClr val="000066"/>
        </a:dk2>
        <a:lt2>
          <a:srgbClr val="FFFFFF"/>
        </a:lt2>
        <a:accent1>
          <a:srgbClr val="6699FF"/>
        </a:accent1>
        <a:accent2>
          <a:srgbClr val="3333FF"/>
        </a:accent2>
        <a:accent3>
          <a:srgbClr val="FFFFFF"/>
        </a:accent3>
        <a:accent4>
          <a:srgbClr val="0057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009999"/>
        </a:dk1>
        <a:lt1>
          <a:srgbClr val="FFFFFF"/>
        </a:lt1>
        <a:dk2>
          <a:srgbClr val="334B49"/>
        </a:dk2>
        <a:lt2>
          <a:srgbClr val="FFFFFF"/>
        </a:lt2>
        <a:accent1>
          <a:srgbClr val="33CCCC"/>
        </a:accent1>
        <a:accent2>
          <a:srgbClr val="008080"/>
        </a:accent2>
        <a:accent3>
          <a:srgbClr val="FFFFFF"/>
        </a:accent3>
        <a:accent4>
          <a:srgbClr val="008383"/>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006699"/>
        </a:dk1>
        <a:lt1>
          <a:srgbClr val="FFFFFF"/>
        </a:lt1>
        <a:dk2>
          <a:srgbClr val="333399"/>
        </a:dk2>
        <a:lt2>
          <a:srgbClr val="FFFFFF"/>
        </a:lt2>
        <a:accent1>
          <a:srgbClr val="0099CC"/>
        </a:accent1>
        <a:accent2>
          <a:srgbClr val="0386AF"/>
        </a:accent2>
        <a:accent3>
          <a:srgbClr val="FFFFFF"/>
        </a:accent3>
        <a:accent4>
          <a:srgbClr val="005783"/>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008080"/>
        </a:dk1>
        <a:lt1>
          <a:srgbClr val="FFFFFF"/>
        </a:lt1>
        <a:dk2>
          <a:srgbClr val="2F978D"/>
        </a:dk2>
        <a:lt2>
          <a:srgbClr val="FFFFFF"/>
        </a:lt2>
        <a:accent1>
          <a:srgbClr val="0099FF"/>
        </a:accent1>
        <a:accent2>
          <a:srgbClr val="009999"/>
        </a:accent2>
        <a:accent3>
          <a:srgbClr val="FFFFFF"/>
        </a:accent3>
        <a:accent4>
          <a:srgbClr val="006D6D"/>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822504"/>
        </a:dk1>
        <a:lt1>
          <a:srgbClr val="FFFFFF"/>
        </a:lt1>
        <a:dk2>
          <a:srgbClr val="330000"/>
        </a:dk2>
        <a:lt2>
          <a:srgbClr val="FFFFFF"/>
        </a:lt2>
        <a:accent1>
          <a:srgbClr val="FF9900"/>
        </a:accent1>
        <a:accent2>
          <a:srgbClr val="9E2A06"/>
        </a:accent2>
        <a:accent3>
          <a:srgbClr val="FFFFFF"/>
        </a:accent3>
        <a:accent4>
          <a:srgbClr val="6F1E01"/>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336600"/>
        </a:dk1>
        <a:lt1>
          <a:srgbClr val="FFFFFF"/>
        </a:lt1>
        <a:dk2>
          <a:srgbClr val="4A7911"/>
        </a:dk2>
        <a:lt2>
          <a:srgbClr val="FFFFFF"/>
        </a:lt2>
        <a:accent1>
          <a:srgbClr val="666633"/>
        </a:accent1>
        <a:accent2>
          <a:srgbClr val="669900"/>
        </a:accent2>
        <a:accent3>
          <a:srgbClr val="FFFFFF"/>
        </a:accent3>
        <a:accent4>
          <a:srgbClr val="2A5700"/>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66FF"/>
        </a:dk1>
        <a:lt1>
          <a:srgbClr val="FFFFFF"/>
        </a:lt1>
        <a:dk2>
          <a:srgbClr val="000066"/>
        </a:dk2>
        <a:lt2>
          <a:srgbClr val="FFFFFF"/>
        </a:lt2>
        <a:accent1>
          <a:srgbClr val="6699FF"/>
        </a:accent1>
        <a:accent2>
          <a:srgbClr val="3333FF"/>
        </a:accent2>
        <a:accent3>
          <a:srgbClr val="FFFFFF"/>
        </a:accent3>
        <a:accent4>
          <a:srgbClr val="0057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009999"/>
        </a:dk1>
        <a:lt1>
          <a:srgbClr val="FFFFFF"/>
        </a:lt1>
        <a:dk2>
          <a:srgbClr val="334B49"/>
        </a:dk2>
        <a:lt2>
          <a:srgbClr val="FFFFFF"/>
        </a:lt2>
        <a:accent1>
          <a:srgbClr val="33CCCC"/>
        </a:accent1>
        <a:accent2>
          <a:srgbClr val="008080"/>
        </a:accent2>
        <a:accent3>
          <a:srgbClr val="FFFFFF"/>
        </a:accent3>
        <a:accent4>
          <a:srgbClr val="008383"/>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006699"/>
        </a:dk1>
        <a:lt1>
          <a:srgbClr val="FFFFFF"/>
        </a:lt1>
        <a:dk2>
          <a:srgbClr val="333399"/>
        </a:dk2>
        <a:lt2>
          <a:srgbClr val="FFFFFF"/>
        </a:lt2>
        <a:accent1>
          <a:srgbClr val="0099CC"/>
        </a:accent1>
        <a:accent2>
          <a:srgbClr val="0386AF"/>
        </a:accent2>
        <a:accent3>
          <a:srgbClr val="FFFFFF"/>
        </a:accent3>
        <a:accent4>
          <a:srgbClr val="005783"/>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008080"/>
        </a:dk1>
        <a:lt1>
          <a:srgbClr val="FFFFFF"/>
        </a:lt1>
        <a:dk2>
          <a:srgbClr val="2F978D"/>
        </a:dk2>
        <a:lt2>
          <a:srgbClr val="FFFFFF"/>
        </a:lt2>
        <a:accent1>
          <a:srgbClr val="0099FF"/>
        </a:accent1>
        <a:accent2>
          <a:srgbClr val="009999"/>
        </a:accent2>
        <a:accent3>
          <a:srgbClr val="FFFFFF"/>
        </a:accent3>
        <a:accent4>
          <a:srgbClr val="006D6D"/>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822504"/>
        </a:dk1>
        <a:lt1>
          <a:srgbClr val="FFFFFF"/>
        </a:lt1>
        <a:dk2>
          <a:srgbClr val="330000"/>
        </a:dk2>
        <a:lt2>
          <a:srgbClr val="FFFFFF"/>
        </a:lt2>
        <a:accent1>
          <a:srgbClr val="FF9900"/>
        </a:accent1>
        <a:accent2>
          <a:srgbClr val="9E2A06"/>
        </a:accent2>
        <a:accent3>
          <a:srgbClr val="FFFFFF"/>
        </a:accent3>
        <a:accent4>
          <a:srgbClr val="6F1E01"/>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336600"/>
        </a:dk1>
        <a:lt1>
          <a:srgbClr val="FFFFFF"/>
        </a:lt1>
        <a:dk2>
          <a:srgbClr val="4A7911"/>
        </a:dk2>
        <a:lt2>
          <a:srgbClr val="FFFFFF"/>
        </a:lt2>
        <a:accent1>
          <a:srgbClr val="666633"/>
        </a:accent1>
        <a:accent2>
          <a:srgbClr val="669900"/>
        </a:accent2>
        <a:accent3>
          <a:srgbClr val="FFFFFF"/>
        </a:accent3>
        <a:accent4>
          <a:srgbClr val="2A5700"/>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ixel">
  <a:themeElements>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fontScheme name="">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66FF"/>
        </a:dk1>
        <a:lt1>
          <a:srgbClr val="FFFFFF"/>
        </a:lt1>
        <a:dk2>
          <a:srgbClr val="000066"/>
        </a:dk2>
        <a:lt2>
          <a:srgbClr val="FFFFFF"/>
        </a:lt2>
        <a:accent1>
          <a:srgbClr val="6699FF"/>
        </a:accent1>
        <a:accent2>
          <a:srgbClr val="3333FF"/>
        </a:accent2>
        <a:accent3>
          <a:srgbClr val="FFFFFF"/>
        </a:accent3>
        <a:accent4>
          <a:srgbClr val="0057DC"/>
        </a:accent4>
        <a:accent5>
          <a:srgbClr val="B9CAFF"/>
        </a:accent5>
        <a:accent6>
          <a:srgbClr val="2D2DE5"/>
        </a:accent6>
        <a:hlink>
          <a:srgbClr val="FFCC00"/>
        </a:hlink>
        <a:folHlink>
          <a:srgbClr val="0000CC"/>
        </a:folHlink>
      </a:clrScheme>
      <a:clrMap bg1="lt1" tx1="dk1" bg2="lt2" tx2="dk2" accent1="accent1" accent2="accent2" accent3="accent3" accent4="accent4" accent5="accent5" accent6="accent6" hlink="hlink" folHlink="folHlink"/>
    </a:extraClrScheme>
    <a:extraClrScheme>
      <a:clrScheme name="">
        <a:dk1>
          <a:srgbClr val="009999"/>
        </a:dk1>
        <a:lt1>
          <a:srgbClr val="FFFFFF"/>
        </a:lt1>
        <a:dk2>
          <a:srgbClr val="334B49"/>
        </a:dk2>
        <a:lt2>
          <a:srgbClr val="FFFFFF"/>
        </a:lt2>
        <a:accent1>
          <a:srgbClr val="33CCCC"/>
        </a:accent1>
        <a:accent2>
          <a:srgbClr val="008080"/>
        </a:accent2>
        <a:accent3>
          <a:srgbClr val="FFFFFF"/>
        </a:accent3>
        <a:accent4>
          <a:srgbClr val="008383"/>
        </a:accent4>
        <a:accent5>
          <a:srgbClr val="ADE2E2"/>
        </a:accent5>
        <a:accent6>
          <a:srgbClr val="007272"/>
        </a:accent6>
        <a:hlink>
          <a:srgbClr val="FFCC00"/>
        </a:hlink>
        <a:folHlink>
          <a:srgbClr val="006666"/>
        </a:folHlink>
      </a:clrScheme>
      <a:clrMap bg1="lt1" tx1="dk1" bg2="lt2" tx2="dk2" accent1="accent1" accent2="accent2" accent3="accent3" accent4="accent4" accent5="accent5" accent6="accent6" hlink="hlink" folHlink="folHlink"/>
    </a:extraClrScheme>
    <a:extraClrScheme>
      <a:clrScheme name="">
        <a:dk1>
          <a:srgbClr val="006699"/>
        </a:dk1>
        <a:lt1>
          <a:srgbClr val="FFFFFF"/>
        </a:lt1>
        <a:dk2>
          <a:srgbClr val="333399"/>
        </a:dk2>
        <a:lt2>
          <a:srgbClr val="FFFFFF"/>
        </a:lt2>
        <a:accent1>
          <a:srgbClr val="0099CC"/>
        </a:accent1>
        <a:accent2>
          <a:srgbClr val="0386AF"/>
        </a:accent2>
        <a:accent3>
          <a:srgbClr val="FFFFFF"/>
        </a:accent3>
        <a:accent4>
          <a:srgbClr val="005783"/>
        </a:accent4>
        <a:accent5>
          <a:srgbClr val="AACAE2"/>
        </a:accent5>
        <a:accent6>
          <a:srgbClr val="02789D"/>
        </a:accent6>
        <a:hlink>
          <a:srgbClr val="FFCC00"/>
        </a:hlink>
        <a:folHlink>
          <a:srgbClr val="6699FF"/>
        </a:folHlink>
      </a:clrScheme>
      <a:clrMap bg1="lt1" tx1="dk1" bg2="lt2" tx2="dk2" accent1="accent1" accent2="accent2" accent3="accent3" accent4="accent4" accent5="accent5" accent6="accent6" hlink="hlink" folHlink="folHlink"/>
    </a:extraClrScheme>
    <a:extraClrScheme>
      <a:clrScheme name="">
        <a:dk1>
          <a:srgbClr val="008080"/>
        </a:dk1>
        <a:lt1>
          <a:srgbClr val="FFFFFF"/>
        </a:lt1>
        <a:dk2>
          <a:srgbClr val="2F978D"/>
        </a:dk2>
        <a:lt2>
          <a:srgbClr val="FFFFFF"/>
        </a:lt2>
        <a:accent1>
          <a:srgbClr val="0099FF"/>
        </a:accent1>
        <a:accent2>
          <a:srgbClr val="009999"/>
        </a:accent2>
        <a:accent3>
          <a:srgbClr val="FFFFFF"/>
        </a:accent3>
        <a:accent4>
          <a:srgbClr val="006D6D"/>
        </a:accent4>
        <a:accent5>
          <a:srgbClr val="AACAFF"/>
        </a:accent5>
        <a:accent6>
          <a:srgbClr val="008989"/>
        </a:accent6>
        <a:hlink>
          <a:srgbClr val="FFFFCC"/>
        </a:hlink>
        <a:folHlink>
          <a:srgbClr val="70CAC6"/>
        </a:folHlink>
      </a:clrScheme>
      <a:clrMap bg1="lt1" tx1="dk1" bg2="lt2" tx2="dk2" accent1="accent1" accent2="accent2" accent3="accent3" accent4="accent4" accent5="accent5" accent6="accent6" hlink="hlink" folHlink="folHlink"/>
    </a:extraClrScheme>
    <a:extraClrScheme>
      <a:clrScheme name="">
        <a:dk1>
          <a:srgbClr val="822504"/>
        </a:dk1>
        <a:lt1>
          <a:srgbClr val="FFFFFF"/>
        </a:lt1>
        <a:dk2>
          <a:srgbClr val="330000"/>
        </a:dk2>
        <a:lt2>
          <a:srgbClr val="FFFFFF"/>
        </a:lt2>
        <a:accent1>
          <a:srgbClr val="FF9900"/>
        </a:accent1>
        <a:accent2>
          <a:srgbClr val="9E2A06"/>
        </a:accent2>
        <a:accent3>
          <a:srgbClr val="FFFFFF"/>
        </a:accent3>
        <a:accent4>
          <a:srgbClr val="6F1E01"/>
        </a:accent4>
        <a:accent5>
          <a:srgbClr val="FFCAAA"/>
        </a:accent5>
        <a:accent6>
          <a:srgbClr val="8D2504"/>
        </a:accent6>
        <a:hlink>
          <a:srgbClr val="FF3300"/>
        </a:hlink>
        <a:folHlink>
          <a:srgbClr val="7C0704"/>
        </a:folHlink>
      </a:clrScheme>
      <a:clrMap bg1="lt1" tx1="dk1" bg2="lt2" tx2="dk2" accent1="accent1" accent2="accent2" accent3="accent3" accent4="accent4" accent5="accent5" accent6="accent6" hlink="hlink" folHlink="folHlink"/>
    </a:extraClrScheme>
    <a:extraClrScheme>
      <a:clrScheme name="">
        <a:dk1>
          <a:srgbClr val="336600"/>
        </a:dk1>
        <a:lt1>
          <a:srgbClr val="FFFFFF"/>
        </a:lt1>
        <a:dk2>
          <a:srgbClr val="4A7911"/>
        </a:dk2>
        <a:lt2>
          <a:srgbClr val="FFFFFF"/>
        </a:lt2>
        <a:accent1>
          <a:srgbClr val="666633"/>
        </a:accent1>
        <a:accent2>
          <a:srgbClr val="669900"/>
        </a:accent2>
        <a:accent3>
          <a:srgbClr val="FFFFFF"/>
        </a:accent3>
        <a:accent4>
          <a:srgbClr val="2A5700"/>
        </a:accent4>
        <a:accent5>
          <a:srgbClr val="B9B9AD"/>
        </a:accent5>
        <a:accent6>
          <a:srgbClr val="5B8900"/>
        </a:accent6>
        <a:hlink>
          <a:srgbClr val="FFCC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75B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B89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C0465"/>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192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CAEC1"/>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989B7"/>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4433</Words>
  <Application>WPS 演示</Application>
  <PresentationFormat>Экран</PresentationFormat>
  <Paragraphs>489</Paragraphs>
  <Slides>39</Slides>
  <Notes>0</Notes>
  <HiddenSlides>0</HiddenSlides>
  <MMClips>0</MMClips>
  <ScaleCrop>false</ScaleCrop>
  <HeadingPairs>
    <vt:vector size="8" baseType="variant">
      <vt:variant>
        <vt:lpstr>已用的字体</vt:lpstr>
      </vt:variant>
      <vt:variant>
        <vt:i4>10</vt:i4>
      </vt:variant>
      <vt:variant>
        <vt:lpstr>主题</vt:lpstr>
      </vt:variant>
      <vt:variant>
        <vt:i4>5</vt:i4>
      </vt:variant>
      <vt:variant>
        <vt:lpstr>嵌入 OLE 服务器</vt:lpstr>
      </vt:variant>
      <vt:variant>
        <vt:i4>40</vt:i4>
      </vt:variant>
      <vt:variant>
        <vt:lpstr>幻灯片标题</vt:lpstr>
      </vt:variant>
      <vt:variant>
        <vt:i4>39</vt:i4>
      </vt:variant>
    </vt:vector>
  </HeadingPairs>
  <TitlesOfParts>
    <vt:vector size="94" baseType="lpstr">
      <vt:lpstr>Arial</vt:lpstr>
      <vt:lpstr>宋体</vt:lpstr>
      <vt:lpstr>Wingdings</vt:lpstr>
      <vt:lpstr>Arial</vt:lpstr>
      <vt:lpstr>Arial Black</vt:lpstr>
      <vt:lpstr>Times New Roman</vt:lpstr>
      <vt:lpstr>黑体</vt:lpstr>
      <vt:lpstr>微软雅黑</vt:lpstr>
      <vt:lpstr>Arial Unicode MS</vt:lpstr>
      <vt:lpstr>Calibri</vt:lpstr>
      <vt:lpstr>Pixel</vt:lpstr>
      <vt:lpstr>1_Pixel</vt:lpstr>
      <vt:lpstr>2_Pixel</vt:lpstr>
      <vt:lpstr>3_Pixel</vt:lpstr>
      <vt:lpstr>4_Pixel</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数据挖掘软件WEKA   ——导论</dc:title>
  <dc:creator>YlmF</dc:creator>
  <cp:lastModifiedBy>ccm</cp:lastModifiedBy>
  <cp:revision>405</cp:revision>
  <dcterms:created xsi:type="dcterms:W3CDTF">2011-06-15T03:14:23Z</dcterms:created>
  <dcterms:modified xsi:type="dcterms:W3CDTF">2021-11-18T03:03:36Z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2052-11.1.0.11115</vt:lpwstr>
  </property>
  <property fmtid="{D5CDD505-2E9C-101B-9397-08002B2CF9AE}" pid="3" name="ICV">
    <vt:lpwstr>EC4D584901DC46619BF0203BF81C271A</vt:lpwstr>
  </property>
</Properties>
</file>